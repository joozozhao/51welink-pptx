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3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4.xml" ContentType="application/vnd.openxmlformats-officedocument.presentationml.tags+xml"/>
  <Override PartName="/ppt/notesSlides/notesSlide23.xml" ContentType="application/vnd.openxmlformats-officedocument.presentationml.notesSlide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305" r:id="rId2"/>
    <p:sldId id="625" r:id="rId3"/>
    <p:sldId id="610" r:id="rId4"/>
    <p:sldId id="3306" r:id="rId5"/>
    <p:sldId id="639" r:id="rId6"/>
    <p:sldId id="802" r:id="rId7"/>
    <p:sldId id="628" r:id="rId8"/>
    <p:sldId id="774" r:id="rId9"/>
    <p:sldId id="786" r:id="rId10"/>
    <p:sldId id="3307" r:id="rId11"/>
    <p:sldId id="3308" r:id="rId12"/>
    <p:sldId id="468" r:id="rId13"/>
    <p:sldId id="3317" r:id="rId14"/>
    <p:sldId id="3319" r:id="rId15"/>
    <p:sldId id="3318" r:id="rId16"/>
    <p:sldId id="3311" r:id="rId17"/>
    <p:sldId id="3312" r:id="rId18"/>
    <p:sldId id="804" r:id="rId19"/>
    <p:sldId id="3309" r:id="rId20"/>
    <p:sldId id="779" r:id="rId21"/>
    <p:sldId id="776" r:id="rId22"/>
    <p:sldId id="3320" r:id="rId23"/>
    <p:sldId id="777" r:id="rId24"/>
    <p:sldId id="778" r:id="rId25"/>
    <p:sldId id="3310" r:id="rId26"/>
    <p:sldId id="3315" r:id="rId27"/>
    <p:sldId id="297" r:id="rId28"/>
    <p:sldId id="3316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4" orient="horz" pos="4292" userDrawn="1">
          <p15:clr>
            <a:srgbClr val="A4A3A4"/>
          </p15:clr>
        </p15:guide>
        <p15:guide id="5" orient="horz" pos="1911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  <p15:guide id="13" orient="horz" pos="2455" userDrawn="1">
          <p15:clr>
            <a:srgbClr val="A4A3A4"/>
          </p15:clr>
        </p15:guide>
        <p15:guide id="15" orient="horz" pos="4201" userDrawn="1">
          <p15:clr>
            <a:srgbClr val="A4A3A4"/>
          </p15:clr>
        </p15:guide>
        <p15:guide id="20" orient="horz" pos="3521" userDrawn="1">
          <p15:clr>
            <a:srgbClr val="A4A3A4"/>
          </p15:clr>
        </p15:guide>
        <p15:guide id="21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69E4"/>
    <a:srgbClr val="1D78FA"/>
    <a:srgbClr val="3D8BFA"/>
    <a:srgbClr val="00FF9A"/>
    <a:srgbClr val="404040"/>
    <a:srgbClr val="1D7896"/>
    <a:srgbClr val="187FC4"/>
    <a:srgbClr val="C00000"/>
    <a:srgbClr val="FF204F"/>
    <a:srgbClr val="E5E4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73" autoAdjust="0"/>
    <p:restoredTop sz="94247" autoAdjust="0"/>
  </p:normalViewPr>
  <p:slideViewPr>
    <p:cSldViewPr snapToGrid="0" showGuides="1">
      <p:cViewPr varScale="1">
        <p:scale>
          <a:sx n="120" d="100"/>
          <a:sy n="120" d="100"/>
        </p:scale>
        <p:origin x="560" y="176"/>
      </p:cViewPr>
      <p:guideLst>
        <p:guide orient="horz" pos="2228"/>
        <p:guide orient="horz" pos="4292"/>
        <p:guide orient="horz" pos="1911"/>
        <p:guide orient="horz" pos="3861"/>
        <p:guide orient="horz" pos="2455"/>
        <p:guide orient="horz" pos="4201"/>
        <p:guide orient="horz" pos="352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1184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2217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0D6F2-A6E1-4583-B194-ED304DFD2975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17E32-2F5D-47D0-A77E-C132CA7283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850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3B88A-68F1-4AF9-9A51-2417EFF3E01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653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3B88A-68F1-4AF9-9A51-2417EFF3E01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134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7067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4616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516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627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322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53209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3B88A-68F1-4AF9-9A51-2417EFF3E01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835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17E32-2F5D-47D0-A77E-C132CA7283C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6194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17E32-2F5D-47D0-A77E-C132CA7283C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5243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D17E32-2F5D-47D0-A77E-C132CA7283C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8313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3B88A-68F1-4AF9-9A51-2417EFF3E01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8400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5037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3B88A-68F1-4AF9-9A51-2417EFF3E01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3904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2402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0957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0531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4732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7753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3B88A-68F1-4AF9-9A51-2417EFF3E01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856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17E32-2F5D-47D0-A77E-C132CA7283C1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167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FA06E90-7012-0340-6CF4-3AFB1A3FBC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4" y="223179"/>
            <a:ext cx="1993546" cy="504000"/>
          </a:xfrm>
          <a:prstGeom prst="rect">
            <a:avLst/>
          </a:prstGeom>
        </p:spPr>
      </p:pic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>
            <a:alpha val="8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C83743-A5F9-4A0F-B529-147F5D29775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0519" y="223179"/>
            <a:ext cx="6641123" cy="60329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 defTabSz="914400" rtl="0" eaLnBrk="1" latinLnBrk="0" hangingPunct="1">
              <a:buNone/>
              <a:defRPr lang="zh-CN" altLang="en-US" sz="2800" b="1" kern="1200" spc="225" dirty="0" smtClean="0">
                <a:solidFill>
                  <a:srgbClr val="40404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  <a:lvl2pPr marL="0" algn="l" defTabSz="914400" rtl="0" eaLnBrk="1" latinLnBrk="0" hangingPunct="1">
              <a:defRPr lang="zh-CN" altLang="en-US" sz="2800" b="1" kern="1200" spc="225" dirty="0" smtClean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微软雅黑" panose="020B0503020204020204" pitchFamily="34" charset="-122"/>
              </a:defRPr>
            </a:lvl2pPr>
            <a:lvl3pPr marL="0" algn="l" defTabSz="914400" rtl="0" eaLnBrk="1" latinLnBrk="0" hangingPunct="1">
              <a:defRPr lang="zh-CN" altLang="en-US" sz="2800" b="1" kern="1200" spc="225" dirty="0" smtClean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微软雅黑" panose="020B0503020204020204" pitchFamily="34" charset="-122"/>
              </a:defRPr>
            </a:lvl3pPr>
          </a:lstStyle>
          <a:p>
            <a:pPr lvl="0"/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4" y="223179"/>
            <a:ext cx="1993546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910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9" userDrawn="1">
          <p15:clr>
            <a:srgbClr val="FBAE40"/>
          </p15:clr>
        </p15:guide>
        <p15:guide id="2" pos="6199" userDrawn="1">
          <p15:clr>
            <a:srgbClr val="FBAE40"/>
          </p15:clr>
        </p15:guide>
        <p15:guide id="3" orient="horz" pos="14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58568B8-A326-0ECB-83AA-9ABCE62619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934" y="223179"/>
            <a:ext cx="1993546" cy="50400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70E8-6F7D-4145-B3E9-CBC964224D16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22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E487-961B-417E-B092-DA08A1DC39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70E8-6F7D-4145-B3E9-CBC964224D16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22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rgbClr val="FF1D4D"/>
                </a:solidFill>
              </a:defRPr>
            </a:lvl1pPr>
          </a:lstStyle>
          <a:p>
            <a:fld id="{EBD0E487-961B-417E-B092-DA08A1DC3952}" type="slidenum">
              <a:rPr lang="zh-CN" altLang="en-US" smtClean="0"/>
              <a:t>‹#›</a:t>
            </a:fld>
            <a:r>
              <a:rPr lang="zh-CN" altLang="en-US"/>
              <a:t>/</a:t>
            </a:r>
            <a:r>
              <a:rPr lang="en-US" altLang="zh-CN"/>
              <a:t>10</a:t>
            </a: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70E8-6F7D-4145-B3E9-CBC964224D16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22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E487-961B-417E-B092-DA08A1DC39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70E8-6F7D-4145-B3E9-CBC964224D16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22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E487-961B-417E-B092-DA08A1DC39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70E8-6F7D-4145-B3E9-CBC964224D16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22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E487-961B-417E-B092-DA08A1DC39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70E8-6F7D-4145-B3E9-CBC964224D16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22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E487-961B-417E-B092-DA08A1DC39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70E8-6F7D-4145-B3E9-CBC964224D16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22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E487-961B-417E-B092-DA08A1DC39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70E8-6F7D-4145-B3E9-CBC964224D16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22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E487-961B-417E-B092-DA08A1DC39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E70E8-6F7D-4145-B3E9-CBC964224D16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22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E487-961B-417E-B092-DA08A1DC39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CADA1-6B56-43A2-81B5-37FE7A7DB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E49E9B-470F-48B6-B2A2-5ACD3BD9A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187FD8-BDD8-457A-A8C2-071F76A2C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70B0C-2411-470C-A41F-2AED4DED8C82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36948F-9A25-4389-BF83-BE52681C4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2D2F61-47E4-47C0-BE2B-95C997A10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1FBB-D2C5-4373-9762-4C103D04A3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858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E70E8-6F7D-4145-B3E9-CBC964224D16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22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0E487-961B-417E-B092-DA08A1DC39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6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77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3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23.jpeg"/><Relationship Id="rId7" Type="http://schemas.openxmlformats.org/officeDocument/2006/relationships/image" Target="../media/image27.jp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jpeg"/><Relationship Id="rId4" Type="http://schemas.openxmlformats.org/officeDocument/2006/relationships/image" Target="../media/image24.jpeg"/><Relationship Id="rId9" Type="http://schemas.openxmlformats.org/officeDocument/2006/relationships/image" Target="../media/image12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5" Type="http://schemas.openxmlformats.org/officeDocument/2006/relationships/image" Target="../media/image31.png"/><Relationship Id="rId4" Type="http://schemas.openxmlformats.org/officeDocument/2006/relationships/image" Target="../media/image3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jp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40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611A138B-8386-89A9-297C-4FDA7D6A4B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D78FA">
                  <a:alpha val="61000"/>
                </a:srgbClr>
              </a:gs>
              <a:gs pos="97000">
                <a:srgbClr val="0064FA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93CFB59D-90F2-3285-AD10-1240315230AC}"/>
              </a:ext>
            </a:extLst>
          </p:cNvPr>
          <p:cNvSpPr/>
          <p:nvPr/>
        </p:nvSpPr>
        <p:spPr>
          <a:xfrm>
            <a:off x="1006604" y="635943"/>
            <a:ext cx="851330" cy="851330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66A845AC-E601-BBEB-6FAA-9CB43227DBFA}"/>
              </a:ext>
            </a:extLst>
          </p:cNvPr>
          <p:cNvSpPr/>
          <p:nvPr/>
        </p:nvSpPr>
        <p:spPr>
          <a:xfrm>
            <a:off x="1006604" y="5546004"/>
            <a:ext cx="691357" cy="691357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73A7C1D-E860-72EB-7424-69C2FA95B6CA}"/>
              </a:ext>
            </a:extLst>
          </p:cNvPr>
          <p:cNvSpPr txBox="1"/>
          <p:nvPr/>
        </p:nvSpPr>
        <p:spPr>
          <a:xfrm>
            <a:off x="697035" y="1826952"/>
            <a:ext cx="4212465" cy="1300354"/>
          </a:xfrm>
          <a:prstGeom prst="rect">
            <a:avLst/>
          </a:prstGeom>
          <a:noFill/>
        </p:spPr>
        <p:txBody>
          <a:bodyPr wrap="square" lIns="68567" tIns="34289" rIns="68567" bIns="34289" rtlCol="0">
            <a:spAutoFit/>
          </a:bodyPr>
          <a:lstStyle/>
          <a:p>
            <a:r>
              <a:rPr lang="zh-CN" altLang="en-US" sz="8000" b="1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一键登录</a:t>
            </a:r>
            <a:endParaRPr lang="en-US" altLang="zh-CN" sz="8000" b="1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3C3FABE0-11AA-FFB3-AA9B-A5BA8F8E6C50}"/>
              </a:ext>
            </a:extLst>
          </p:cNvPr>
          <p:cNvSpPr txBox="1"/>
          <p:nvPr/>
        </p:nvSpPr>
        <p:spPr>
          <a:xfrm>
            <a:off x="697035" y="3141797"/>
            <a:ext cx="5368263" cy="682364"/>
          </a:xfrm>
          <a:prstGeom prst="rect">
            <a:avLst/>
          </a:prstGeom>
          <a:noFill/>
        </p:spPr>
        <p:txBody>
          <a:bodyPr wrap="square" lIns="68567" tIns="34289" rIns="68567" bIns="34289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3200" spc="1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让登录更便捷、安全、高效</a:t>
            </a:r>
            <a:endParaRPr lang="en-US" altLang="zh-CN" sz="3200" spc="100" dirty="0">
              <a:solidFill>
                <a:schemeClr val="bg1"/>
              </a:solidFill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37F63F99-A3C7-F4EE-7C3D-4D4D41389E13}"/>
              </a:ext>
            </a:extLst>
          </p:cNvPr>
          <p:cNvSpPr/>
          <p:nvPr/>
        </p:nvSpPr>
        <p:spPr>
          <a:xfrm>
            <a:off x="-353591" y="5944299"/>
            <a:ext cx="1681202" cy="1681202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8132921-53EE-7BAC-8DD7-598F6C06E1D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292054">
            <a:off x="8722463" y="-91630"/>
            <a:ext cx="3573694" cy="7679843"/>
          </a:xfrm>
          <a:prstGeom prst="roundRect">
            <a:avLst>
              <a:gd name="adj" fmla="val 9330"/>
            </a:avLst>
          </a:prstGeom>
          <a:effectLst>
            <a:outerShdw blurRad="177800" dist="114300" dir="7800000" algn="ctr" rotWithShape="0">
              <a:srgbClr val="000000">
                <a:alpha val="43000"/>
              </a:srgbClr>
            </a:outerShdw>
          </a:effectLst>
          <a:scene3d>
            <a:camera prst="isometricTopUp"/>
            <a:lightRig rig="contrasting" dir="t"/>
          </a:scene3d>
          <a:sp3d extrusionH="25400">
            <a:bevelT/>
          </a:sp3d>
        </p:spPr>
      </p:pic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75EA943C-5758-DB20-32EB-9753214D6067}"/>
              </a:ext>
            </a:extLst>
          </p:cNvPr>
          <p:cNvCxnSpPr/>
          <p:nvPr/>
        </p:nvCxnSpPr>
        <p:spPr>
          <a:xfrm>
            <a:off x="697035" y="1623933"/>
            <a:ext cx="3822492" cy="0"/>
          </a:xfrm>
          <a:prstGeom prst="line">
            <a:avLst/>
          </a:prstGeom>
          <a:ln w="1905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0C0D52D2-EEF2-F798-5C54-518249DDADA1}"/>
              </a:ext>
            </a:extLst>
          </p:cNvPr>
          <p:cNvCxnSpPr>
            <a:cxnSpLocks/>
          </p:cNvCxnSpPr>
          <p:nvPr/>
        </p:nvCxnSpPr>
        <p:spPr>
          <a:xfrm>
            <a:off x="2213243" y="4084088"/>
            <a:ext cx="3559351" cy="0"/>
          </a:xfrm>
          <a:prstGeom prst="line">
            <a:avLst/>
          </a:prstGeom>
          <a:ln w="3175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CA974DB-B245-8630-E60A-1D0CEAC832AF}"/>
              </a:ext>
            </a:extLst>
          </p:cNvPr>
          <p:cNvCxnSpPr/>
          <p:nvPr/>
        </p:nvCxnSpPr>
        <p:spPr>
          <a:xfrm>
            <a:off x="4213616" y="3219450"/>
            <a:ext cx="1558978" cy="0"/>
          </a:xfrm>
          <a:prstGeom prst="line">
            <a:avLst/>
          </a:prstGeom>
          <a:ln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5317FB9-4040-5BF4-8BBF-4BDDD23FB27A}"/>
              </a:ext>
            </a:extLst>
          </p:cNvPr>
          <p:cNvCxnSpPr>
            <a:cxnSpLocks/>
          </p:cNvCxnSpPr>
          <p:nvPr/>
        </p:nvCxnSpPr>
        <p:spPr>
          <a:xfrm>
            <a:off x="4909500" y="2227597"/>
            <a:ext cx="1432374" cy="0"/>
          </a:xfrm>
          <a:prstGeom prst="line">
            <a:avLst/>
          </a:prstGeom>
          <a:ln w="15875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8E971B8A-3DEE-FC25-1807-EC5782B804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6469" y="230467"/>
            <a:ext cx="1993546" cy="504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64080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椭圆 62">
            <a:extLst>
              <a:ext uri="{FF2B5EF4-FFF2-40B4-BE49-F238E27FC236}">
                <a16:creationId xmlns:a16="http://schemas.microsoft.com/office/drawing/2014/main" id="{4141193A-236E-2071-9956-1D25C68FCD7A}"/>
              </a:ext>
            </a:extLst>
          </p:cNvPr>
          <p:cNvSpPr/>
          <p:nvPr/>
        </p:nvSpPr>
        <p:spPr>
          <a:xfrm>
            <a:off x="-1537912" y="-1007343"/>
            <a:ext cx="5754073" cy="5754073"/>
          </a:xfrm>
          <a:prstGeom prst="ellipse">
            <a:avLst/>
          </a:prstGeom>
          <a:solidFill>
            <a:srgbClr val="1D78FA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1D7880-33B0-4283-9E88-B7D29F71FDB4}"/>
              </a:ext>
            </a:extLst>
          </p:cNvPr>
          <p:cNvSpPr/>
          <p:nvPr/>
        </p:nvSpPr>
        <p:spPr>
          <a:xfrm>
            <a:off x="6601750" y="103725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solidFill>
                  <a:srgbClr val="1D78FA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产品介绍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50B37E-983C-4E59-A13D-D7B3B6D58423}"/>
              </a:ext>
            </a:extLst>
          </p:cNvPr>
          <p:cNvSpPr/>
          <p:nvPr/>
        </p:nvSpPr>
        <p:spPr>
          <a:xfrm>
            <a:off x="6656942" y="209005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应用场景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B73698-D95F-417B-BBA9-7764739A7C89}"/>
              </a:ext>
            </a:extLst>
          </p:cNvPr>
          <p:cNvSpPr/>
          <p:nvPr/>
        </p:nvSpPr>
        <p:spPr>
          <a:xfrm>
            <a:off x="6033890" y="4289150"/>
            <a:ext cx="14157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客户案例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18F70C-DD95-4262-82FC-BE81C80E8E1E}"/>
              </a:ext>
            </a:extLst>
          </p:cNvPr>
          <p:cNvSpPr/>
          <p:nvPr/>
        </p:nvSpPr>
        <p:spPr>
          <a:xfrm>
            <a:off x="6456652" y="3198167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产品优势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68B0D97-673D-4E2B-A895-804FD89312E6}"/>
              </a:ext>
            </a:extLst>
          </p:cNvPr>
          <p:cNvSpPr/>
          <p:nvPr/>
        </p:nvSpPr>
        <p:spPr>
          <a:xfrm>
            <a:off x="4916152" y="5364211"/>
            <a:ext cx="14771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公司概况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27229BF-B1EA-F160-9854-E1FF5857241F}"/>
              </a:ext>
            </a:extLst>
          </p:cNvPr>
          <p:cNvSpPr/>
          <p:nvPr/>
        </p:nvSpPr>
        <p:spPr>
          <a:xfrm>
            <a:off x="-995795" y="-465226"/>
            <a:ext cx="4669839" cy="4669839"/>
          </a:xfrm>
          <a:prstGeom prst="ellipse">
            <a:avLst/>
          </a:prstGeom>
          <a:gradFill flip="none" rotWithShape="1">
            <a:gsLst>
              <a:gs pos="0">
                <a:srgbClr val="1D78FA"/>
              </a:gs>
              <a:gs pos="100000">
                <a:srgbClr val="0C61DA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1170CE78-7AB8-D9E2-6B29-CFBC237FD82A}"/>
              </a:ext>
            </a:extLst>
          </p:cNvPr>
          <p:cNvSpPr/>
          <p:nvPr/>
        </p:nvSpPr>
        <p:spPr>
          <a:xfrm rot="5400000">
            <a:off x="-2269228" y="-1649238"/>
            <a:ext cx="7185379" cy="7185379"/>
          </a:xfrm>
          <a:prstGeom prst="ellipse">
            <a:avLst/>
          </a:prstGeom>
          <a:noFill/>
          <a:ln w="15875" cap="flat" cmpd="sng" algn="ctr">
            <a:gradFill>
              <a:gsLst>
                <a:gs pos="0">
                  <a:srgbClr val="1D78FA">
                    <a:alpha val="50000"/>
                  </a:srgbClr>
                </a:gs>
                <a:gs pos="100000">
                  <a:schemeClr val="accent1">
                    <a:lumMod val="100000"/>
                    <a:alpha val="5500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0B2464FD-6DEA-4C85-F149-0E973C82D18A}"/>
              </a:ext>
            </a:extLst>
          </p:cNvPr>
          <p:cNvSpPr/>
          <p:nvPr/>
        </p:nvSpPr>
        <p:spPr>
          <a:xfrm rot="5400000">
            <a:off x="-3359857" y="-2828035"/>
            <a:ext cx="9433766" cy="9433766"/>
          </a:xfrm>
          <a:prstGeom prst="ellipse">
            <a:avLst/>
          </a:prstGeom>
          <a:noFill/>
          <a:ln w="15875" cap="flat" cmpd="sng" algn="ctr">
            <a:gradFill>
              <a:gsLst>
                <a:gs pos="0">
                  <a:srgbClr val="1D78FA">
                    <a:alpha val="50000"/>
                  </a:srgbClr>
                </a:gs>
                <a:gs pos="100000">
                  <a:schemeClr val="accent1">
                    <a:lumMod val="100000"/>
                    <a:alpha val="8700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EB3390F8-A456-04F3-6D21-CE5CB26CDC93}"/>
              </a:ext>
            </a:extLst>
          </p:cNvPr>
          <p:cNvSpPr>
            <a:spLocks noChangeAspect="1"/>
          </p:cNvSpPr>
          <p:nvPr/>
        </p:nvSpPr>
        <p:spPr>
          <a:xfrm>
            <a:off x="5673890" y="908088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01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9EDCDDA5-4309-4A4E-A88C-42D92E319276}"/>
              </a:ext>
            </a:extLst>
          </p:cNvPr>
          <p:cNvGrpSpPr/>
          <p:nvPr/>
        </p:nvGrpSpPr>
        <p:grpSpPr>
          <a:xfrm>
            <a:off x="10444918" y="3564646"/>
            <a:ext cx="540000" cy="540000"/>
            <a:chOff x="13658850" y="3254376"/>
            <a:chExt cx="3821113" cy="3817938"/>
          </a:xfrm>
          <a:solidFill>
            <a:schemeClr val="bg1"/>
          </a:solidFill>
        </p:grpSpPr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3C8325D4-E2A5-48E5-9C24-894DB8F17F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58850" y="3254376"/>
              <a:ext cx="3821113" cy="3817938"/>
            </a:xfrm>
            <a:custGeom>
              <a:avLst/>
              <a:gdLst>
                <a:gd name="T0" fmla="*/ 1756 w 2048"/>
                <a:gd name="T1" fmla="*/ 228 h 2048"/>
                <a:gd name="T2" fmla="*/ 988 w 2048"/>
                <a:gd name="T3" fmla="*/ 0 h 2048"/>
                <a:gd name="T4" fmla="*/ 228 w 2048"/>
                <a:gd name="T5" fmla="*/ 292 h 2048"/>
                <a:gd name="T6" fmla="*/ 0 w 2048"/>
                <a:gd name="T7" fmla="*/ 1060 h 2048"/>
                <a:gd name="T8" fmla="*/ 292 w 2048"/>
                <a:gd name="T9" fmla="*/ 1820 h 2048"/>
                <a:gd name="T10" fmla="*/ 1060 w 2048"/>
                <a:gd name="T11" fmla="*/ 2048 h 2048"/>
                <a:gd name="T12" fmla="*/ 1820 w 2048"/>
                <a:gd name="T13" fmla="*/ 1756 h 2048"/>
                <a:gd name="T14" fmla="*/ 2048 w 2048"/>
                <a:gd name="T15" fmla="*/ 988 h 2048"/>
                <a:gd name="T16" fmla="*/ 1684 w 2048"/>
                <a:gd name="T17" fmla="*/ 364 h 2048"/>
                <a:gd name="T18" fmla="*/ 1848 w 2048"/>
                <a:gd name="T19" fmla="*/ 1056 h 2048"/>
                <a:gd name="T20" fmla="*/ 1850 w 2048"/>
                <a:gd name="T21" fmla="*/ 971 h 2048"/>
                <a:gd name="T22" fmla="*/ 1531 w 2048"/>
                <a:gd name="T23" fmla="*/ 562 h 2048"/>
                <a:gd name="T24" fmla="*/ 1486 w 2048"/>
                <a:gd name="T25" fmla="*/ 1441 h 2048"/>
                <a:gd name="T26" fmla="*/ 1375 w 2048"/>
                <a:gd name="T27" fmla="*/ 1056 h 2048"/>
                <a:gd name="T28" fmla="*/ 1295 w 2048"/>
                <a:gd name="T29" fmla="*/ 849 h 2048"/>
                <a:gd name="T30" fmla="*/ 1623 w 2048"/>
                <a:gd name="T31" fmla="*/ 992 h 2048"/>
                <a:gd name="T32" fmla="*/ 992 w 2048"/>
                <a:gd name="T33" fmla="*/ 1263 h 2048"/>
                <a:gd name="T34" fmla="*/ 1024 w 2048"/>
                <a:gd name="T35" fmla="*/ 989 h 2048"/>
                <a:gd name="T36" fmla="*/ 753 w 2048"/>
                <a:gd name="T37" fmla="*/ 849 h 2048"/>
                <a:gd name="T38" fmla="*/ 562 w 2048"/>
                <a:gd name="T39" fmla="*/ 607 h 2048"/>
                <a:gd name="T40" fmla="*/ 992 w 2048"/>
                <a:gd name="T41" fmla="*/ 712 h 2048"/>
                <a:gd name="T42" fmla="*/ 753 w 2048"/>
                <a:gd name="T43" fmla="*/ 1199 h 2048"/>
                <a:gd name="T44" fmla="*/ 737 w 2048"/>
                <a:gd name="T45" fmla="*/ 1056 h 2048"/>
                <a:gd name="T46" fmla="*/ 607 w 2048"/>
                <a:gd name="T47" fmla="*/ 1486 h 2048"/>
                <a:gd name="T48" fmla="*/ 1441 w 2048"/>
                <a:gd name="T49" fmla="*/ 562 h 2048"/>
                <a:gd name="T50" fmla="*/ 1056 w 2048"/>
                <a:gd name="T51" fmla="*/ 1263 h 2048"/>
                <a:gd name="T52" fmla="*/ 1441 w 2048"/>
                <a:gd name="T53" fmla="*/ 1486 h 2048"/>
                <a:gd name="T54" fmla="*/ 1329 w 2048"/>
                <a:gd name="T55" fmla="*/ 360 h 2048"/>
                <a:gd name="T56" fmla="*/ 1621 w 2048"/>
                <a:gd name="T57" fmla="*/ 284 h 2048"/>
                <a:gd name="T58" fmla="*/ 1077 w 2048"/>
                <a:gd name="T59" fmla="*/ 198 h 2048"/>
                <a:gd name="T60" fmla="*/ 988 w 2048"/>
                <a:gd name="T61" fmla="*/ 64 h 2048"/>
                <a:gd name="T62" fmla="*/ 971 w 2048"/>
                <a:gd name="T63" fmla="*/ 198 h 2048"/>
                <a:gd name="T64" fmla="*/ 924 w 2048"/>
                <a:gd name="T65" fmla="*/ 142 h 2048"/>
                <a:gd name="T66" fmla="*/ 924 w 2048"/>
                <a:gd name="T67" fmla="*/ 142 h 2048"/>
                <a:gd name="T68" fmla="*/ 428 w 2048"/>
                <a:gd name="T69" fmla="*/ 360 h 2048"/>
                <a:gd name="T70" fmla="*/ 381 w 2048"/>
                <a:gd name="T71" fmla="*/ 426 h 2048"/>
                <a:gd name="T72" fmla="*/ 292 w 2048"/>
                <a:gd name="T73" fmla="*/ 292 h 2048"/>
                <a:gd name="T74" fmla="*/ 142 w 2048"/>
                <a:gd name="T75" fmla="*/ 924 h 2048"/>
                <a:gd name="T76" fmla="*/ 296 w 2048"/>
                <a:gd name="T77" fmla="*/ 992 h 2048"/>
                <a:gd name="T78" fmla="*/ 200 w 2048"/>
                <a:gd name="T79" fmla="*/ 1056 h 2048"/>
                <a:gd name="T80" fmla="*/ 136 w 2048"/>
                <a:gd name="T81" fmla="*/ 988 h 2048"/>
                <a:gd name="T82" fmla="*/ 296 w 2048"/>
                <a:gd name="T83" fmla="*/ 1265 h 2048"/>
                <a:gd name="T84" fmla="*/ 292 w 2048"/>
                <a:gd name="T85" fmla="*/ 1684 h 2048"/>
                <a:gd name="T86" fmla="*/ 360 w 2048"/>
                <a:gd name="T87" fmla="*/ 1329 h 2048"/>
                <a:gd name="T88" fmla="*/ 428 w 2048"/>
                <a:gd name="T89" fmla="*/ 1688 h 2048"/>
                <a:gd name="T90" fmla="*/ 428 w 2048"/>
                <a:gd name="T91" fmla="*/ 1756 h 2048"/>
                <a:gd name="T92" fmla="*/ 873 w 2048"/>
                <a:gd name="T93" fmla="*/ 1752 h 2048"/>
                <a:gd name="T94" fmla="*/ 988 w 2048"/>
                <a:gd name="T95" fmla="*/ 1984 h 2048"/>
                <a:gd name="T96" fmla="*/ 1056 w 2048"/>
                <a:gd name="T97" fmla="*/ 1848 h 2048"/>
                <a:gd name="T98" fmla="*/ 1122 w 2048"/>
                <a:gd name="T99" fmla="*/ 1895 h 2048"/>
                <a:gd name="T100" fmla="*/ 1620 w 2048"/>
                <a:gd name="T101" fmla="*/ 1688 h 2048"/>
                <a:gd name="T102" fmla="*/ 1667 w 2048"/>
                <a:gd name="T103" fmla="*/ 1622 h 2048"/>
                <a:gd name="T104" fmla="*/ 1756 w 2048"/>
                <a:gd name="T105" fmla="*/ 1756 h 2048"/>
                <a:gd name="T106" fmla="*/ 1764 w 2048"/>
                <a:gd name="T107" fmla="*/ 1621 h 2048"/>
                <a:gd name="T108" fmla="*/ 1764 w 2048"/>
                <a:gd name="T109" fmla="*/ 1621 h 2048"/>
                <a:gd name="T110" fmla="*/ 1907 w 2048"/>
                <a:gd name="T111" fmla="*/ 924 h 2048"/>
                <a:gd name="T112" fmla="*/ 1984 w 2048"/>
                <a:gd name="T113" fmla="*/ 988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048" h="2048">
                  <a:moveTo>
                    <a:pt x="1984" y="924"/>
                  </a:moveTo>
                  <a:cubicBezTo>
                    <a:pt x="1973" y="924"/>
                    <a:pt x="1973" y="924"/>
                    <a:pt x="1973" y="924"/>
                  </a:cubicBezTo>
                  <a:cubicBezTo>
                    <a:pt x="1807" y="348"/>
                    <a:pt x="1819" y="386"/>
                    <a:pt x="1817" y="383"/>
                  </a:cubicBezTo>
                  <a:cubicBezTo>
                    <a:pt x="1821" y="371"/>
                    <a:pt x="1820" y="370"/>
                    <a:pt x="1820" y="292"/>
                  </a:cubicBezTo>
                  <a:cubicBezTo>
                    <a:pt x="1820" y="257"/>
                    <a:pt x="1791" y="228"/>
                    <a:pt x="1756" y="228"/>
                  </a:cubicBezTo>
                  <a:cubicBezTo>
                    <a:pt x="1678" y="228"/>
                    <a:pt x="1677" y="227"/>
                    <a:pt x="1665" y="231"/>
                  </a:cubicBezTo>
                  <a:cubicBezTo>
                    <a:pt x="1661" y="229"/>
                    <a:pt x="1700" y="240"/>
                    <a:pt x="1124" y="76"/>
                  </a:cubicBezTo>
                  <a:cubicBezTo>
                    <a:pt x="1124" y="64"/>
                    <a:pt x="1124" y="64"/>
                    <a:pt x="1124" y="64"/>
                  </a:cubicBezTo>
                  <a:cubicBezTo>
                    <a:pt x="1124" y="29"/>
                    <a:pt x="1095" y="0"/>
                    <a:pt x="1060" y="0"/>
                  </a:cubicBezTo>
                  <a:cubicBezTo>
                    <a:pt x="988" y="0"/>
                    <a:pt x="988" y="0"/>
                    <a:pt x="988" y="0"/>
                  </a:cubicBezTo>
                  <a:cubicBezTo>
                    <a:pt x="953" y="0"/>
                    <a:pt x="924" y="29"/>
                    <a:pt x="924" y="64"/>
                  </a:cubicBezTo>
                  <a:cubicBezTo>
                    <a:pt x="924" y="76"/>
                    <a:pt x="924" y="76"/>
                    <a:pt x="924" y="76"/>
                  </a:cubicBezTo>
                  <a:cubicBezTo>
                    <a:pt x="348" y="240"/>
                    <a:pt x="387" y="229"/>
                    <a:pt x="383" y="231"/>
                  </a:cubicBezTo>
                  <a:cubicBezTo>
                    <a:pt x="371" y="227"/>
                    <a:pt x="370" y="228"/>
                    <a:pt x="292" y="228"/>
                  </a:cubicBezTo>
                  <a:cubicBezTo>
                    <a:pt x="257" y="228"/>
                    <a:pt x="228" y="257"/>
                    <a:pt x="228" y="292"/>
                  </a:cubicBezTo>
                  <a:cubicBezTo>
                    <a:pt x="228" y="370"/>
                    <a:pt x="227" y="371"/>
                    <a:pt x="231" y="383"/>
                  </a:cubicBezTo>
                  <a:cubicBezTo>
                    <a:pt x="229" y="387"/>
                    <a:pt x="240" y="349"/>
                    <a:pt x="76" y="924"/>
                  </a:cubicBezTo>
                  <a:cubicBezTo>
                    <a:pt x="64" y="924"/>
                    <a:pt x="64" y="924"/>
                    <a:pt x="64" y="924"/>
                  </a:cubicBezTo>
                  <a:cubicBezTo>
                    <a:pt x="29" y="924"/>
                    <a:pt x="0" y="953"/>
                    <a:pt x="0" y="988"/>
                  </a:cubicBezTo>
                  <a:cubicBezTo>
                    <a:pt x="0" y="1060"/>
                    <a:pt x="0" y="1060"/>
                    <a:pt x="0" y="1060"/>
                  </a:cubicBezTo>
                  <a:cubicBezTo>
                    <a:pt x="0" y="1095"/>
                    <a:pt x="29" y="1124"/>
                    <a:pt x="64" y="1124"/>
                  </a:cubicBezTo>
                  <a:cubicBezTo>
                    <a:pt x="76" y="1124"/>
                    <a:pt x="76" y="1124"/>
                    <a:pt x="76" y="1124"/>
                  </a:cubicBezTo>
                  <a:cubicBezTo>
                    <a:pt x="241" y="1701"/>
                    <a:pt x="229" y="1661"/>
                    <a:pt x="231" y="1665"/>
                  </a:cubicBezTo>
                  <a:cubicBezTo>
                    <a:pt x="227" y="1677"/>
                    <a:pt x="228" y="1678"/>
                    <a:pt x="228" y="1756"/>
                  </a:cubicBezTo>
                  <a:cubicBezTo>
                    <a:pt x="228" y="1791"/>
                    <a:pt x="257" y="1820"/>
                    <a:pt x="292" y="1820"/>
                  </a:cubicBezTo>
                  <a:cubicBezTo>
                    <a:pt x="370" y="1820"/>
                    <a:pt x="371" y="1821"/>
                    <a:pt x="383" y="1817"/>
                  </a:cubicBezTo>
                  <a:cubicBezTo>
                    <a:pt x="387" y="1819"/>
                    <a:pt x="348" y="1808"/>
                    <a:pt x="924" y="1972"/>
                  </a:cubicBezTo>
                  <a:cubicBezTo>
                    <a:pt x="924" y="1984"/>
                    <a:pt x="924" y="1984"/>
                    <a:pt x="924" y="1984"/>
                  </a:cubicBezTo>
                  <a:cubicBezTo>
                    <a:pt x="924" y="2019"/>
                    <a:pt x="953" y="2048"/>
                    <a:pt x="988" y="2048"/>
                  </a:cubicBezTo>
                  <a:cubicBezTo>
                    <a:pt x="1060" y="2048"/>
                    <a:pt x="1060" y="2048"/>
                    <a:pt x="1060" y="2048"/>
                  </a:cubicBezTo>
                  <a:cubicBezTo>
                    <a:pt x="1095" y="2048"/>
                    <a:pt x="1124" y="2019"/>
                    <a:pt x="1124" y="1984"/>
                  </a:cubicBezTo>
                  <a:cubicBezTo>
                    <a:pt x="1124" y="1972"/>
                    <a:pt x="1124" y="1972"/>
                    <a:pt x="1124" y="1972"/>
                  </a:cubicBezTo>
                  <a:cubicBezTo>
                    <a:pt x="1700" y="1808"/>
                    <a:pt x="1661" y="1819"/>
                    <a:pt x="1665" y="1817"/>
                  </a:cubicBezTo>
                  <a:cubicBezTo>
                    <a:pt x="1677" y="1821"/>
                    <a:pt x="1678" y="1820"/>
                    <a:pt x="1756" y="1820"/>
                  </a:cubicBezTo>
                  <a:cubicBezTo>
                    <a:pt x="1791" y="1820"/>
                    <a:pt x="1820" y="1791"/>
                    <a:pt x="1820" y="1756"/>
                  </a:cubicBezTo>
                  <a:cubicBezTo>
                    <a:pt x="1820" y="1678"/>
                    <a:pt x="1821" y="1677"/>
                    <a:pt x="1817" y="1665"/>
                  </a:cubicBezTo>
                  <a:cubicBezTo>
                    <a:pt x="1819" y="1661"/>
                    <a:pt x="1807" y="1700"/>
                    <a:pt x="1973" y="1124"/>
                  </a:cubicBezTo>
                  <a:cubicBezTo>
                    <a:pt x="1984" y="1124"/>
                    <a:pt x="1984" y="1124"/>
                    <a:pt x="1984" y="1124"/>
                  </a:cubicBezTo>
                  <a:cubicBezTo>
                    <a:pt x="2019" y="1124"/>
                    <a:pt x="2048" y="1095"/>
                    <a:pt x="2048" y="1060"/>
                  </a:cubicBezTo>
                  <a:cubicBezTo>
                    <a:pt x="2048" y="988"/>
                    <a:pt x="2048" y="988"/>
                    <a:pt x="2048" y="988"/>
                  </a:cubicBezTo>
                  <a:cubicBezTo>
                    <a:pt x="2048" y="953"/>
                    <a:pt x="2019" y="924"/>
                    <a:pt x="1984" y="924"/>
                  </a:cubicBezTo>
                  <a:close/>
                  <a:moveTo>
                    <a:pt x="1684" y="292"/>
                  </a:moveTo>
                  <a:cubicBezTo>
                    <a:pt x="1756" y="292"/>
                    <a:pt x="1756" y="292"/>
                    <a:pt x="1756" y="292"/>
                  </a:cubicBezTo>
                  <a:cubicBezTo>
                    <a:pt x="1756" y="364"/>
                    <a:pt x="1756" y="364"/>
                    <a:pt x="1756" y="364"/>
                  </a:cubicBezTo>
                  <a:cubicBezTo>
                    <a:pt x="1684" y="364"/>
                    <a:pt x="1684" y="364"/>
                    <a:pt x="1684" y="364"/>
                  </a:cubicBezTo>
                  <a:lnTo>
                    <a:pt x="1684" y="292"/>
                  </a:lnTo>
                  <a:close/>
                  <a:moveTo>
                    <a:pt x="1850" y="1077"/>
                  </a:moveTo>
                  <a:cubicBezTo>
                    <a:pt x="1752" y="1175"/>
                    <a:pt x="1752" y="1175"/>
                    <a:pt x="1752" y="1175"/>
                  </a:cubicBezTo>
                  <a:cubicBezTo>
                    <a:pt x="1752" y="1056"/>
                    <a:pt x="1752" y="1056"/>
                    <a:pt x="1752" y="1056"/>
                  </a:cubicBezTo>
                  <a:cubicBezTo>
                    <a:pt x="1848" y="1056"/>
                    <a:pt x="1848" y="1056"/>
                    <a:pt x="1848" y="1056"/>
                  </a:cubicBezTo>
                  <a:cubicBezTo>
                    <a:pt x="1848" y="1062"/>
                    <a:pt x="1848" y="1068"/>
                    <a:pt x="1850" y="1077"/>
                  </a:cubicBezTo>
                  <a:close/>
                  <a:moveTo>
                    <a:pt x="1848" y="992"/>
                  </a:moveTo>
                  <a:cubicBezTo>
                    <a:pt x="1752" y="992"/>
                    <a:pt x="1752" y="992"/>
                    <a:pt x="1752" y="992"/>
                  </a:cubicBezTo>
                  <a:cubicBezTo>
                    <a:pt x="1752" y="873"/>
                    <a:pt x="1752" y="873"/>
                    <a:pt x="1752" y="873"/>
                  </a:cubicBezTo>
                  <a:cubicBezTo>
                    <a:pt x="1850" y="971"/>
                    <a:pt x="1850" y="971"/>
                    <a:pt x="1850" y="971"/>
                  </a:cubicBezTo>
                  <a:cubicBezTo>
                    <a:pt x="1848" y="980"/>
                    <a:pt x="1848" y="986"/>
                    <a:pt x="1848" y="992"/>
                  </a:cubicBezTo>
                  <a:close/>
                  <a:moveTo>
                    <a:pt x="1667" y="426"/>
                  </a:moveTo>
                  <a:cubicBezTo>
                    <a:pt x="1676" y="428"/>
                    <a:pt x="1682" y="428"/>
                    <a:pt x="1688" y="428"/>
                  </a:cubicBezTo>
                  <a:cubicBezTo>
                    <a:pt x="1688" y="719"/>
                    <a:pt x="1688" y="719"/>
                    <a:pt x="1688" y="719"/>
                  </a:cubicBezTo>
                  <a:cubicBezTo>
                    <a:pt x="1531" y="562"/>
                    <a:pt x="1531" y="562"/>
                    <a:pt x="1531" y="562"/>
                  </a:cubicBezTo>
                  <a:lnTo>
                    <a:pt x="1667" y="426"/>
                  </a:lnTo>
                  <a:close/>
                  <a:moveTo>
                    <a:pt x="1623" y="1056"/>
                  </a:moveTo>
                  <a:cubicBezTo>
                    <a:pt x="1688" y="1056"/>
                    <a:pt x="1688" y="1056"/>
                    <a:pt x="1688" y="1056"/>
                  </a:cubicBezTo>
                  <a:cubicBezTo>
                    <a:pt x="1688" y="1239"/>
                    <a:pt x="1688" y="1239"/>
                    <a:pt x="1688" y="1239"/>
                  </a:cubicBezTo>
                  <a:cubicBezTo>
                    <a:pt x="1486" y="1441"/>
                    <a:pt x="1486" y="1441"/>
                    <a:pt x="1486" y="1441"/>
                  </a:cubicBezTo>
                  <a:cubicBezTo>
                    <a:pt x="1263" y="1217"/>
                    <a:pt x="1263" y="1217"/>
                    <a:pt x="1263" y="1217"/>
                  </a:cubicBezTo>
                  <a:cubicBezTo>
                    <a:pt x="1295" y="1199"/>
                    <a:pt x="1295" y="1199"/>
                    <a:pt x="1295" y="1199"/>
                  </a:cubicBezTo>
                  <a:cubicBezTo>
                    <a:pt x="1305" y="1193"/>
                    <a:pt x="1311" y="1182"/>
                    <a:pt x="1311" y="1171"/>
                  </a:cubicBezTo>
                  <a:cubicBezTo>
                    <a:pt x="1311" y="1056"/>
                    <a:pt x="1311" y="1056"/>
                    <a:pt x="1311" y="1056"/>
                  </a:cubicBezTo>
                  <a:cubicBezTo>
                    <a:pt x="1375" y="1056"/>
                    <a:pt x="1375" y="1056"/>
                    <a:pt x="1375" y="1056"/>
                  </a:cubicBezTo>
                  <a:cubicBezTo>
                    <a:pt x="1392" y="1056"/>
                    <a:pt x="1407" y="1042"/>
                    <a:pt x="1407" y="1024"/>
                  </a:cubicBezTo>
                  <a:cubicBezTo>
                    <a:pt x="1407" y="1006"/>
                    <a:pt x="1392" y="992"/>
                    <a:pt x="1375" y="992"/>
                  </a:cubicBezTo>
                  <a:cubicBezTo>
                    <a:pt x="1311" y="992"/>
                    <a:pt x="1311" y="992"/>
                    <a:pt x="1311" y="992"/>
                  </a:cubicBezTo>
                  <a:cubicBezTo>
                    <a:pt x="1311" y="877"/>
                    <a:pt x="1311" y="877"/>
                    <a:pt x="1311" y="877"/>
                  </a:cubicBezTo>
                  <a:cubicBezTo>
                    <a:pt x="1311" y="866"/>
                    <a:pt x="1305" y="855"/>
                    <a:pt x="1295" y="849"/>
                  </a:cubicBezTo>
                  <a:cubicBezTo>
                    <a:pt x="1263" y="831"/>
                    <a:pt x="1263" y="831"/>
                    <a:pt x="1263" y="831"/>
                  </a:cubicBezTo>
                  <a:cubicBezTo>
                    <a:pt x="1486" y="607"/>
                    <a:pt x="1486" y="607"/>
                    <a:pt x="1486" y="607"/>
                  </a:cubicBezTo>
                  <a:cubicBezTo>
                    <a:pt x="1688" y="809"/>
                    <a:pt x="1688" y="809"/>
                    <a:pt x="1688" y="809"/>
                  </a:cubicBezTo>
                  <a:cubicBezTo>
                    <a:pt x="1688" y="992"/>
                    <a:pt x="1688" y="992"/>
                    <a:pt x="1688" y="992"/>
                  </a:cubicBezTo>
                  <a:cubicBezTo>
                    <a:pt x="1623" y="992"/>
                    <a:pt x="1623" y="992"/>
                    <a:pt x="1623" y="992"/>
                  </a:cubicBezTo>
                  <a:cubicBezTo>
                    <a:pt x="1605" y="992"/>
                    <a:pt x="1591" y="1006"/>
                    <a:pt x="1591" y="1024"/>
                  </a:cubicBezTo>
                  <a:cubicBezTo>
                    <a:pt x="1591" y="1042"/>
                    <a:pt x="1605" y="1056"/>
                    <a:pt x="1623" y="1056"/>
                  </a:cubicBezTo>
                  <a:close/>
                  <a:moveTo>
                    <a:pt x="898" y="990"/>
                  </a:moveTo>
                  <a:cubicBezTo>
                    <a:pt x="992" y="1044"/>
                    <a:pt x="992" y="1044"/>
                    <a:pt x="992" y="1044"/>
                  </a:cubicBezTo>
                  <a:cubicBezTo>
                    <a:pt x="992" y="1263"/>
                    <a:pt x="992" y="1263"/>
                    <a:pt x="992" y="1263"/>
                  </a:cubicBezTo>
                  <a:cubicBezTo>
                    <a:pt x="801" y="1153"/>
                    <a:pt x="801" y="1153"/>
                    <a:pt x="801" y="1153"/>
                  </a:cubicBezTo>
                  <a:cubicBezTo>
                    <a:pt x="801" y="895"/>
                    <a:pt x="801" y="895"/>
                    <a:pt x="801" y="895"/>
                  </a:cubicBezTo>
                  <a:cubicBezTo>
                    <a:pt x="1024" y="767"/>
                    <a:pt x="1024" y="767"/>
                    <a:pt x="1024" y="767"/>
                  </a:cubicBezTo>
                  <a:cubicBezTo>
                    <a:pt x="1216" y="878"/>
                    <a:pt x="1216" y="878"/>
                    <a:pt x="1216" y="878"/>
                  </a:cubicBezTo>
                  <a:cubicBezTo>
                    <a:pt x="1024" y="989"/>
                    <a:pt x="1024" y="989"/>
                    <a:pt x="1024" y="989"/>
                  </a:cubicBezTo>
                  <a:cubicBezTo>
                    <a:pt x="930" y="935"/>
                    <a:pt x="930" y="935"/>
                    <a:pt x="930" y="935"/>
                  </a:cubicBezTo>
                  <a:cubicBezTo>
                    <a:pt x="914" y="926"/>
                    <a:pt x="895" y="931"/>
                    <a:pt x="886" y="946"/>
                  </a:cubicBezTo>
                  <a:cubicBezTo>
                    <a:pt x="877" y="962"/>
                    <a:pt x="882" y="981"/>
                    <a:pt x="898" y="990"/>
                  </a:cubicBezTo>
                  <a:close/>
                  <a:moveTo>
                    <a:pt x="785" y="831"/>
                  </a:moveTo>
                  <a:cubicBezTo>
                    <a:pt x="753" y="849"/>
                    <a:pt x="753" y="849"/>
                    <a:pt x="753" y="849"/>
                  </a:cubicBezTo>
                  <a:cubicBezTo>
                    <a:pt x="743" y="855"/>
                    <a:pt x="737" y="866"/>
                    <a:pt x="737" y="877"/>
                  </a:cubicBezTo>
                  <a:cubicBezTo>
                    <a:pt x="737" y="992"/>
                    <a:pt x="737" y="992"/>
                    <a:pt x="737" y="992"/>
                  </a:cubicBezTo>
                  <a:cubicBezTo>
                    <a:pt x="360" y="992"/>
                    <a:pt x="360" y="992"/>
                    <a:pt x="360" y="992"/>
                  </a:cubicBezTo>
                  <a:cubicBezTo>
                    <a:pt x="360" y="809"/>
                    <a:pt x="360" y="809"/>
                    <a:pt x="360" y="809"/>
                  </a:cubicBezTo>
                  <a:cubicBezTo>
                    <a:pt x="562" y="607"/>
                    <a:pt x="562" y="607"/>
                    <a:pt x="562" y="607"/>
                  </a:cubicBezTo>
                  <a:lnTo>
                    <a:pt x="785" y="831"/>
                  </a:lnTo>
                  <a:close/>
                  <a:moveTo>
                    <a:pt x="607" y="562"/>
                  </a:moveTo>
                  <a:cubicBezTo>
                    <a:pt x="809" y="360"/>
                    <a:pt x="809" y="360"/>
                    <a:pt x="809" y="360"/>
                  </a:cubicBezTo>
                  <a:cubicBezTo>
                    <a:pt x="992" y="360"/>
                    <a:pt x="992" y="360"/>
                    <a:pt x="992" y="360"/>
                  </a:cubicBezTo>
                  <a:cubicBezTo>
                    <a:pt x="992" y="712"/>
                    <a:pt x="992" y="712"/>
                    <a:pt x="992" y="712"/>
                  </a:cubicBezTo>
                  <a:cubicBezTo>
                    <a:pt x="843" y="798"/>
                    <a:pt x="843" y="798"/>
                    <a:pt x="843" y="798"/>
                  </a:cubicBezTo>
                  <a:lnTo>
                    <a:pt x="607" y="562"/>
                  </a:lnTo>
                  <a:close/>
                  <a:moveTo>
                    <a:pt x="737" y="1056"/>
                  </a:moveTo>
                  <a:cubicBezTo>
                    <a:pt x="737" y="1171"/>
                    <a:pt x="737" y="1171"/>
                    <a:pt x="737" y="1171"/>
                  </a:cubicBezTo>
                  <a:cubicBezTo>
                    <a:pt x="737" y="1182"/>
                    <a:pt x="743" y="1193"/>
                    <a:pt x="753" y="1199"/>
                  </a:cubicBezTo>
                  <a:cubicBezTo>
                    <a:pt x="785" y="1217"/>
                    <a:pt x="785" y="1217"/>
                    <a:pt x="785" y="1217"/>
                  </a:cubicBezTo>
                  <a:cubicBezTo>
                    <a:pt x="562" y="1441"/>
                    <a:pt x="562" y="1441"/>
                    <a:pt x="562" y="1441"/>
                  </a:cubicBezTo>
                  <a:cubicBezTo>
                    <a:pt x="360" y="1239"/>
                    <a:pt x="360" y="1239"/>
                    <a:pt x="360" y="1239"/>
                  </a:cubicBezTo>
                  <a:cubicBezTo>
                    <a:pt x="360" y="1056"/>
                    <a:pt x="360" y="1056"/>
                    <a:pt x="360" y="1056"/>
                  </a:cubicBezTo>
                  <a:lnTo>
                    <a:pt x="737" y="1056"/>
                  </a:lnTo>
                  <a:close/>
                  <a:moveTo>
                    <a:pt x="843" y="1250"/>
                  </a:moveTo>
                  <a:cubicBezTo>
                    <a:pt x="992" y="1336"/>
                    <a:pt x="992" y="1336"/>
                    <a:pt x="992" y="1336"/>
                  </a:cubicBezTo>
                  <a:cubicBezTo>
                    <a:pt x="992" y="1688"/>
                    <a:pt x="992" y="1688"/>
                    <a:pt x="992" y="1688"/>
                  </a:cubicBezTo>
                  <a:cubicBezTo>
                    <a:pt x="809" y="1688"/>
                    <a:pt x="809" y="1688"/>
                    <a:pt x="809" y="1688"/>
                  </a:cubicBezTo>
                  <a:cubicBezTo>
                    <a:pt x="607" y="1486"/>
                    <a:pt x="607" y="1486"/>
                    <a:pt x="607" y="1486"/>
                  </a:cubicBezTo>
                  <a:lnTo>
                    <a:pt x="843" y="1250"/>
                  </a:lnTo>
                  <a:close/>
                  <a:moveTo>
                    <a:pt x="1056" y="712"/>
                  </a:moveTo>
                  <a:cubicBezTo>
                    <a:pt x="1056" y="360"/>
                    <a:pt x="1056" y="360"/>
                    <a:pt x="1056" y="360"/>
                  </a:cubicBezTo>
                  <a:cubicBezTo>
                    <a:pt x="1239" y="360"/>
                    <a:pt x="1239" y="360"/>
                    <a:pt x="1239" y="360"/>
                  </a:cubicBezTo>
                  <a:cubicBezTo>
                    <a:pt x="1441" y="562"/>
                    <a:pt x="1441" y="562"/>
                    <a:pt x="1441" y="562"/>
                  </a:cubicBezTo>
                  <a:cubicBezTo>
                    <a:pt x="1205" y="798"/>
                    <a:pt x="1205" y="798"/>
                    <a:pt x="1205" y="798"/>
                  </a:cubicBezTo>
                  <a:lnTo>
                    <a:pt x="1056" y="712"/>
                  </a:lnTo>
                  <a:close/>
                  <a:moveTo>
                    <a:pt x="1247" y="934"/>
                  </a:moveTo>
                  <a:cubicBezTo>
                    <a:pt x="1247" y="1153"/>
                    <a:pt x="1247" y="1153"/>
                    <a:pt x="1247" y="1153"/>
                  </a:cubicBezTo>
                  <a:cubicBezTo>
                    <a:pt x="1056" y="1263"/>
                    <a:pt x="1056" y="1263"/>
                    <a:pt x="1056" y="1263"/>
                  </a:cubicBezTo>
                  <a:cubicBezTo>
                    <a:pt x="1056" y="1044"/>
                    <a:pt x="1056" y="1044"/>
                    <a:pt x="1056" y="1044"/>
                  </a:cubicBezTo>
                  <a:lnTo>
                    <a:pt x="1247" y="934"/>
                  </a:lnTo>
                  <a:close/>
                  <a:moveTo>
                    <a:pt x="1056" y="1336"/>
                  </a:moveTo>
                  <a:cubicBezTo>
                    <a:pt x="1205" y="1250"/>
                    <a:pt x="1205" y="1250"/>
                    <a:pt x="1205" y="1250"/>
                  </a:cubicBezTo>
                  <a:cubicBezTo>
                    <a:pt x="1441" y="1486"/>
                    <a:pt x="1441" y="1486"/>
                    <a:pt x="1441" y="1486"/>
                  </a:cubicBezTo>
                  <a:cubicBezTo>
                    <a:pt x="1239" y="1688"/>
                    <a:pt x="1239" y="1688"/>
                    <a:pt x="1239" y="1688"/>
                  </a:cubicBezTo>
                  <a:cubicBezTo>
                    <a:pt x="1056" y="1688"/>
                    <a:pt x="1056" y="1688"/>
                    <a:pt x="1056" y="1688"/>
                  </a:cubicBezTo>
                  <a:lnTo>
                    <a:pt x="1056" y="1336"/>
                  </a:lnTo>
                  <a:close/>
                  <a:moveTo>
                    <a:pt x="1486" y="517"/>
                  </a:moveTo>
                  <a:cubicBezTo>
                    <a:pt x="1329" y="360"/>
                    <a:pt x="1329" y="360"/>
                    <a:pt x="1329" y="360"/>
                  </a:cubicBezTo>
                  <a:cubicBezTo>
                    <a:pt x="1620" y="360"/>
                    <a:pt x="1620" y="360"/>
                    <a:pt x="1620" y="360"/>
                  </a:cubicBezTo>
                  <a:cubicBezTo>
                    <a:pt x="1620" y="366"/>
                    <a:pt x="1620" y="372"/>
                    <a:pt x="1622" y="381"/>
                  </a:cubicBezTo>
                  <a:lnTo>
                    <a:pt x="1486" y="517"/>
                  </a:lnTo>
                  <a:close/>
                  <a:moveTo>
                    <a:pt x="1124" y="142"/>
                  </a:moveTo>
                  <a:cubicBezTo>
                    <a:pt x="1621" y="284"/>
                    <a:pt x="1621" y="284"/>
                    <a:pt x="1621" y="284"/>
                  </a:cubicBezTo>
                  <a:cubicBezTo>
                    <a:pt x="1620" y="287"/>
                    <a:pt x="1620" y="289"/>
                    <a:pt x="1620" y="292"/>
                  </a:cubicBezTo>
                  <a:cubicBezTo>
                    <a:pt x="1620" y="298"/>
                    <a:pt x="1659" y="296"/>
                    <a:pt x="1265" y="296"/>
                  </a:cubicBezTo>
                  <a:cubicBezTo>
                    <a:pt x="1122" y="153"/>
                    <a:pt x="1122" y="153"/>
                    <a:pt x="1122" y="153"/>
                  </a:cubicBezTo>
                  <a:cubicBezTo>
                    <a:pt x="1123" y="149"/>
                    <a:pt x="1123" y="146"/>
                    <a:pt x="1124" y="142"/>
                  </a:cubicBezTo>
                  <a:close/>
                  <a:moveTo>
                    <a:pt x="1077" y="198"/>
                  </a:moveTo>
                  <a:cubicBezTo>
                    <a:pt x="1175" y="296"/>
                    <a:pt x="1175" y="296"/>
                    <a:pt x="1175" y="296"/>
                  </a:cubicBezTo>
                  <a:cubicBezTo>
                    <a:pt x="1056" y="296"/>
                    <a:pt x="1056" y="296"/>
                    <a:pt x="1056" y="296"/>
                  </a:cubicBezTo>
                  <a:cubicBezTo>
                    <a:pt x="1056" y="200"/>
                    <a:pt x="1056" y="200"/>
                    <a:pt x="1056" y="200"/>
                  </a:cubicBezTo>
                  <a:cubicBezTo>
                    <a:pt x="1062" y="200"/>
                    <a:pt x="1068" y="200"/>
                    <a:pt x="1077" y="198"/>
                  </a:cubicBezTo>
                  <a:close/>
                  <a:moveTo>
                    <a:pt x="988" y="64"/>
                  </a:moveTo>
                  <a:cubicBezTo>
                    <a:pt x="1060" y="64"/>
                    <a:pt x="1060" y="64"/>
                    <a:pt x="1060" y="64"/>
                  </a:cubicBezTo>
                  <a:cubicBezTo>
                    <a:pt x="1060" y="136"/>
                    <a:pt x="1060" y="136"/>
                    <a:pt x="1060" y="136"/>
                  </a:cubicBezTo>
                  <a:cubicBezTo>
                    <a:pt x="988" y="136"/>
                    <a:pt x="988" y="136"/>
                    <a:pt x="988" y="136"/>
                  </a:cubicBezTo>
                  <a:cubicBezTo>
                    <a:pt x="988" y="63"/>
                    <a:pt x="988" y="64"/>
                    <a:pt x="988" y="64"/>
                  </a:cubicBezTo>
                  <a:close/>
                  <a:moveTo>
                    <a:pt x="971" y="198"/>
                  </a:moveTo>
                  <a:cubicBezTo>
                    <a:pt x="980" y="200"/>
                    <a:pt x="986" y="200"/>
                    <a:pt x="992" y="200"/>
                  </a:cubicBezTo>
                  <a:cubicBezTo>
                    <a:pt x="992" y="296"/>
                    <a:pt x="992" y="296"/>
                    <a:pt x="992" y="296"/>
                  </a:cubicBezTo>
                  <a:cubicBezTo>
                    <a:pt x="873" y="296"/>
                    <a:pt x="873" y="296"/>
                    <a:pt x="873" y="296"/>
                  </a:cubicBezTo>
                  <a:lnTo>
                    <a:pt x="971" y="198"/>
                  </a:lnTo>
                  <a:close/>
                  <a:moveTo>
                    <a:pt x="924" y="142"/>
                  </a:moveTo>
                  <a:cubicBezTo>
                    <a:pt x="925" y="146"/>
                    <a:pt x="925" y="149"/>
                    <a:pt x="926" y="153"/>
                  </a:cubicBezTo>
                  <a:cubicBezTo>
                    <a:pt x="783" y="296"/>
                    <a:pt x="783" y="296"/>
                    <a:pt x="783" y="296"/>
                  </a:cubicBezTo>
                  <a:cubicBezTo>
                    <a:pt x="388" y="296"/>
                    <a:pt x="428" y="298"/>
                    <a:pt x="428" y="292"/>
                  </a:cubicBezTo>
                  <a:cubicBezTo>
                    <a:pt x="428" y="289"/>
                    <a:pt x="428" y="287"/>
                    <a:pt x="427" y="284"/>
                  </a:cubicBezTo>
                  <a:lnTo>
                    <a:pt x="924" y="142"/>
                  </a:lnTo>
                  <a:close/>
                  <a:moveTo>
                    <a:pt x="428" y="360"/>
                  </a:moveTo>
                  <a:cubicBezTo>
                    <a:pt x="719" y="360"/>
                    <a:pt x="719" y="360"/>
                    <a:pt x="719" y="360"/>
                  </a:cubicBezTo>
                  <a:cubicBezTo>
                    <a:pt x="562" y="517"/>
                    <a:pt x="562" y="517"/>
                    <a:pt x="562" y="517"/>
                  </a:cubicBezTo>
                  <a:cubicBezTo>
                    <a:pt x="426" y="381"/>
                    <a:pt x="426" y="381"/>
                    <a:pt x="426" y="381"/>
                  </a:cubicBezTo>
                  <a:cubicBezTo>
                    <a:pt x="428" y="372"/>
                    <a:pt x="428" y="366"/>
                    <a:pt x="428" y="360"/>
                  </a:cubicBezTo>
                  <a:close/>
                  <a:moveTo>
                    <a:pt x="381" y="426"/>
                  </a:moveTo>
                  <a:cubicBezTo>
                    <a:pt x="517" y="562"/>
                    <a:pt x="517" y="562"/>
                    <a:pt x="517" y="562"/>
                  </a:cubicBezTo>
                  <a:cubicBezTo>
                    <a:pt x="360" y="719"/>
                    <a:pt x="360" y="719"/>
                    <a:pt x="360" y="719"/>
                  </a:cubicBezTo>
                  <a:cubicBezTo>
                    <a:pt x="360" y="428"/>
                    <a:pt x="360" y="428"/>
                    <a:pt x="360" y="428"/>
                  </a:cubicBezTo>
                  <a:cubicBezTo>
                    <a:pt x="366" y="428"/>
                    <a:pt x="372" y="428"/>
                    <a:pt x="381" y="426"/>
                  </a:cubicBezTo>
                  <a:close/>
                  <a:moveTo>
                    <a:pt x="292" y="292"/>
                  </a:moveTo>
                  <a:cubicBezTo>
                    <a:pt x="364" y="292"/>
                    <a:pt x="364" y="292"/>
                    <a:pt x="364" y="292"/>
                  </a:cubicBezTo>
                  <a:cubicBezTo>
                    <a:pt x="364" y="364"/>
                    <a:pt x="364" y="364"/>
                    <a:pt x="364" y="364"/>
                  </a:cubicBezTo>
                  <a:cubicBezTo>
                    <a:pt x="292" y="364"/>
                    <a:pt x="292" y="364"/>
                    <a:pt x="292" y="364"/>
                  </a:cubicBezTo>
                  <a:cubicBezTo>
                    <a:pt x="292" y="292"/>
                    <a:pt x="292" y="292"/>
                    <a:pt x="292" y="292"/>
                  </a:cubicBezTo>
                  <a:close/>
                  <a:moveTo>
                    <a:pt x="284" y="427"/>
                  </a:moveTo>
                  <a:cubicBezTo>
                    <a:pt x="289" y="428"/>
                    <a:pt x="291" y="428"/>
                    <a:pt x="296" y="428"/>
                  </a:cubicBezTo>
                  <a:cubicBezTo>
                    <a:pt x="296" y="783"/>
                    <a:pt x="296" y="783"/>
                    <a:pt x="296" y="783"/>
                  </a:cubicBezTo>
                  <a:cubicBezTo>
                    <a:pt x="153" y="926"/>
                    <a:pt x="153" y="926"/>
                    <a:pt x="153" y="926"/>
                  </a:cubicBezTo>
                  <a:cubicBezTo>
                    <a:pt x="149" y="925"/>
                    <a:pt x="146" y="925"/>
                    <a:pt x="142" y="924"/>
                  </a:cubicBezTo>
                  <a:lnTo>
                    <a:pt x="284" y="427"/>
                  </a:lnTo>
                  <a:close/>
                  <a:moveTo>
                    <a:pt x="200" y="992"/>
                  </a:moveTo>
                  <a:cubicBezTo>
                    <a:pt x="200" y="986"/>
                    <a:pt x="200" y="980"/>
                    <a:pt x="198" y="971"/>
                  </a:cubicBezTo>
                  <a:cubicBezTo>
                    <a:pt x="296" y="873"/>
                    <a:pt x="296" y="873"/>
                    <a:pt x="296" y="873"/>
                  </a:cubicBezTo>
                  <a:cubicBezTo>
                    <a:pt x="296" y="992"/>
                    <a:pt x="296" y="992"/>
                    <a:pt x="296" y="992"/>
                  </a:cubicBezTo>
                  <a:lnTo>
                    <a:pt x="200" y="992"/>
                  </a:lnTo>
                  <a:close/>
                  <a:moveTo>
                    <a:pt x="296" y="1056"/>
                  </a:moveTo>
                  <a:cubicBezTo>
                    <a:pt x="296" y="1175"/>
                    <a:pt x="296" y="1175"/>
                    <a:pt x="296" y="1175"/>
                  </a:cubicBezTo>
                  <a:cubicBezTo>
                    <a:pt x="198" y="1077"/>
                    <a:pt x="198" y="1077"/>
                    <a:pt x="198" y="1077"/>
                  </a:cubicBezTo>
                  <a:cubicBezTo>
                    <a:pt x="200" y="1068"/>
                    <a:pt x="200" y="1062"/>
                    <a:pt x="200" y="1056"/>
                  </a:cubicBezTo>
                  <a:lnTo>
                    <a:pt x="296" y="1056"/>
                  </a:lnTo>
                  <a:close/>
                  <a:moveTo>
                    <a:pt x="136" y="1060"/>
                  </a:moveTo>
                  <a:cubicBezTo>
                    <a:pt x="112" y="1060"/>
                    <a:pt x="91" y="1060"/>
                    <a:pt x="64" y="1060"/>
                  </a:cubicBezTo>
                  <a:cubicBezTo>
                    <a:pt x="64" y="988"/>
                    <a:pt x="64" y="988"/>
                    <a:pt x="64" y="988"/>
                  </a:cubicBezTo>
                  <a:cubicBezTo>
                    <a:pt x="136" y="988"/>
                    <a:pt x="136" y="988"/>
                    <a:pt x="136" y="988"/>
                  </a:cubicBezTo>
                  <a:lnTo>
                    <a:pt x="136" y="1060"/>
                  </a:lnTo>
                  <a:close/>
                  <a:moveTo>
                    <a:pt x="284" y="1621"/>
                  </a:moveTo>
                  <a:cubicBezTo>
                    <a:pt x="142" y="1124"/>
                    <a:pt x="142" y="1124"/>
                    <a:pt x="142" y="1124"/>
                  </a:cubicBezTo>
                  <a:cubicBezTo>
                    <a:pt x="146" y="1123"/>
                    <a:pt x="149" y="1123"/>
                    <a:pt x="153" y="1122"/>
                  </a:cubicBezTo>
                  <a:cubicBezTo>
                    <a:pt x="296" y="1265"/>
                    <a:pt x="296" y="1265"/>
                    <a:pt x="296" y="1265"/>
                  </a:cubicBezTo>
                  <a:cubicBezTo>
                    <a:pt x="296" y="1620"/>
                    <a:pt x="296" y="1620"/>
                    <a:pt x="296" y="1620"/>
                  </a:cubicBezTo>
                  <a:cubicBezTo>
                    <a:pt x="291" y="1620"/>
                    <a:pt x="289" y="1620"/>
                    <a:pt x="284" y="1621"/>
                  </a:cubicBezTo>
                  <a:close/>
                  <a:moveTo>
                    <a:pt x="364" y="1756"/>
                  </a:moveTo>
                  <a:cubicBezTo>
                    <a:pt x="292" y="1756"/>
                    <a:pt x="292" y="1756"/>
                    <a:pt x="292" y="1756"/>
                  </a:cubicBezTo>
                  <a:cubicBezTo>
                    <a:pt x="292" y="1684"/>
                    <a:pt x="292" y="1684"/>
                    <a:pt x="292" y="1684"/>
                  </a:cubicBezTo>
                  <a:cubicBezTo>
                    <a:pt x="364" y="1684"/>
                    <a:pt x="364" y="1684"/>
                    <a:pt x="364" y="1684"/>
                  </a:cubicBezTo>
                  <a:cubicBezTo>
                    <a:pt x="364" y="1754"/>
                    <a:pt x="364" y="1756"/>
                    <a:pt x="364" y="1756"/>
                  </a:cubicBezTo>
                  <a:close/>
                  <a:moveTo>
                    <a:pt x="381" y="1622"/>
                  </a:moveTo>
                  <a:cubicBezTo>
                    <a:pt x="372" y="1620"/>
                    <a:pt x="366" y="1620"/>
                    <a:pt x="360" y="1620"/>
                  </a:cubicBezTo>
                  <a:cubicBezTo>
                    <a:pt x="360" y="1329"/>
                    <a:pt x="360" y="1329"/>
                    <a:pt x="360" y="1329"/>
                  </a:cubicBezTo>
                  <a:cubicBezTo>
                    <a:pt x="517" y="1486"/>
                    <a:pt x="517" y="1486"/>
                    <a:pt x="517" y="1486"/>
                  </a:cubicBezTo>
                  <a:lnTo>
                    <a:pt x="381" y="1622"/>
                  </a:lnTo>
                  <a:close/>
                  <a:moveTo>
                    <a:pt x="562" y="1531"/>
                  </a:moveTo>
                  <a:cubicBezTo>
                    <a:pt x="719" y="1688"/>
                    <a:pt x="719" y="1688"/>
                    <a:pt x="719" y="1688"/>
                  </a:cubicBezTo>
                  <a:cubicBezTo>
                    <a:pt x="428" y="1688"/>
                    <a:pt x="428" y="1688"/>
                    <a:pt x="428" y="1688"/>
                  </a:cubicBezTo>
                  <a:cubicBezTo>
                    <a:pt x="428" y="1682"/>
                    <a:pt x="428" y="1676"/>
                    <a:pt x="426" y="1667"/>
                  </a:cubicBezTo>
                  <a:lnTo>
                    <a:pt x="562" y="1531"/>
                  </a:lnTo>
                  <a:close/>
                  <a:moveTo>
                    <a:pt x="924" y="1906"/>
                  </a:moveTo>
                  <a:cubicBezTo>
                    <a:pt x="427" y="1764"/>
                    <a:pt x="427" y="1764"/>
                    <a:pt x="427" y="1764"/>
                  </a:cubicBezTo>
                  <a:cubicBezTo>
                    <a:pt x="428" y="1761"/>
                    <a:pt x="428" y="1759"/>
                    <a:pt x="428" y="1756"/>
                  </a:cubicBezTo>
                  <a:cubicBezTo>
                    <a:pt x="428" y="1750"/>
                    <a:pt x="389" y="1752"/>
                    <a:pt x="783" y="1752"/>
                  </a:cubicBezTo>
                  <a:cubicBezTo>
                    <a:pt x="926" y="1895"/>
                    <a:pt x="926" y="1895"/>
                    <a:pt x="926" y="1895"/>
                  </a:cubicBezTo>
                  <a:cubicBezTo>
                    <a:pt x="925" y="1899"/>
                    <a:pt x="925" y="1902"/>
                    <a:pt x="924" y="1906"/>
                  </a:cubicBezTo>
                  <a:close/>
                  <a:moveTo>
                    <a:pt x="971" y="1850"/>
                  </a:moveTo>
                  <a:cubicBezTo>
                    <a:pt x="873" y="1752"/>
                    <a:pt x="873" y="1752"/>
                    <a:pt x="873" y="1752"/>
                  </a:cubicBezTo>
                  <a:cubicBezTo>
                    <a:pt x="992" y="1752"/>
                    <a:pt x="992" y="1752"/>
                    <a:pt x="992" y="1752"/>
                  </a:cubicBezTo>
                  <a:cubicBezTo>
                    <a:pt x="992" y="1848"/>
                    <a:pt x="992" y="1848"/>
                    <a:pt x="992" y="1848"/>
                  </a:cubicBezTo>
                  <a:cubicBezTo>
                    <a:pt x="986" y="1848"/>
                    <a:pt x="980" y="1848"/>
                    <a:pt x="971" y="1850"/>
                  </a:cubicBezTo>
                  <a:close/>
                  <a:moveTo>
                    <a:pt x="1060" y="1984"/>
                  </a:moveTo>
                  <a:cubicBezTo>
                    <a:pt x="988" y="1984"/>
                    <a:pt x="988" y="1984"/>
                    <a:pt x="988" y="1984"/>
                  </a:cubicBezTo>
                  <a:cubicBezTo>
                    <a:pt x="988" y="1912"/>
                    <a:pt x="988" y="1912"/>
                    <a:pt x="988" y="1912"/>
                  </a:cubicBezTo>
                  <a:cubicBezTo>
                    <a:pt x="1060" y="1912"/>
                    <a:pt x="1060" y="1912"/>
                    <a:pt x="1060" y="1912"/>
                  </a:cubicBezTo>
                  <a:cubicBezTo>
                    <a:pt x="1060" y="1985"/>
                    <a:pt x="1060" y="1984"/>
                    <a:pt x="1060" y="1984"/>
                  </a:cubicBezTo>
                  <a:close/>
                  <a:moveTo>
                    <a:pt x="1077" y="1850"/>
                  </a:moveTo>
                  <a:cubicBezTo>
                    <a:pt x="1068" y="1848"/>
                    <a:pt x="1062" y="1848"/>
                    <a:pt x="1056" y="1848"/>
                  </a:cubicBezTo>
                  <a:cubicBezTo>
                    <a:pt x="1056" y="1752"/>
                    <a:pt x="1056" y="1752"/>
                    <a:pt x="1056" y="1752"/>
                  </a:cubicBezTo>
                  <a:cubicBezTo>
                    <a:pt x="1175" y="1752"/>
                    <a:pt x="1175" y="1752"/>
                    <a:pt x="1175" y="1752"/>
                  </a:cubicBezTo>
                  <a:lnTo>
                    <a:pt x="1077" y="1850"/>
                  </a:lnTo>
                  <a:close/>
                  <a:moveTo>
                    <a:pt x="1124" y="1906"/>
                  </a:moveTo>
                  <a:cubicBezTo>
                    <a:pt x="1123" y="1902"/>
                    <a:pt x="1123" y="1899"/>
                    <a:pt x="1122" y="1895"/>
                  </a:cubicBezTo>
                  <a:cubicBezTo>
                    <a:pt x="1265" y="1752"/>
                    <a:pt x="1265" y="1752"/>
                    <a:pt x="1265" y="1752"/>
                  </a:cubicBezTo>
                  <a:cubicBezTo>
                    <a:pt x="1660" y="1752"/>
                    <a:pt x="1620" y="1750"/>
                    <a:pt x="1620" y="1756"/>
                  </a:cubicBezTo>
                  <a:cubicBezTo>
                    <a:pt x="1620" y="1759"/>
                    <a:pt x="1620" y="1761"/>
                    <a:pt x="1621" y="1764"/>
                  </a:cubicBezTo>
                  <a:lnTo>
                    <a:pt x="1124" y="1906"/>
                  </a:lnTo>
                  <a:close/>
                  <a:moveTo>
                    <a:pt x="1620" y="1688"/>
                  </a:moveTo>
                  <a:cubicBezTo>
                    <a:pt x="1329" y="1688"/>
                    <a:pt x="1329" y="1688"/>
                    <a:pt x="1329" y="1688"/>
                  </a:cubicBezTo>
                  <a:cubicBezTo>
                    <a:pt x="1486" y="1531"/>
                    <a:pt x="1486" y="1531"/>
                    <a:pt x="1486" y="1531"/>
                  </a:cubicBezTo>
                  <a:cubicBezTo>
                    <a:pt x="1622" y="1667"/>
                    <a:pt x="1622" y="1667"/>
                    <a:pt x="1622" y="1667"/>
                  </a:cubicBezTo>
                  <a:cubicBezTo>
                    <a:pt x="1620" y="1676"/>
                    <a:pt x="1620" y="1682"/>
                    <a:pt x="1620" y="1688"/>
                  </a:cubicBezTo>
                  <a:close/>
                  <a:moveTo>
                    <a:pt x="1667" y="1622"/>
                  </a:moveTo>
                  <a:cubicBezTo>
                    <a:pt x="1531" y="1486"/>
                    <a:pt x="1531" y="1486"/>
                    <a:pt x="1531" y="1486"/>
                  </a:cubicBezTo>
                  <a:cubicBezTo>
                    <a:pt x="1688" y="1329"/>
                    <a:pt x="1688" y="1329"/>
                    <a:pt x="1688" y="1329"/>
                  </a:cubicBezTo>
                  <a:cubicBezTo>
                    <a:pt x="1688" y="1620"/>
                    <a:pt x="1688" y="1620"/>
                    <a:pt x="1688" y="1620"/>
                  </a:cubicBezTo>
                  <a:cubicBezTo>
                    <a:pt x="1682" y="1620"/>
                    <a:pt x="1676" y="1620"/>
                    <a:pt x="1667" y="1622"/>
                  </a:cubicBezTo>
                  <a:close/>
                  <a:moveTo>
                    <a:pt x="1756" y="1756"/>
                  </a:moveTo>
                  <a:cubicBezTo>
                    <a:pt x="1684" y="1756"/>
                    <a:pt x="1684" y="1756"/>
                    <a:pt x="1684" y="1756"/>
                  </a:cubicBezTo>
                  <a:cubicBezTo>
                    <a:pt x="1684" y="1684"/>
                    <a:pt x="1684" y="1684"/>
                    <a:pt x="1684" y="1684"/>
                  </a:cubicBezTo>
                  <a:cubicBezTo>
                    <a:pt x="1756" y="1684"/>
                    <a:pt x="1756" y="1684"/>
                    <a:pt x="1756" y="1684"/>
                  </a:cubicBezTo>
                  <a:lnTo>
                    <a:pt x="1756" y="1756"/>
                  </a:lnTo>
                  <a:close/>
                  <a:moveTo>
                    <a:pt x="1764" y="1621"/>
                  </a:moveTo>
                  <a:cubicBezTo>
                    <a:pt x="1759" y="1620"/>
                    <a:pt x="1757" y="1620"/>
                    <a:pt x="1752" y="1620"/>
                  </a:cubicBezTo>
                  <a:cubicBezTo>
                    <a:pt x="1752" y="1265"/>
                    <a:pt x="1752" y="1265"/>
                    <a:pt x="1752" y="1265"/>
                  </a:cubicBezTo>
                  <a:cubicBezTo>
                    <a:pt x="1895" y="1122"/>
                    <a:pt x="1895" y="1122"/>
                    <a:pt x="1895" y="1122"/>
                  </a:cubicBezTo>
                  <a:cubicBezTo>
                    <a:pt x="1899" y="1123"/>
                    <a:pt x="1903" y="1123"/>
                    <a:pt x="1907" y="1124"/>
                  </a:cubicBezTo>
                  <a:lnTo>
                    <a:pt x="1764" y="1621"/>
                  </a:lnTo>
                  <a:close/>
                  <a:moveTo>
                    <a:pt x="1895" y="926"/>
                  </a:moveTo>
                  <a:cubicBezTo>
                    <a:pt x="1752" y="783"/>
                    <a:pt x="1752" y="783"/>
                    <a:pt x="1752" y="783"/>
                  </a:cubicBezTo>
                  <a:cubicBezTo>
                    <a:pt x="1752" y="428"/>
                    <a:pt x="1752" y="428"/>
                    <a:pt x="1752" y="428"/>
                  </a:cubicBezTo>
                  <a:cubicBezTo>
                    <a:pt x="1757" y="428"/>
                    <a:pt x="1759" y="428"/>
                    <a:pt x="1764" y="427"/>
                  </a:cubicBezTo>
                  <a:cubicBezTo>
                    <a:pt x="1907" y="924"/>
                    <a:pt x="1907" y="924"/>
                    <a:pt x="1907" y="924"/>
                  </a:cubicBezTo>
                  <a:cubicBezTo>
                    <a:pt x="1903" y="925"/>
                    <a:pt x="1899" y="925"/>
                    <a:pt x="1895" y="926"/>
                  </a:cubicBezTo>
                  <a:close/>
                  <a:moveTo>
                    <a:pt x="1984" y="1060"/>
                  </a:moveTo>
                  <a:cubicBezTo>
                    <a:pt x="1912" y="1060"/>
                    <a:pt x="1912" y="1060"/>
                    <a:pt x="1912" y="1060"/>
                  </a:cubicBezTo>
                  <a:cubicBezTo>
                    <a:pt x="1912" y="988"/>
                    <a:pt x="1912" y="988"/>
                    <a:pt x="1912" y="988"/>
                  </a:cubicBezTo>
                  <a:cubicBezTo>
                    <a:pt x="1984" y="988"/>
                    <a:pt x="1984" y="988"/>
                    <a:pt x="1984" y="988"/>
                  </a:cubicBezTo>
                  <a:cubicBezTo>
                    <a:pt x="1984" y="1060"/>
                    <a:pt x="1984" y="1060"/>
                    <a:pt x="1984" y="106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Freeform 21">
              <a:extLst>
                <a:ext uri="{FF2B5EF4-FFF2-40B4-BE49-F238E27FC236}">
                  <a16:creationId xmlns:a16="http://schemas.microsoft.com/office/drawing/2014/main" id="{AEA3D71B-6FAA-43FA-AF7C-FAB839D7F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1250" y="5103813"/>
              <a:ext cx="142875" cy="119063"/>
            </a:xfrm>
            <a:custGeom>
              <a:avLst/>
              <a:gdLst>
                <a:gd name="T0" fmla="*/ 45 w 77"/>
                <a:gd name="T1" fmla="*/ 0 h 64"/>
                <a:gd name="T2" fmla="*/ 45 w 77"/>
                <a:gd name="T3" fmla="*/ 64 h 64"/>
                <a:gd name="T4" fmla="*/ 77 w 77"/>
                <a:gd name="T5" fmla="*/ 32 h 64"/>
                <a:gd name="T6" fmla="*/ 45 w 77"/>
                <a:gd name="T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64">
                  <a:moveTo>
                    <a:pt x="45" y="0"/>
                  </a:moveTo>
                  <a:cubicBezTo>
                    <a:pt x="0" y="0"/>
                    <a:pt x="0" y="64"/>
                    <a:pt x="45" y="64"/>
                  </a:cubicBezTo>
                  <a:cubicBezTo>
                    <a:pt x="62" y="64"/>
                    <a:pt x="77" y="50"/>
                    <a:pt x="77" y="32"/>
                  </a:cubicBezTo>
                  <a:cubicBezTo>
                    <a:pt x="77" y="14"/>
                    <a:pt x="62" y="0"/>
                    <a:pt x="45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73B72845-8322-4922-8EC3-9B0946C6FA64}"/>
              </a:ext>
            </a:extLst>
          </p:cNvPr>
          <p:cNvSpPr/>
          <p:nvPr/>
        </p:nvSpPr>
        <p:spPr>
          <a:xfrm>
            <a:off x="1132119" y="1051168"/>
            <a:ext cx="1034259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5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目 </a:t>
            </a:r>
            <a:endParaRPr lang="en-US" altLang="zh-CN" sz="54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r>
              <a:rPr lang="zh-CN" altLang="en-US" sz="5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录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37F63F99-A3C7-F4EE-7C3D-4D4D41389E13}"/>
              </a:ext>
            </a:extLst>
          </p:cNvPr>
          <p:cNvSpPr/>
          <p:nvPr/>
        </p:nvSpPr>
        <p:spPr>
          <a:xfrm>
            <a:off x="7733965" y="5041996"/>
            <a:ext cx="1681202" cy="1681202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66A845AC-E601-BBEB-6FAA-9CB43227DBFA}"/>
              </a:ext>
            </a:extLst>
          </p:cNvPr>
          <p:cNvSpPr/>
          <p:nvPr/>
        </p:nvSpPr>
        <p:spPr>
          <a:xfrm>
            <a:off x="10369239" y="3944379"/>
            <a:ext cx="691357" cy="691357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8480D32-50E5-8D39-5388-097B302373C9}"/>
              </a:ext>
            </a:extLst>
          </p:cNvPr>
          <p:cNvSpPr/>
          <p:nvPr/>
        </p:nvSpPr>
        <p:spPr>
          <a:xfrm>
            <a:off x="9564134" y="1507846"/>
            <a:ext cx="1164412" cy="1164412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93A660FB-EEBA-AB90-A73D-C0EA36C8C4D9}"/>
              </a:ext>
            </a:extLst>
          </p:cNvPr>
          <p:cNvSpPr>
            <a:spLocks noChangeAspect="1"/>
          </p:cNvSpPr>
          <p:nvPr/>
        </p:nvSpPr>
        <p:spPr>
          <a:xfrm>
            <a:off x="5678907" y="1983149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02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41B2470C-8894-9179-94B5-106A521E769C}"/>
              </a:ext>
            </a:extLst>
          </p:cNvPr>
          <p:cNvSpPr>
            <a:spLocks noChangeAspect="1"/>
          </p:cNvSpPr>
          <p:nvPr/>
        </p:nvSpPr>
        <p:spPr>
          <a:xfrm>
            <a:off x="5487737" y="3058210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03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66517BFE-8853-290E-964B-5BA5B033A0BB}"/>
              </a:ext>
            </a:extLst>
          </p:cNvPr>
          <p:cNvSpPr>
            <a:spLocks noChangeAspect="1"/>
          </p:cNvSpPr>
          <p:nvPr/>
        </p:nvSpPr>
        <p:spPr>
          <a:xfrm>
            <a:off x="4988036" y="4133271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D469AB11-BEDA-E9CE-CB07-1F0EA993E79C}"/>
              </a:ext>
            </a:extLst>
          </p:cNvPr>
          <p:cNvSpPr>
            <a:spLocks noChangeAspect="1"/>
          </p:cNvSpPr>
          <p:nvPr/>
        </p:nvSpPr>
        <p:spPr>
          <a:xfrm>
            <a:off x="3941164" y="5208331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05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D4670546-1D29-3A3A-D8AF-2DD7D5A4B38F}"/>
              </a:ext>
            </a:extLst>
          </p:cNvPr>
          <p:cNvSpPr/>
          <p:nvPr/>
        </p:nvSpPr>
        <p:spPr>
          <a:xfrm>
            <a:off x="1072030" y="5191240"/>
            <a:ext cx="691357" cy="691357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983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3314E5C2-D31E-32D8-4C6C-88C95E78EFD3}"/>
              </a:ext>
            </a:extLst>
          </p:cNvPr>
          <p:cNvSpPr/>
          <p:nvPr/>
        </p:nvSpPr>
        <p:spPr>
          <a:xfrm>
            <a:off x="0" y="-21297"/>
            <a:ext cx="12192000" cy="2653844"/>
          </a:xfrm>
          <a:prstGeom prst="rect">
            <a:avLst/>
          </a:prstGeom>
          <a:gradFill flip="none" rotWithShape="1">
            <a:gsLst>
              <a:gs pos="0">
                <a:srgbClr val="1D78FA"/>
              </a:gs>
              <a:gs pos="100000">
                <a:srgbClr val="1269E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1" name="直接连接符 20"/>
          <p:cNvCxnSpPr/>
          <p:nvPr/>
        </p:nvCxnSpPr>
        <p:spPr>
          <a:xfrm flipV="1">
            <a:off x="11102340" y="889635"/>
            <a:ext cx="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751840" y="1776730"/>
            <a:ext cx="3286760" cy="3314065"/>
            <a:chOff x="1184" y="1934"/>
            <a:chExt cx="5176" cy="5219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rcRect t="26597" b="38514"/>
            <a:stretch>
              <a:fillRect/>
            </a:stretch>
          </p:blipFill>
          <p:spPr>
            <a:xfrm>
              <a:off x="1184" y="1934"/>
              <a:ext cx="5177" cy="3912"/>
            </a:xfrm>
            <a:prstGeom prst="rect">
              <a:avLst/>
            </a:prstGeom>
            <a:ln>
              <a:noFill/>
              <a:prstDash val="dash"/>
            </a:ln>
            <a:effectLst>
              <a:outerShdw blurRad="279400" dir="2700000" algn="tl" rotWithShape="0">
                <a:srgbClr val="526E82">
                  <a:alpha val="15000"/>
                </a:srgbClr>
              </a:outerShdw>
            </a:effectLst>
          </p:spPr>
        </p:pic>
        <p:sp>
          <p:nvSpPr>
            <p:cNvPr id="13" name="文本框 12"/>
            <p:cNvSpPr txBox="1"/>
            <p:nvPr/>
          </p:nvSpPr>
          <p:spPr>
            <a:xfrm>
              <a:off x="1772" y="6355"/>
              <a:ext cx="4000" cy="79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fontAlgn="auto">
                <a:lnSpc>
                  <a:spcPct val="150000"/>
                </a:lnSpc>
              </a:pPr>
              <a:r>
                <a:rPr lang="zh-CN" altLang="zh-CN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账号密码登录</a:t>
              </a: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4427220" y="5224713"/>
            <a:ext cx="2988310" cy="3819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输入手机号、图形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码、</a:t>
            </a: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验证码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125220" y="5313035"/>
            <a:ext cx="2540000" cy="3819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zh-CN" sz="1400" dirty="0">
                <a:solidFill>
                  <a:schemeClr val="bg1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输入账号、密码、动态验证码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8274862" y="5794127"/>
            <a:ext cx="3114954" cy="4233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用户信息受限，用户流失风险</a:t>
            </a:r>
            <a:endParaRPr lang="zh-CN" altLang="zh-CN" sz="1600" b="1" dirty="0">
              <a:solidFill>
                <a:srgbClr val="FF000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427220" y="1776730"/>
            <a:ext cx="3288030" cy="3314065"/>
            <a:chOff x="6770" y="1934"/>
            <a:chExt cx="5178" cy="5219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rcRect t="26114" b="38398"/>
            <a:stretch>
              <a:fillRect/>
            </a:stretch>
          </p:blipFill>
          <p:spPr>
            <a:xfrm>
              <a:off x="6770" y="1934"/>
              <a:ext cx="5178" cy="3980"/>
            </a:xfrm>
            <a:prstGeom prst="rect">
              <a:avLst/>
            </a:prstGeom>
            <a:ln>
              <a:noFill/>
              <a:prstDash val="dash"/>
            </a:ln>
            <a:effectLst>
              <a:outerShdw blurRad="279400" dir="2700000" algn="tl" rotWithShape="0">
                <a:srgbClr val="526E82">
                  <a:alpha val="15000"/>
                </a:srgbClr>
              </a:outerShdw>
            </a:effectLst>
          </p:spPr>
        </p:pic>
        <p:sp>
          <p:nvSpPr>
            <p:cNvPr id="15" name="矩形 14"/>
            <p:cNvSpPr/>
            <p:nvPr/>
          </p:nvSpPr>
          <p:spPr>
            <a:xfrm>
              <a:off x="7619" y="3263"/>
              <a:ext cx="1518" cy="3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19" y="3263"/>
              <a:ext cx="555" cy="405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/>
          </p:nvSpPr>
          <p:spPr>
            <a:xfrm>
              <a:off x="7145" y="6355"/>
              <a:ext cx="4000" cy="79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fontAlgn="auto">
                <a:lnSpc>
                  <a:spcPct val="150000"/>
                </a:lnSpc>
              </a:pPr>
              <a:r>
                <a:rPr lang="zh-CN" altLang="zh-CN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短信验证码登录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8103870" y="1438275"/>
            <a:ext cx="3286760" cy="3652520"/>
            <a:chOff x="12762" y="1401"/>
            <a:chExt cx="5176" cy="5752"/>
          </a:xfrm>
        </p:grpSpPr>
        <p:cxnSp>
          <p:nvCxnSpPr>
            <p:cNvPr id="23" name="直接连接符 22"/>
            <p:cNvCxnSpPr/>
            <p:nvPr/>
          </p:nvCxnSpPr>
          <p:spPr>
            <a:xfrm flipV="1">
              <a:off x="17936" y="1401"/>
              <a:ext cx="0" cy="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6"/>
            <a:srcRect t="30325" b="34067"/>
            <a:stretch>
              <a:fillRect/>
            </a:stretch>
          </p:blipFill>
          <p:spPr>
            <a:xfrm>
              <a:off x="12762" y="1934"/>
              <a:ext cx="5177" cy="3993"/>
            </a:xfrm>
            <a:prstGeom prst="rect">
              <a:avLst/>
            </a:prstGeom>
            <a:noFill/>
          </p:spPr>
        </p:pic>
        <p:sp>
          <p:nvSpPr>
            <p:cNvPr id="26" name="文本框 25"/>
            <p:cNvSpPr txBox="1"/>
            <p:nvPr/>
          </p:nvSpPr>
          <p:spPr>
            <a:xfrm>
              <a:off x="13248" y="6355"/>
              <a:ext cx="4000" cy="79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fontAlgn="auto">
                <a:lnSpc>
                  <a:spcPct val="150000"/>
                </a:lnSpc>
              </a:pPr>
              <a:r>
                <a:rPr lang="zh-CN" altLang="zh-CN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第三方授权登录</a:t>
              </a: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7534ED23-E818-E483-F399-68CC386F1B28}"/>
              </a:ext>
            </a:extLst>
          </p:cNvPr>
          <p:cNvSpPr txBox="1"/>
          <p:nvPr/>
        </p:nvSpPr>
        <p:spPr>
          <a:xfrm>
            <a:off x="1489075" y="5912687"/>
            <a:ext cx="16955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账户密码记不住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2CAC5D6-14DF-949F-C240-B5B4ED15BCC4}"/>
              </a:ext>
            </a:extLst>
          </p:cNvPr>
          <p:cNvSpPr txBox="1"/>
          <p:nvPr/>
        </p:nvSpPr>
        <p:spPr>
          <a:xfrm>
            <a:off x="4537075" y="5891784"/>
            <a:ext cx="29883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操作流程繁琐，输入时间长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3FFCFDE-7F9C-B61C-7875-25164C0A923D}"/>
              </a:ext>
            </a:extLst>
          </p:cNvPr>
          <p:cNvSpPr txBox="1"/>
          <p:nvPr/>
        </p:nvSpPr>
        <p:spPr>
          <a:xfrm>
            <a:off x="7987385" y="5224713"/>
            <a:ext cx="3689909" cy="3819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algn="ctr" fontAlgn="auto">
              <a:lnSpc>
                <a:spcPct val="150000"/>
              </a:lnSpc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登录第三方后再授权，仍需绑定手机号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0D92D7-D3FB-BAC4-506D-D464F69C3E4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传统登录方式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D9A7F14-863E-86E4-FA03-0717F640795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6469" y="230467"/>
            <a:ext cx="1993546" cy="50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DC66A3FF-C90E-0DFE-CC6A-168B38CEE25C}"/>
              </a:ext>
            </a:extLst>
          </p:cNvPr>
          <p:cNvSpPr/>
          <p:nvPr/>
        </p:nvSpPr>
        <p:spPr>
          <a:xfrm>
            <a:off x="0" y="-21297"/>
            <a:ext cx="12192000" cy="2653844"/>
          </a:xfrm>
          <a:prstGeom prst="rect">
            <a:avLst/>
          </a:prstGeom>
          <a:gradFill flip="none" rotWithShape="1">
            <a:gsLst>
              <a:gs pos="0">
                <a:srgbClr val="1D78FA"/>
              </a:gs>
              <a:gs pos="100000">
                <a:srgbClr val="1269E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1" name="直接连接符 20"/>
          <p:cNvCxnSpPr/>
          <p:nvPr/>
        </p:nvCxnSpPr>
        <p:spPr>
          <a:xfrm flipV="1">
            <a:off x="11292205" y="586740"/>
            <a:ext cx="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C8EADF-37D3-B9BC-E826-A0120D9D8F2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b="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全新登录方式：</a:t>
            </a:r>
            <a:r>
              <a:rPr lang="zh-CN" altLang="en-US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一键登录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C7547B36-42E6-74B9-45A2-E7102CDBEFE2}"/>
              </a:ext>
            </a:extLst>
          </p:cNvPr>
          <p:cNvSpPr txBox="1"/>
          <p:nvPr/>
        </p:nvSpPr>
        <p:spPr>
          <a:xfrm>
            <a:off x="350520" y="1004201"/>
            <a:ext cx="902945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dirty="0">
                <a:solidFill>
                  <a:srgbClr val="00FF9A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整合运营商的数据网关认证能力，面向移动互联网应用提供的用户身份认证服务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B534B9F-F530-0822-B5D5-2A16D536476F}"/>
              </a:ext>
            </a:extLst>
          </p:cNvPr>
          <p:cNvSpPr txBox="1"/>
          <p:nvPr/>
        </p:nvSpPr>
        <p:spPr>
          <a:xfrm>
            <a:off x="350520" y="2100093"/>
            <a:ext cx="68794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应用于登录、注册、安全校验等场景，优化用户体验、提高安全性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2B6E2BA-C720-0906-564D-F09A01553447}"/>
              </a:ext>
            </a:extLst>
          </p:cNvPr>
          <p:cNvGrpSpPr/>
          <p:nvPr/>
        </p:nvGrpSpPr>
        <p:grpSpPr>
          <a:xfrm>
            <a:off x="531114" y="2939188"/>
            <a:ext cx="1213585" cy="395398"/>
            <a:chOff x="438751" y="3208360"/>
            <a:chExt cx="1301817" cy="395398"/>
          </a:xfrm>
        </p:grpSpPr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FED702F0-590C-76B2-57C1-2BC65FDEFA62}"/>
                </a:ext>
              </a:extLst>
            </p:cNvPr>
            <p:cNvSpPr txBox="1"/>
            <p:nvPr/>
          </p:nvSpPr>
          <p:spPr>
            <a:xfrm>
              <a:off x="526982" y="3234426"/>
              <a:ext cx="11253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一键登录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22711C1B-4509-7040-1512-5B4B9C44BC54}"/>
                </a:ext>
              </a:extLst>
            </p:cNvPr>
            <p:cNvSpPr/>
            <p:nvPr/>
          </p:nvSpPr>
          <p:spPr>
            <a:xfrm>
              <a:off x="438751" y="3208360"/>
              <a:ext cx="1301817" cy="395398"/>
            </a:xfrm>
            <a:prstGeom prst="roundRect">
              <a:avLst/>
            </a:prstGeom>
            <a:noFill/>
            <a:ln w="22225">
              <a:gradFill flip="none" rotWithShape="1">
                <a:gsLst>
                  <a:gs pos="0">
                    <a:srgbClr val="1D78FA"/>
                  </a:gs>
                  <a:gs pos="100000">
                    <a:srgbClr val="00FF9A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CAF527E-E110-29E9-E6BA-CED14375F989}"/>
              </a:ext>
            </a:extLst>
          </p:cNvPr>
          <p:cNvGrpSpPr/>
          <p:nvPr/>
        </p:nvGrpSpPr>
        <p:grpSpPr>
          <a:xfrm>
            <a:off x="531114" y="4931483"/>
            <a:ext cx="1213585" cy="395398"/>
            <a:chOff x="438751" y="5227252"/>
            <a:chExt cx="1301817" cy="395398"/>
          </a:xfrm>
        </p:grpSpPr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18DF7371-E16C-DE37-A344-9BBBC76EF92B}"/>
                </a:ext>
              </a:extLst>
            </p:cNvPr>
            <p:cNvSpPr txBox="1"/>
            <p:nvPr/>
          </p:nvSpPr>
          <p:spPr>
            <a:xfrm>
              <a:off x="526982" y="5253318"/>
              <a:ext cx="11253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号码认证</a:t>
              </a:r>
            </a:p>
          </p:txBody>
        </p:sp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1FA5CBF1-266C-F218-D071-99933C0F4F00}"/>
                </a:ext>
              </a:extLst>
            </p:cNvPr>
            <p:cNvSpPr/>
            <p:nvPr/>
          </p:nvSpPr>
          <p:spPr>
            <a:xfrm>
              <a:off x="438751" y="5227252"/>
              <a:ext cx="1301817" cy="395398"/>
            </a:xfrm>
            <a:prstGeom prst="roundRect">
              <a:avLst/>
            </a:prstGeom>
            <a:noFill/>
            <a:ln w="22225">
              <a:gradFill flip="none" rotWithShape="1">
                <a:gsLst>
                  <a:gs pos="0">
                    <a:srgbClr val="1D78FA"/>
                  </a:gs>
                  <a:gs pos="100000">
                    <a:srgbClr val="00FF9A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2" name="文本框 61">
            <a:extLst>
              <a:ext uri="{FF2B5EF4-FFF2-40B4-BE49-F238E27FC236}">
                <a16:creationId xmlns:a16="http://schemas.microsoft.com/office/drawing/2014/main" id="{4BCBF4AE-255F-7D08-D937-142638B0164A}"/>
              </a:ext>
            </a:extLst>
          </p:cNvPr>
          <p:cNvSpPr txBox="1"/>
          <p:nvPr/>
        </p:nvSpPr>
        <p:spPr>
          <a:xfrm>
            <a:off x="531114" y="3529819"/>
            <a:ext cx="59342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无需用户输入，系统自动向运营商网关进行预取号，在经过用户授权后，从网关获取当前用户的手机使用流量的</a:t>
            </a:r>
            <a:r>
              <a:rPr lang="en-US" altLang="zh-CN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SIM</a:t>
            </a: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卡的手机号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19CB144-7B78-6A90-6E10-B6A450E937B7}"/>
              </a:ext>
            </a:extLst>
          </p:cNvPr>
          <p:cNvSpPr txBox="1"/>
          <p:nvPr/>
        </p:nvSpPr>
        <p:spPr>
          <a:xfrm>
            <a:off x="531114" y="4121722"/>
            <a:ext cx="59342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Arial" panose="020B0604020202020204" pitchFamily="34" charset="0"/>
              <a:buChar char="•"/>
              <a:defRPr sz="14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rPr lang="zh-CN" altLang="en-US" dirty="0"/>
              <a:t>适用于未知当前用户的手机号，客户需获取用户手机号的场景，如：注册、登录等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73EC1AE-3F65-D2AC-11EB-B4F0007E6A96}"/>
              </a:ext>
            </a:extLst>
          </p:cNvPr>
          <p:cNvSpPr txBox="1"/>
          <p:nvPr/>
        </p:nvSpPr>
        <p:spPr>
          <a:xfrm>
            <a:off x="533694" y="5486280"/>
            <a:ext cx="56546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Arial" panose="020B0604020202020204" pitchFamily="34" charset="0"/>
              <a:buChar char="•"/>
              <a:defRPr sz="14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rPr lang="zh-CN" altLang="en-US" dirty="0"/>
              <a:t>验证用户输入</a:t>
            </a:r>
            <a:r>
              <a:rPr lang="en-US" altLang="zh-CN" dirty="0"/>
              <a:t>/</a:t>
            </a:r>
            <a:r>
              <a:rPr lang="zh-CN" altLang="en-US" dirty="0"/>
              <a:t>账号绑定的号码是否与</a:t>
            </a:r>
            <a:r>
              <a:rPr lang="en-US" altLang="zh-CN" dirty="0"/>
              <a:t>SIM</a:t>
            </a:r>
            <a:r>
              <a:rPr lang="zh-CN" altLang="en-US" dirty="0"/>
              <a:t>卡的本机号码一致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5B22BDD-0182-2558-36BB-187C053B191C}"/>
              </a:ext>
            </a:extLst>
          </p:cNvPr>
          <p:cNvSpPr txBox="1"/>
          <p:nvPr/>
        </p:nvSpPr>
        <p:spPr>
          <a:xfrm>
            <a:off x="533694" y="5866247"/>
            <a:ext cx="58953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Arial" panose="020B0604020202020204" pitchFamily="34" charset="0"/>
              <a:buChar char="•"/>
              <a:defRPr sz="14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rPr lang="zh-CN" altLang="en-US" dirty="0"/>
              <a:t>适用于已知的手机号码，客户需验证手机号是不是本机号码的场景，如：系统安全风控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77BEF2D-2E76-3366-A50D-E6B20FA6E9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913" y="223179"/>
            <a:ext cx="1993546" cy="504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C8BFCA9-A91E-2786-EA5C-3677F090A3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8219" y="1649426"/>
            <a:ext cx="2373986" cy="4944591"/>
          </a:xfrm>
          <a:prstGeom prst="roundRect">
            <a:avLst>
              <a:gd name="adj" fmla="val 11852"/>
            </a:avLst>
          </a:prstGeom>
        </p:spPr>
      </p:pic>
    </p:spTree>
    <p:extLst>
      <p:ext uri="{BB962C8B-B14F-4D97-AF65-F5344CB8AC3E}">
        <p14:creationId xmlns:p14="http://schemas.microsoft.com/office/powerpoint/2010/main" val="152851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3294BFB-6012-DD23-8EA7-256338455E20}"/>
              </a:ext>
            </a:extLst>
          </p:cNvPr>
          <p:cNvSpPr/>
          <p:nvPr/>
        </p:nvSpPr>
        <p:spPr>
          <a:xfrm>
            <a:off x="7688092" y="0"/>
            <a:ext cx="4523873" cy="6858000"/>
          </a:xfrm>
          <a:prstGeom prst="rect">
            <a:avLst/>
          </a:prstGeom>
          <a:solidFill>
            <a:srgbClr val="1D7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28" name="Table 392">
            <a:extLst>
              <a:ext uri="{FF2B5EF4-FFF2-40B4-BE49-F238E27FC236}">
                <a16:creationId xmlns:a16="http://schemas.microsoft.com/office/drawing/2014/main" id="{C93268E6-3B9E-E7FE-1591-68A00B44AE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2978298"/>
              </p:ext>
            </p:extLst>
          </p:nvPr>
        </p:nvGraphicFramePr>
        <p:xfrm>
          <a:off x="8098158" y="1934783"/>
          <a:ext cx="3894933" cy="3736916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321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8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48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>
                        <a:tabLst>
                          <a:tab pos="1181100" algn="l"/>
                        </a:tabLst>
                        <a:defRPr sz="1600">
                          <a:solidFill>
                            <a:srgbClr val="53585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endParaRPr sz="1600" b="1" i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2251" marR="42251" marT="42251" marB="42251" anchor="ctr" horzOverflow="overflow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1181100" algn="l"/>
                        </a:tabLst>
                        <a:defRPr sz="1800"/>
                      </a:pPr>
                      <a:r>
                        <a:rPr lang="zh-CN" sz="1600" b="1" i="0" dirty="0">
                          <a:solidFill>
                            <a:schemeClr val="bg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sym typeface="微软雅黑" panose="020B0503020204020204" pitchFamily="34" charset="-122"/>
                        </a:rPr>
                        <a:t>传统登录</a:t>
                      </a:r>
                      <a:endParaRPr lang="zh-CN" sz="1600" b="1" i="0" dirty="0">
                        <a:solidFill>
                          <a:schemeClr val="bg1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42251" marR="42251" marT="42251" marB="42251" anchor="ctr" horzOverflow="overflow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1181100" algn="l"/>
                        </a:tabLst>
                        <a:defRPr sz="1800"/>
                      </a:pPr>
                      <a:r>
                        <a:rPr lang="zh-CN" sz="1600" b="1" i="0" dirty="0">
                          <a:solidFill>
                            <a:schemeClr val="bg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sym typeface="微软雅黑" panose="020B0503020204020204" pitchFamily="34" charset="-122"/>
                        </a:rPr>
                        <a:t>一键</a:t>
                      </a:r>
                      <a:r>
                        <a:rPr lang="zh-CN" altLang="en-US" sz="1600" b="1" i="0" dirty="0">
                          <a:solidFill>
                            <a:schemeClr val="bg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sym typeface="微软雅黑" panose="020B0503020204020204" pitchFamily="34" charset="-122"/>
                        </a:rPr>
                        <a:t>登录</a:t>
                      </a:r>
                      <a:endParaRPr lang="zh-CN" sz="1600" b="1" i="0" dirty="0">
                        <a:solidFill>
                          <a:schemeClr val="bg1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42251" marR="42251" marT="42251" marB="42251" anchor="ctr" horzOverflow="overflow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3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zh-CN" sz="1600" b="0" i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sym typeface="微软雅黑" panose="020B0503020204020204" pitchFamily="34" charset="-122"/>
                        </a:rPr>
                        <a:t>输入手机号</a:t>
                      </a:r>
                      <a:endParaRPr lang="zh-CN" sz="1600" b="0" i="0" dirty="0">
                        <a:solidFill>
                          <a:schemeClr val="bg1">
                            <a:lumMod val="95000"/>
                          </a:schemeClr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42251" marR="42251" marT="42251" marB="42251" anchor="ctr" horzOverflow="overflow"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sym typeface="微软雅黑" panose="020B0503020204020204" pitchFamily="34" charset="-122"/>
                        </a:rPr>
                        <a:t>3-5</a:t>
                      </a:r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sym typeface="微软雅黑" panose="020B0503020204020204" pitchFamily="34" charset="-122"/>
                        </a:rPr>
                        <a:t>秒</a:t>
                      </a:r>
                      <a:endParaRPr lang="zh-CN" altLang="en-US" sz="1600" b="0" i="0" dirty="0">
                        <a:solidFill>
                          <a:schemeClr val="bg1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42251" marR="42251" marT="42251" marB="42251" anchor="ctr" horzOverflow="overflow"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53585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lang="zh-CN" sz="1600" b="0" i="0" dirty="0">
                          <a:solidFill>
                            <a:schemeClr val="bg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自动获取</a:t>
                      </a:r>
                      <a:endParaRPr lang="zh-CN" sz="1600" b="0" i="0" dirty="0">
                        <a:solidFill>
                          <a:schemeClr val="bg1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2251" marR="42251" marT="42251" marB="42251" anchor="ctr" horzOverflow="overflow"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23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zh-CN" sz="1600" b="0" i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sym typeface="微软雅黑" panose="020B0503020204020204" pitchFamily="34" charset="-122"/>
                        </a:rPr>
                        <a:t>获取验证码</a:t>
                      </a:r>
                      <a:endParaRPr lang="zh-CN" sz="1600" b="0" i="0" dirty="0">
                        <a:solidFill>
                          <a:schemeClr val="bg1">
                            <a:lumMod val="95000"/>
                          </a:schemeClr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42251" marR="42251" marT="42251" marB="42251" anchor="ctr" horzOverflow="overflow"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sym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sym typeface="微软雅黑" panose="020B0503020204020204" pitchFamily="34" charset="-122"/>
                        </a:rPr>
                        <a:t>秒</a:t>
                      </a:r>
                      <a:endParaRPr lang="zh-CN" altLang="en-US" sz="1600" b="0" i="0" dirty="0">
                        <a:solidFill>
                          <a:schemeClr val="bg1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42251" marR="42251" marT="42251" marB="42251" anchor="ctr" horzOverflow="overflow"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53585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lang="zh-CN" sz="1600" b="0" i="0" dirty="0">
                          <a:solidFill>
                            <a:schemeClr val="bg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无</a:t>
                      </a:r>
                      <a:endParaRPr lang="zh-CN" sz="1600" b="0" i="0" dirty="0">
                        <a:solidFill>
                          <a:schemeClr val="bg1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2251" marR="42251" marT="42251" marB="42251" anchor="ctr" horzOverflow="overflow"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zh-CN" sz="1600" b="0" i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sym typeface="微软雅黑" panose="020B0503020204020204" pitchFamily="34" charset="-122"/>
                        </a:rPr>
                        <a:t>填写验证码</a:t>
                      </a:r>
                      <a:endParaRPr lang="zh-CN" sz="1600" b="0" i="0" dirty="0">
                        <a:solidFill>
                          <a:schemeClr val="bg1">
                            <a:lumMod val="95000"/>
                          </a:schemeClr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42251" marR="42251" marT="42251" marB="42251" anchor="ctr" horzOverflow="overflow"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sym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sym typeface="微软雅黑" panose="020B0503020204020204" pitchFamily="34" charset="-122"/>
                        </a:rPr>
                        <a:t>秒</a:t>
                      </a:r>
                      <a:endParaRPr lang="zh-CN" altLang="en-US" sz="1600" b="0" i="0" dirty="0">
                        <a:solidFill>
                          <a:schemeClr val="bg1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42251" marR="42251" marT="42251" marB="42251" anchor="ctr" horzOverflow="overflow"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53585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lang="zh-CN" sz="1600" b="0" i="0" dirty="0">
                          <a:solidFill>
                            <a:schemeClr val="bg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无</a:t>
                      </a:r>
                      <a:endParaRPr lang="zh-CN" sz="1600" b="0" i="0" dirty="0">
                        <a:solidFill>
                          <a:schemeClr val="bg1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2251" marR="42251" marT="42251" marB="42251" anchor="ctr" horzOverflow="overflow"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zh-CN" sz="1600" b="0" i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sym typeface="微软雅黑" panose="020B0503020204020204" pitchFamily="34" charset="-122"/>
                        </a:rPr>
                        <a:t>图形二次验证</a:t>
                      </a:r>
                      <a:endParaRPr lang="zh-CN" sz="1600" b="0" i="0" dirty="0">
                        <a:solidFill>
                          <a:schemeClr val="bg1">
                            <a:lumMod val="95000"/>
                          </a:schemeClr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42251" marR="42251" marT="42251" marB="42251" anchor="ctr" horzOverflow="overflow"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sym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sym typeface="微软雅黑" panose="020B0503020204020204" pitchFamily="34" charset="-122"/>
                        </a:rPr>
                        <a:t>秒</a:t>
                      </a:r>
                      <a:endParaRPr lang="zh-CN" altLang="en-US" sz="1600" b="0" i="0" dirty="0">
                        <a:solidFill>
                          <a:schemeClr val="bg1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42251" marR="42251" marT="42251" marB="42251" anchor="ctr" horzOverflow="overflow"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53585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lang="zh-CN" sz="1600" b="0" i="0" dirty="0">
                          <a:solidFill>
                            <a:schemeClr val="bg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无</a:t>
                      </a:r>
                      <a:endParaRPr lang="zh-CN" sz="1600" b="0" i="0" dirty="0">
                        <a:solidFill>
                          <a:schemeClr val="bg1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2251" marR="42251" marT="42251" marB="42251" anchor="ctr" horzOverflow="overflow"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5480">
                <a:tc>
                  <a:txBody>
                    <a:bodyPr/>
                    <a:lstStyle/>
                    <a:p>
                      <a:pPr algn="ctr">
                        <a:buNone/>
                        <a:defRPr sz="1800"/>
                      </a:pPr>
                      <a:r>
                        <a:rPr lang="zh-CN" altLang="en-US" sz="1600" b="0" i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sym typeface="微软雅黑" panose="020B0503020204020204" pitchFamily="34" charset="-122"/>
                        </a:rPr>
                        <a:t>总耗时</a:t>
                      </a:r>
                      <a:endParaRPr lang="zh-CN" altLang="en-US" sz="1600" b="0" i="0" dirty="0">
                        <a:solidFill>
                          <a:schemeClr val="bg1">
                            <a:lumMod val="95000"/>
                          </a:schemeClr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42251" marR="42251" marT="42251" marB="42251" anchor="ctr" horzOverflow="overflow"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defRPr sz="1800"/>
                      </a:pPr>
                      <a:r>
                        <a:rPr lang="en-US" altLang="zh-CN" sz="1600" b="0" i="0" dirty="0">
                          <a:solidFill>
                            <a:schemeClr val="bg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sym typeface="微软雅黑" panose="020B0503020204020204" pitchFamily="34" charset="-122"/>
                        </a:rPr>
                        <a:t>15</a:t>
                      </a:r>
                      <a:r>
                        <a:rPr lang="zh-CN" altLang="en-US" sz="1600" b="0" i="0" dirty="0">
                          <a:solidFill>
                            <a:schemeClr val="bg1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sym typeface="微软雅黑" panose="020B0503020204020204" pitchFamily="34" charset="-122"/>
                        </a:rPr>
                        <a:t>秒</a:t>
                      </a:r>
                      <a:endParaRPr lang="zh-CN" altLang="en-US" sz="1600" b="0" i="0" dirty="0">
                        <a:solidFill>
                          <a:schemeClr val="bg1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42251" marR="42251" marT="42251" marB="42251" anchor="ctr" horzOverflow="overflow"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  <a:defRPr sz="1600">
                          <a:solidFill>
                            <a:srgbClr val="53585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微软雅黑" panose="020B0503020204020204" pitchFamily="34" charset="-122"/>
                        </a:defRPr>
                      </a:pPr>
                      <a:r>
                        <a:rPr lang="en-US" altLang="zh-CN" sz="1600" b="0" i="0" dirty="0">
                          <a:solidFill>
                            <a:srgbClr val="00FF9A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0.5</a:t>
                      </a:r>
                      <a:r>
                        <a:rPr lang="zh-CN" altLang="en-US" sz="1600" b="0" i="0" dirty="0">
                          <a:solidFill>
                            <a:srgbClr val="00FF9A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秒内</a:t>
                      </a:r>
                      <a:endParaRPr lang="zh-CN" altLang="en-US" sz="1600" b="0" i="0" dirty="0">
                        <a:solidFill>
                          <a:srgbClr val="00FF9A"/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2251" marR="42251" marT="42251" marB="42251" anchor="ctr" horzOverflow="overflow"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35B3C7-FCD9-8C14-A0B1-8F4C616FF9F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产品亮点</a:t>
            </a:r>
          </a:p>
        </p:txBody>
      </p:sp>
      <p:sp>
        <p:nvSpPr>
          <p:cNvPr id="2034" name="椭圆 2033">
            <a:extLst>
              <a:ext uri="{FF2B5EF4-FFF2-40B4-BE49-F238E27FC236}">
                <a16:creationId xmlns:a16="http://schemas.microsoft.com/office/drawing/2014/main" id="{B4971951-C0A2-F5EE-666A-C0FC0BC58E9C}"/>
              </a:ext>
            </a:extLst>
          </p:cNvPr>
          <p:cNvSpPr>
            <a:spLocks noChangeAspect="1"/>
          </p:cNvSpPr>
          <p:nvPr/>
        </p:nvSpPr>
        <p:spPr>
          <a:xfrm>
            <a:off x="233177" y="2344497"/>
            <a:ext cx="1110616" cy="1110616"/>
          </a:xfrm>
          <a:prstGeom prst="ellipse">
            <a:avLst/>
          </a:prstGeom>
          <a:solidFill>
            <a:srgbClr val="3D8BFA"/>
          </a:solidFill>
          <a:ln w="19050" cap="flat" cmpd="sng" algn="ctr">
            <a:solidFill>
              <a:srgbClr val="3D8BFA"/>
            </a:solidFill>
            <a:prstDash val="solid"/>
            <a:miter lim="800000"/>
          </a:ln>
          <a:effectLst>
            <a:outerShdw blurRad="762000" dist="254000" dir="5400000" sx="70000" sy="70000" algn="ctr" rotWithShape="0">
              <a:srgbClr val="1269E4">
                <a:alpha val="60000"/>
              </a:srgb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35" name="文本框 2034">
            <a:extLst>
              <a:ext uri="{FF2B5EF4-FFF2-40B4-BE49-F238E27FC236}">
                <a16:creationId xmlns:a16="http://schemas.microsoft.com/office/drawing/2014/main" id="{64983DBE-1DF9-986A-60B9-B01146E82CFB}"/>
              </a:ext>
            </a:extLst>
          </p:cNvPr>
          <p:cNvSpPr txBox="1"/>
          <p:nvPr/>
        </p:nvSpPr>
        <p:spPr>
          <a:xfrm>
            <a:off x="454689" y="287621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便捷</a:t>
            </a:r>
          </a:p>
        </p:txBody>
      </p:sp>
      <p:sp>
        <p:nvSpPr>
          <p:cNvPr id="2036" name="文本框 2035">
            <a:extLst>
              <a:ext uri="{FF2B5EF4-FFF2-40B4-BE49-F238E27FC236}">
                <a16:creationId xmlns:a16="http://schemas.microsoft.com/office/drawing/2014/main" id="{CF8EA50F-D88D-B0F0-A25D-95C18139480B}"/>
              </a:ext>
            </a:extLst>
          </p:cNvPr>
          <p:cNvSpPr txBox="1"/>
          <p:nvPr/>
        </p:nvSpPr>
        <p:spPr>
          <a:xfrm>
            <a:off x="1412278" y="2445272"/>
            <a:ext cx="3560954" cy="792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拒绝繁琐密码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本机号码一键登录</a:t>
            </a:r>
          </a:p>
        </p:txBody>
      </p:sp>
      <p:sp>
        <p:nvSpPr>
          <p:cNvPr id="2058" name="椭圆 2057">
            <a:extLst>
              <a:ext uri="{FF2B5EF4-FFF2-40B4-BE49-F238E27FC236}">
                <a16:creationId xmlns:a16="http://schemas.microsoft.com/office/drawing/2014/main" id="{922B5765-5DAD-5BAA-2CF2-3BA6D256505D}"/>
              </a:ext>
            </a:extLst>
          </p:cNvPr>
          <p:cNvSpPr>
            <a:spLocks noChangeAspect="1"/>
          </p:cNvSpPr>
          <p:nvPr/>
        </p:nvSpPr>
        <p:spPr>
          <a:xfrm>
            <a:off x="4115367" y="2344497"/>
            <a:ext cx="1110616" cy="1110616"/>
          </a:xfrm>
          <a:prstGeom prst="ellipse">
            <a:avLst/>
          </a:prstGeom>
          <a:solidFill>
            <a:srgbClr val="3D8BFA"/>
          </a:solidFill>
          <a:ln w="19050" cap="flat" cmpd="sng" algn="ctr">
            <a:solidFill>
              <a:srgbClr val="3D8BFA"/>
            </a:solidFill>
            <a:prstDash val="solid"/>
            <a:miter lim="800000"/>
          </a:ln>
          <a:effectLst>
            <a:outerShdw blurRad="762000" dist="254000" dir="5400000" sx="70000" sy="70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9" name="文本框 2058">
            <a:extLst>
              <a:ext uri="{FF2B5EF4-FFF2-40B4-BE49-F238E27FC236}">
                <a16:creationId xmlns:a16="http://schemas.microsoft.com/office/drawing/2014/main" id="{D6411947-797C-92F6-7E76-68D731C6EC33}"/>
              </a:ext>
            </a:extLst>
          </p:cNvPr>
          <p:cNvSpPr txBox="1"/>
          <p:nvPr/>
        </p:nvSpPr>
        <p:spPr>
          <a:xfrm>
            <a:off x="4336879" y="287621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安全</a:t>
            </a:r>
          </a:p>
        </p:txBody>
      </p:sp>
      <p:sp>
        <p:nvSpPr>
          <p:cNvPr id="2060" name="文本框 2059">
            <a:extLst>
              <a:ext uri="{FF2B5EF4-FFF2-40B4-BE49-F238E27FC236}">
                <a16:creationId xmlns:a16="http://schemas.microsoft.com/office/drawing/2014/main" id="{06225F74-018D-8342-B650-2331341DCB7A}"/>
              </a:ext>
            </a:extLst>
          </p:cNvPr>
          <p:cNvSpPr txBox="1"/>
          <p:nvPr/>
        </p:nvSpPr>
        <p:spPr>
          <a:xfrm>
            <a:off x="5317792" y="2445272"/>
            <a:ext cx="3560954" cy="792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运营商直接认证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避免密码、验证码泄露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062" name="椭圆 2061">
            <a:extLst>
              <a:ext uri="{FF2B5EF4-FFF2-40B4-BE49-F238E27FC236}">
                <a16:creationId xmlns:a16="http://schemas.microsoft.com/office/drawing/2014/main" id="{B2E3552A-B714-4C2C-C220-B9DB2E7BA50D}"/>
              </a:ext>
            </a:extLst>
          </p:cNvPr>
          <p:cNvSpPr>
            <a:spLocks noChangeAspect="1"/>
          </p:cNvSpPr>
          <p:nvPr/>
        </p:nvSpPr>
        <p:spPr>
          <a:xfrm>
            <a:off x="305766" y="4349760"/>
            <a:ext cx="1110616" cy="1110616"/>
          </a:xfrm>
          <a:prstGeom prst="ellipse">
            <a:avLst/>
          </a:prstGeom>
          <a:solidFill>
            <a:srgbClr val="3D8BFA"/>
          </a:solidFill>
          <a:ln w="19050" cap="flat" cmpd="sng" algn="ctr">
            <a:solidFill>
              <a:srgbClr val="3D8BFA"/>
            </a:solidFill>
            <a:prstDash val="solid"/>
            <a:miter lim="800000"/>
          </a:ln>
          <a:effectLst>
            <a:outerShdw blurRad="762000" dist="254000" dir="5400000" sx="70000" sy="70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5CDEF82F-A184-D608-F0CD-897911F98585}"/>
              </a:ext>
            </a:extLst>
          </p:cNvPr>
          <p:cNvSpPr txBox="1"/>
          <p:nvPr/>
        </p:nvSpPr>
        <p:spPr>
          <a:xfrm>
            <a:off x="527278" y="4881476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高效</a:t>
            </a:r>
          </a:p>
        </p:txBody>
      </p:sp>
      <p:sp>
        <p:nvSpPr>
          <p:cNvPr id="2064" name="文本框 2063">
            <a:extLst>
              <a:ext uri="{FF2B5EF4-FFF2-40B4-BE49-F238E27FC236}">
                <a16:creationId xmlns:a16="http://schemas.microsoft.com/office/drawing/2014/main" id="{7758BF61-FD7F-1E11-F33B-114042BAB428}"/>
              </a:ext>
            </a:extLst>
          </p:cNvPr>
          <p:cNvSpPr txBox="1"/>
          <p:nvPr/>
        </p:nvSpPr>
        <p:spPr>
          <a:xfrm>
            <a:off x="1412278" y="4508741"/>
            <a:ext cx="3560954" cy="792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0.5</a:t>
            </a: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秒内完成验证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准确率高达</a:t>
            </a:r>
            <a:r>
              <a: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99.99%</a:t>
            </a:r>
          </a:p>
        </p:txBody>
      </p:sp>
      <p:sp>
        <p:nvSpPr>
          <p:cNvPr id="2066" name="椭圆 2065">
            <a:extLst>
              <a:ext uri="{FF2B5EF4-FFF2-40B4-BE49-F238E27FC236}">
                <a16:creationId xmlns:a16="http://schemas.microsoft.com/office/drawing/2014/main" id="{5DE3A2B9-00CF-CB21-53BA-A225DCCB29F7}"/>
              </a:ext>
            </a:extLst>
          </p:cNvPr>
          <p:cNvSpPr>
            <a:spLocks noChangeAspect="1"/>
          </p:cNvSpPr>
          <p:nvPr/>
        </p:nvSpPr>
        <p:spPr>
          <a:xfrm>
            <a:off x="4109111" y="4310047"/>
            <a:ext cx="1110616" cy="1110616"/>
          </a:xfrm>
          <a:prstGeom prst="ellipse">
            <a:avLst/>
          </a:prstGeom>
          <a:solidFill>
            <a:srgbClr val="3D8BFA"/>
          </a:solidFill>
          <a:ln w="19050" cap="flat" cmpd="sng" algn="ctr">
            <a:solidFill>
              <a:srgbClr val="3D8BFA"/>
            </a:solidFill>
            <a:prstDash val="solid"/>
            <a:miter lim="800000"/>
          </a:ln>
          <a:effectLst>
            <a:outerShdw blurRad="762000" dist="254000" dir="5400000" sx="70000" sy="70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7" name="文本框 2066">
            <a:extLst>
              <a:ext uri="{FF2B5EF4-FFF2-40B4-BE49-F238E27FC236}">
                <a16:creationId xmlns:a16="http://schemas.microsoft.com/office/drawing/2014/main" id="{B8101B14-F775-6612-83AF-8A4B892CD137}"/>
              </a:ext>
            </a:extLst>
          </p:cNvPr>
          <p:cNvSpPr txBox="1"/>
          <p:nvPr/>
        </p:nvSpPr>
        <p:spPr>
          <a:xfrm>
            <a:off x="4330623" y="484176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赋能</a:t>
            </a:r>
          </a:p>
        </p:txBody>
      </p:sp>
      <p:sp>
        <p:nvSpPr>
          <p:cNvPr id="2068" name="文本框 2067">
            <a:extLst>
              <a:ext uri="{FF2B5EF4-FFF2-40B4-BE49-F238E27FC236}">
                <a16:creationId xmlns:a16="http://schemas.microsoft.com/office/drawing/2014/main" id="{7793FEBA-2B8D-DFFC-339C-519714EBC129}"/>
              </a:ext>
            </a:extLst>
          </p:cNvPr>
          <p:cNvSpPr txBox="1"/>
          <p:nvPr/>
        </p:nvSpPr>
        <p:spPr>
          <a:xfrm>
            <a:off x="5317792" y="4508741"/>
            <a:ext cx="3560954" cy="792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优化用户体验</a:t>
            </a:r>
            <a:endParaRPr lang="en-US" altLang="zh-CN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有效提升注册转化率</a:t>
            </a:r>
          </a:p>
        </p:txBody>
      </p:sp>
      <p:sp>
        <p:nvSpPr>
          <p:cNvPr id="2069" name="rocket-flying_72487">
            <a:extLst>
              <a:ext uri="{FF2B5EF4-FFF2-40B4-BE49-F238E27FC236}">
                <a16:creationId xmlns:a16="http://schemas.microsoft.com/office/drawing/2014/main" id="{B7E7A73C-EDD6-F246-2EF0-11448A0B2AEA}"/>
              </a:ext>
            </a:extLst>
          </p:cNvPr>
          <p:cNvSpPr>
            <a:spLocks noChangeAspect="1"/>
          </p:cNvSpPr>
          <p:nvPr/>
        </p:nvSpPr>
        <p:spPr>
          <a:xfrm>
            <a:off x="662325" y="2480213"/>
            <a:ext cx="282353" cy="396000"/>
          </a:xfrm>
          <a:custGeom>
            <a:avLst/>
            <a:gdLst>
              <a:gd name="T0" fmla="*/ 5809 w 5812"/>
              <a:gd name="T1" fmla="*/ 6108 h 8163"/>
              <a:gd name="T2" fmla="*/ 4840 w 5812"/>
              <a:gd name="T3" fmla="*/ 4042 h 8163"/>
              <a:gd name="T4" fmla="*/ 4702 w 5812"/>
              <a:gd name="T5" fmla="*/ 3922 h 8163"/>
              <a:gd name="T6" fmla="*/ 3828 w 5812"/>
              <a:gd name="T7" fmla="*/ 888 h 8163"/>
              <a:gd name="T8" fmla="*/ 2944 w 5812"/>
              <a:gd name="T9" fmla="*/ 13 h 8163"/>
              <a:gd name="T10" fmla="*/ 2868 w 5812"/>
              <a:gd name="T11" fmla="*/ 13 h 8163"/>
              <a:gd name="T12" fmla="*/ 1984 w 5812"/>
              <a:gd name="T13" fmla="*/ 888 h 8163"/>
              <a:gd name="T14" fmla="*/ 1110 w 5812"/>
              <a:gd name="T15" fmla="*/ 3922 h 8163"/>
              <a:gd name="T16" fmla="*/ 972 w 5812"/>
              <a:gd name="T17" fmla="*/ 4042 h 8163"/>
              <a:gd name="T18" fmla="*/ 3 w 5812"/>
              <a:gd name="T19" fmla="*/ 6108 h 8163"/>
              <a:gd name="T20" fmla="*/ 35 w 5812"/>
              <a:gd name="T21" fmla="*/ 6200 h 8163"/>
              <a:gd name="T22" fmla="*/ 124 w 5812"/>
              <a:gd name="T23" fmla="*/ 6239 h 8163"/>
              <a:gd name="T24" fmla="*/ 1659 w 5812"/>
              <a:gd name="T25" fmla="*/ 6239 h 8163"/>
              <a:gd name="T26" fmla="*/ 1926 w 5812"/>
              <a:gd name="T27" fmla="*/ 6630 h 8163"/>
              <a:gd name="T28" fmla="*/ 1980 w 5812"/>
              <a:gd name="T29" fmla="*/ 6652 h 8163"/>
              <a:gd name="T30" fmla="*/ 2017 w 5812"/>
              <a:gd name="T31" fmla="*/ 6652 h 8163"/>
              <a:gd name="T32" fmla="*/ 2743 w 5812"/>
              <a:gd name="T33" fmla="*/ 8098 h 8163"/>
              <a:gd name="T34" fmla="*/ 2906 w 5812"/>
              <a:gd name="T35" fmla="*/ 8163 h 8163"/>
              <a:gd name="T36" fmla="*/ 3069 w 5812"/>
              <a:gd name="T37" fmla="*/ 8098 h 8163"/>
              <a:gd name="T38" fmla="*/ 3795 w 5812"/>
              <a:gd name="T39" fmla="*/ 6652 h 8163"/>
              <a:gd name="T40" fmla="*/ 3832 w 5812"/>
              <a:gd name="T41" fmla="*/ 6652 h 8163"/>
              <a:gd name="T42" fmla="*/ 3886 w 5812"/>
              <a:gd name="T43" fmla="*/ 6630 h 8163"/>
              <a:gd name="T44" fmla="*/ 4153 w 5812"/>
              <a:gd name="T45" fmla="*/ 6239 h 8163"/>
              <a:gd name="T46" fmla="*/ 5688 w 5812"/>
              <a:gd name="T47" fmla="*/ 6239 h 8163"/>
              <a:gd name="T48" fmla="*/ 5777 w 5812"/>
              <a:gd name="T49" fmla="*/ 6200 h 8163"/>
              <a:gd name="T50" fmla="*/ 5809 w 5812"/>
              <a:gd name="T51" fmla="*/ 6108 h 8163"/>
              <a:gd name="T52" fmla="*/ 2906 w 5812"/>
              <a:gd name="T53" fmla="*/ 2094 h 8163"/>
              <a:gd name="T54" fmla="*/ 3576 w 5812"/>
              <a:gd name="T55" fmla="*/ 2764 h 8163"/>
              <a:gd name="T56" fmla="*/ 2906 w 5812"/>
              <a:gd name="T57" fmla="*/ 3434 h 8163"/>
              <a:gd name="T58" fmla="*/ 2236 w 5812"/>
              <a:gd name="T59" fmla="*/ 2764 h 8163"/>
              <a:gd name="T60" fmla="*/ 2906 w 5812"/>
              <a:gd name="T61" fmla="*/ 2094 h 8163"/>
              <a:gd name="T62" fmla="*/ 2906 w 5812"/>
              <a:gd name="T63" fmla="*/ 7567 h 8163"/>
              <a:gd name="T64" fmla="*/ 2494 w 5812"/>
              <a:gd name="T65" fmla="*/ 6652 h 8163"/>
              <a:gd name="T66" fmla="*/ 3318 w 5812"/>
              <a:gd name="T67" fmla="*/ 6652 h 8163"/>
              <a:gd name="T68" fmla="*/ 2906 w 5812"/>
              <a:gd name="T69" fmla="*/ 7567 h 8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812" h="8163">
                <a:moveTo>
                  <a:pt x="5809" y="6108"/>
                </a:moveTo>
                <a:cubicBezTo>
                  <a:pt x="5733" y="5070"/>
                  <a:pt x="5240" y="4412"/>
                  <a:pt x="4840" y="4042"/>
                </a:cubicBezTo>
                <a:cubicBezTo>
                  <a:pt x="4793" y="3999"/>
                  <a:pt x="4748" y="3959"/>
                  <a:pt x="4702" y="3922"/>
                </a:cubicBezTo>
                <a:cubicBezTo>
                  <a:pt x="4702" y="2430"/>
                  <a:pt x="4227" y="1449"/>
                  <a:pt x="3828" y="888"/>
                </a:cubicBezTo>
                <a:cubicBezTo>
                  <a:pt x="3393" y="277"/>
                  <a:pt x="2962" y="24"/>
                  <a:pt x="2944" y="13"/>
                </a:cubicBezTo>
                <a:cubicBezTo>
                  <a:pt x="2920" y="0"/>
                  <a:pt x="2892" y="0"/>
                  <a:pt x="2868" y="13"/>
                </a:cubicBezTo>
                <a:cubicBezTo>
                  <a:pt x="2850" y="24"/>
                  <a:pt x="2419" y="277"/>
                  <a:pt x="1984" y="888"/>
                </a:cubicBezTo>
                <a:cubicBezTo>
                  <a:pt x="1585" y="1449"/>
                  <a:pt x="1110" y="2430"/>
                  <a:pt x="1110" y="3922"/>
                </a:cubicBezTo>
                <a:cubicBezTo>
                  <a:pt x="1064" y="3959"/>
                  <a:pt x="1019" y="3999"/>
                  <a:pt x="972" y="4042"/>
                </a:cubicBezTo>
                <a:cubicBezTo>
                  <a:pt x="572" y="4412"/>
                  <a:pt x="79" y="5070"/>
                  <a:pt x="3" y="6108"/>
                </a:cubicBezTo>
                <a:cubicBezTo>
                  <a:pt x="0" y="6142"/>
                  <a:pt x="12" y="6176"/>
                  <a:pt x="35" y="6200"/>
                </a:cubicBezTo>
                <a:cubicBezTo>
                  <a:pt x="58" y="6225"/>
                  <a:pt x="90" y="6239"/>
                  <a:pt x="124" y="6239"/>
                </a:cubicBezTo>
                <a:lnTo>
                  <a:pt x="1659" y="6239"/>
                </a:lnTo>
                <a:cubicBezTo>
                  <a:pt x="1747" y="6406"/>
                  <a:pt x="1837" y="6540"/>
                  <a:pt x="1926" y="6630"/>
                </a:cubicBezTo>
                <a:cubicBezTo>
                  <a:pt x="1940" y="6644"/>
                  <a:pt x="1959" y="6652"/>
                  <a:pt x="1980" y="6652"/>
                </a:cubicBezTo>
                <a:lnTo>
                  <a:pt x="2017" y="6652"/>
                </a:lnTo>
                <a:cubicBezTo>
                  <a:pt x="2073" y="7455"/>
                  <a:pt x="2714" y="8071"/>
                  <a:pt x="2743" y="8098"/>
                </a:cubicBezTo>
                <a:cubicBezTo>
                  <a:pt x="2788" y="8141"/>
                  <a:pt x="2847" y="8163"/>
                  <a:pt x="2906" y="8163"/>
                </a:cubicBezTo>
                <a:cubicBezTo>
                  <a:pt x="2965" y="8163"/>
                  <a:pt x="3024" y="8141"/>
                  <a:pt x="3069" y="8098"/>
                </a:cubicBezTo>
                <a:cubicBezTo>
                  <a:pt x="3098" y="8071"/>
                  <a:pt x="3738" y="7455"/>
                  <a:pt x="3795" y="6652"/>
                </a:cubicBezTo>
                <a:lnTo>
                  <a:pt x="3832" y="6652"/>
                </a:lnTo>
                <a:cubicBezTo>
                  <a:pt x="3853" y="6652"/>
                  <a:pt x="3872" y="6644"/>
                  <a:pt x="3886" y="6630"/>
                </a:cubicBezTo>
                <a:cubicBezTo>
                  <a:pt x="3975" y="6540"/>
                  <a:pt x="4065" y="6406"/>
                  <a:pt x="4153" y="6239"/>
                </a:cubicBezTo>
                <a:lnTo>
                  <a:pt x="5688" y="6239"/>
                </a:lnTo>
                <a:cubicBezTo>
                  <a:pt x="5721" y="6239"/>
                  <a:pt x="5754" y="6225"/>
                  <a:pt x="5777" y="6200"/>
                </a:cubicBezTo>
                <a:cubicBezTo>
                  <a:pt x="5800" y="6176"/>
                  <a:pt x="5812" y="6142"/>
                  <a:pt x="5809" y="6108"/>
                </a:cubicBezTo>
                <a:close/>
                <a:moveTo>
                  <a:pt x="2906" y="2094"/>
                </a:moveTo>
                <a:cubicBezTo>
                  <a:pt x="3276" y="2094"/>
                  <a:pt x="3576" y="2394"/>
                  <a:pt x="3576" y="2764"/>
                </a:cubicBezTo>
                <a:cubicBezTo>
                  <a:pt x="3576" y="3134"/>
                  <a:pt x="3276" y="3434"/>
                  <a:pt x="2906" y="3434"/>
                </a:cubicBezTo>
                <a:cubicBezTo>
                  <a:pt x="2536" y="3434"/>
                  <a:pt x="2236" y="3134"/>
                  <a:pt x="2236" y="2764"/>
                </a:cubicBezTo>
                <a:cubicBezTo>
                  <a:pt x="2236" y="2394"/>
                  <a:pt x="2536" y="2094"/>
                  <a:pt x="2906" y="2094"/>
                </a:cubicBezTo>
                <a:close/>
                <a:moveTo>
                  <a:pt x="2906" y="7567"/>
                </a:moveTo>
                <a:cubicBezTo>
                  <a:pt x="2749" y="7369"/>
                  <a:pt x="2531" y="7032"/>
                  <a:pt x="2494" y="6652"/>
                </a:cubicBezTo>
                <a:lnTo>
                  <a:pt x="3318" y="6652"/>
                </a:lnTo>
                <a:cubicBezTo>
                  <a:pt x="3281" y="7032"/>
                  <a:pt x="3063" y="7369"/>
                  <a:pt x="2906" y="756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070" name="locked-padlock_63541">
            <a:extLst>
              <a:ext uri="{FF2B5EF4-FFF2-40B4-BE49-F238E27FC236}">
                <a16:creationId xmlns:a16="http://schemas.microsoft.com/office/drawing/2014/main" id="{F4FD55E5-781D-58BB-541F-ED008E6132A1}"/>
              </a:ext>
            </a:extLst>
          </p:cNvPr>
          <p:cNvSpPr>
            <a:spLocks noChangeAspect="1"/>
          </p:cNvSpPr>
          <p:nvPr/>
        </p:nvSpPr>
        <p:spPr>
          <a:xfrm>
            <a:off x="4583347" y="2480213"/>
            <a:ext cx="280348" cy="360000"/>
          </a:xfrm>
          <a:custGeom>
            <a:avLst/>
            <a:gdLst>
              <a:gd name="connsiteX0" fmla="*/ 235969 w 473635"/>
              <a:gd name="connsiteY0" fmla="*/ 356896 h 608203"/>
              <a:gd name="connsiteX1" fmla="*/ 185537 w 473635"/>
              <a:gd name="connsiteY1" fmla="*/ 406750 h 608203"/>
              <a:gd name="connsiteX2" fmla="*/ 208970 w 473635"/>
              <a:gd name="connsiteY2" fmla="*/ 451179 h 608203"/>
              <a:gd name="connsiteX3" fmla="*/ 215649 w 473635"/>
              <a:gd name="connsiteY3" fmla="*/ 467005 h 608203"/>
              <a:gd name="connsiteX4" fmla="*/ 202631 w 473635"/>
              <a:gd name="connsiteY4" fmla="*/ 528786 h 608203"/>
              <a:gd name="connsiteX5" fmla="*/ 217404 w 473635"/>
              <a:gd name="connsiteY5" fmla="*/ 546931 h 608203"/>
              <a:gd name="connsiteX6" fmla="*/ 256288 w 473635"/>
              <a:gd name="connsiteY6" fmla="*/ 546931 h 608203"/>
              <a:gd name="connsiteX7" fmla="*/ 271061 w 473635"/>
              <a:gd name="connsiteY7" fmla="*/ 528786 h 608203"/>
              <a:gd name="connsiteX8" fmla="*/ 257986 w 473635"/>
              <a:gd name="connsiteY8" fmla="*/ 467005 h 608203"/>
              <a:gd name="connsiteX9" fmla="*/ 264665 w 473635"/>
              <a:gd name="connsiteY9" fmla="*/ 451179 h 608203"/>
              <a:gd name="connsiteX10" fmla="*/ 288098 w 473635"/>
              <a:gd name="connsiteY10" fmla="*/ 408107 h 608203"/>
              <a:gd name="connsiteX11" fmla="*/ 235969 w 473635"/>
              <a:gd name="connsiteY11" fmla="*/ 356896 h 608203"/>
              <a:gd name="connsiteX12" fmla="*/ 15056 w 473635"/>
              <a:gd name="connsiteY12" fmla="*/ 286919 h 608203"/>
              <a:gd name="connsiteX13" fmla="*/ 458523 w 473635"/>
              <a:gd name="connsiteY13" fmla="*/ 286919 h 608203"/>
              <a:gd name="connsiteX14" fmla="*/ 473635 w 473635"/>
              <a:gd name="connsiteY14" fmla="*/ 302011 h 608203"/>
              <a:gd name="connsiteX15" fmla="*/ 473635 w 473635"/>
              <a:gd name="connsiteY15" fmla="*/ 593168 h 608203"/>
              <a:gd name="connsiteX16" fmla="*/ 458523 w 473635"/>
              <a:gd name="connsiteY16" fmla="*/ 608203 h 608203"/>
              <a:gd name="connsiteX17" fmla="*/ 15056 w 473635"/>
              <a:gd name="connsiteY17" fmla="*/ 608203 h 608203"/>
              <a:gd name="connsiteX18" fmla="*/ 0 w 473635"/>
              <a:gd name="connsiteY18" fmla="*/ 593168 h 608203"/>
              <a:gd name="connsiteX19" fmla="*/ 0 w 473635"/>
              <a:gd name="connsiteY19" fmla="*/ 302011 h 608203"/>
              <a:gd name="connsiteX20" fmla="*/ 15056 w 473635"/>
              <a:gd name="connsiteY20" fmla="*/ 286919 h 608203"/>
              <a:gd name="connsiteX21" fmla="*/ 235601 w 473635"/>
              <a:gd name="connsiteY21" fmla="*/ 0 h 608203"/>
              <a:gd name="connsiteX22" fmla="*/ 237978 w 473635"/>
              <a:gd name="connsiteY22" fmla="*/ 0 h 608203"/>
              <a:gd name="connsiteX23" fmla="*/ 390015 w 473635"/>
              <a:gd name="connsiteY23" fmla="*/ 151888 h 608203"/>
              <a:gd name="connsiteX24" fmla="*/ 390015 w 473635"/>
              <a:gd name="connsiteY24" fmla="*/ 256858 h 608203"/>
              <a:gd name="connsiteX25" fmla="*/ 314619 w 473635"/>
              <a:gd name="connsiteY25" fmla="*/ 256858 h 608203"/>
              <a:gd name="connsiteX26" fmla="*/ 314619 w 473635"/>
              <a:gd name="connsiteY26" fmla="*/ 151888 h 608203"/>
              <a:gd name="connsiteX27" fmla="*/ 238035 w 473635"/>
              <a:gd name="connsiteY27" fmla="*/ 75350 h 608203"/>
              <a:gd name="connsiteX28" fmla="*/ 235714 w 473635"/>
              <a:gd name="connsiteY28" fmla="*/ 75350 h 608203"/>
              <a:gd name="connsiteX29" fmla="*/ 159073 w 473635"/>
              <a:gd name="connsiteY29" fmla="*/ 151888 h 608203"/>
              <a:gd name="connsiteX30" fmla="*/ 159073 w 473635"/>
              <a:gd name="connsiteY30" fmla="*/ 256858 h 608203"/>
              <a:gd name="connsiteX31" fmla="*/ 83620 w 473635"/>
              <a:gd name="connsiteY31" fmla="*/ 256858 h 608203"/>
              <a:gd name="connsiteX32" fmla="*/ 83620 w 473635"/>
              <a:gd name="connsiteY32" fmla="*/ 151888 h 608203"/>
              <a:gd name="connsiteX33" fmla="*/ 235601 w 473635"/>
              <a:gd name="connsiteY33" fmla="*/ 0 h 60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73635" h="608203">
                <a:moveTo>
                  <a:pt x="235969" y="356896"/>
                </a:moveTo>
                <a:cubicBezTo>
                  <a:pt x="208630" y="357235"/>
                  <a:pt x="186217" y="379506"/>
                  <a:pt x="185537" y="406750"/>
                </a:cubicBezTo>
                <a:cubicBezTo>
                  <a:pt x="185028" y="425403"/>
                  <a:pt x="194480" y="441739"/>
                  <a:pt x="208970" y="451179"/>
                </a:cubicBezTo>
                <a:cubicBezTo>
                  <a:pt x="214234" y="454570"/>
                  <a:pt x="216951" y="460788"/>
                  <a:pt x="215649" y="467005"/>
                </a:cubicBezTo>
                <a:lnTo>
                  <a:pt x="202631" y="528786"/>
                </a:lnTo>
                <a:cubicBezTo>
                  <a:pt x="200650" y="538113"/>
                  <a:pt x="207838" y="546931"/>
                  <a:pt x="217404" y="546931"/>
                </a:cubicBezTo>
                <a:lnTo>
                  <a:pt x="256288" y="546931"/>
                </a:lnTo>
                <a:cubicBezTo>
                  <a:pt x="265854" y="546931"/>
                  <a:pt x="273042" y="538113"/>
                  <a:pt x="271061" y="528786"/>
                </a:cubicBezTo>
                <a:lnTo>
                  <a:pt x="257986" y="467005"/>
                </a:lnTo>
                <a:cubicBezTo>
                  <a:pt x="256741" y="460788"/>
                  <a:pt x="259345" y="454570"/>
                  <a:pt x="264665" y="451179"/>
                </a:cubicBezTo>
                <a:cubicBezTo>
                  <a:pt x="278759" y="442022"/>
                  <a:pt x="288098" y="426195"/>
                  <a:pt x="288098" y="408107"/>
                </a:cubicBezTo>
                <a:cubicBezTo>
                  <a:pt x="288098" y="379562"/>
                  <a:pt x="264665" y="356444"/>
                  <a:pt x="235969" y="356896"/>
                </a:cubicBezTo>
                <a:close/>
                <a:moveTo>
                  <a:pt x="15056" y="286919"/>
                </a:moveTo>
                <a:lnTo>
                  <a:pt x="458523" y="286919"/>
                </a:lnTo>
                <a:cubicBezTo>
                  <a:pt x="466843" y="286919"/>
                  <a:pt x="473635" y="293702"/>
                  <a:pt x="473635" y="302011"/>
                </a:cubicBezTo>
                <a:lnTo>
                  <a:pt x="473635" y="593168"/>
                </a:lnTo>
                <a:cubicBezTo>
                  <a:pt x="473635" y="601420"/>
                  <a:pt x="466843" y="608203"/>
                  <a:pt x="458523" y="608203"/>
                </a:cubicBezTo>
                <a:lnTo>
                  <a:pt x="15056" y="608203"/>
                </a:lnTo>
                <a:cubicBezTo>
                  <a:pt x="6792" y="608203"/>
                  <a:pt x="0" y="601420"/>
                  <a:pt x="0" y="593168"/>
                </a:cubicBezTo>
                <a:lnTo>
                  <a:pt x="0" y="302011"/>
                </a:lnTo>
                <a:cubicBezTo>
                  <a:pt x="0" y="293702"/>
                  <a:pt x="6679" y="286919"/>
                  <a:pt x="15056" y="286919"/>
                </a:cubicBezTo>
                <a:close/>
                <a:moveTo>
                  <a:pt x="235601" y="0"/>
                </a:moveTo>
                <a:lnTo>
                  <a:pt x="237978" y="0"/>
                </a:lnTo>
                <a:cubicBezTo>
                  <a:pt x="321808" y="0"/>
                  <a:pt x="390015" y="68115"/>
                  <a:pt x="390015" y="151888"/>
                </a:cubicBezTo>
                <a:lnTo>
                  <a:pt x="390015" y="256858"/>
                </a:lnTo>
                <a:lnTo>
                  <a:pt x="314619" y="256858"/>
                </a:lnTo>
                <a:lnTo>
                  <a:pt x="314619" y="151888"/>
                </a:lnTo>
                <a:cubicBezTo>
                  <a:pt x="314619" y="109662"/>
                  <a:pt x="280317" y="75350"/>
                  <a:pt x="238035" y="75350"/>
                </a:cubicBezTo>
                <a:lnTo>
                  <a:pt x="235714" y="75350"/>
                </a:lnTo>
                <a:cubicBezTo>
                  <a:pt x="193431" y="75350"/>
                  <a:pt x="159073" y="109662"/>
                  <a:pt x="159073" y="151888"/>
                </a:cubicBezTo>
                <a:lnTo>
                  <a:pt x="159073" y="256858"/>
                </a:lnTo>
                <a:lnTo>
                  <a:pt x="83620" y="256858"/>
                </a:lnTo>
                <a:lnTo>
                  <a:pt x="83620" y="151888"/>
                </a:lnTo>
                <a:cubicBezTo>
                  <a:pt x="83620" y="68228"/>
                  <a:pt x="151827" y="57"/>
                  <a:pt x="23560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1" name="speedometer_53128">
            <a:extLst>
              <a:ext uri="{FF2B5EF4-FFF2-40B4-BE49-F238E27FC236}">
                <a16:creationId xmlns:a16="http://schemas.microsoft.com/office/drawing/2014/main" id="{64F16D01-5A2B-51AB-8DF9-403DDDAF83B9}"/>
              </a:ext>
            </a:extLst>
          </p:cNvPr>
          <p:cNvSpPr>
            <a:spLocks noChangeAspect="1"/>
          </p:cNvSpPr>
          <p:nvPr/>
        </p:nvSpPr>
        <p:spPr>
          <a:xfrm>
            <a:off x="627290" y="4496591"/>
            <a:ext cx="493375" cy="324000"/>
          </a:xfrm>
          <a:custGeom>
            <a:avLst/>
            <a:gdLst>
              <a:gd name="connsiteX0" fmla="*/ 271096 w 607655"/>
              <a:gd name="connsiteY0" fmla="*/ 321406 h 399048"/>
              <a:gd name="connsiteX1" fmla="*/ 247006 w 607655"/>
              <a:gd name="connsiteY1" fmla="*/ 345407 h 399048"/>
              <a:gd name="connsiteX2" fmla="*/ 271096 w 607655"/>
              <a:gd name="connsiteY2" fmla="*/ 369408 h 399048"/>
              <a:gd name="connsiteX3" fmla="*/ 295138 w 607655"/>
              <a:gd name="connsiteY3" fmla="*/ 345407 h 399048"/>
              <a:gd name="connsiteX4" fmla="*/ 271096 w 607655"/>
              <a:gd name="connsiteY4" fmla="*/ 321406 h 399048"/>
              <a:gd name="connsiteX5" fmla="*/ 10407 w 607655"/>
              <a:gd name="connsiteY5" fmla="*/ 277943 h 399048"/>
              <a:gd name="connsiteX6" fmla="*/ 31702 w 607655"/>
              <a:gd name="connsiteY6" fmla="*/ 283598 h 399048"/>
              <a:gd name="connsiteX7" fmla="*/ 33908 w 607655"/>
              <a:gd name="connsiteY7" fmla="*/ 287624 h 399048"/>
              <a:gd name="connsiteX8" fmla="*/ 32997 w 607655"/>
              <a:gd name="connsiteY8" fmla="*/ 290308 h 399048"/>
              <a:gd name="connsiteX9" fmla="*/ 31990 w 607655"/>
              <a:gd name="connsiteY9" fmla="*/ 293375 h 399048"/>
              <a:gd name="connsiteX10" fmla="*/ 30935 w 607655"/>
              <a:gd name="connsiteY10" fmla="*/ 296825 h 399048"/>
              <a:gd name="connsiteX11" fmla="*/ 29784 w 607655"/>
              <a:gd name="connsiteY11" fmla="*/ 300659 h 399048"/>
              <a:gd name="connsiteX12" fmla="*/ 29160 w 607655"/>
              <a:gd name="connsiteY12" fmla="*/ 302768 h 399048"/>
              <a:gd name="connsiteX13" fmla="*/ 28585 w 607655"/>
              <a:gd name="connsiteY13" fmla="*/ 305068 h 399048"/>
              <a:gd name="connsiteX14" fmla="*/ 26091 w 607655"/>
              <a:gd name="connsiteY14" fmla="*/ 315133 h 399048"/>
              <a:gd name="connsiteX15" fmla="*/ 24844 w 607655"/>
              <a:gd name="connsiteY15" fmla="*/ 320644 h 399048"/>
              <a:gd name="connsiteX16" fmla="*/ 23741 w 607655"/>
              <a:gd name="connsiteY16" fmla="*/ 326491 h 399048"/>
              <a:gd name="connsiteX17" fmla="*/ 21726 w 607655"/>
              <a:gd name="connsiteY17" fmla="*/ 338759 h 399048"/>
              <a:gd name="connsiteX18" fmla="*/ 21486 w 607655"/>
              <a:gd name="connsiteY18" fmla="*/ 340341 h 399048"/>
              <a:gd name="connsiteX19" fmla="*/ 21295 w 607655"/>
              <a:gd name="connsiteY19" fmla="*/ 341922 h 399048"/>
              <a:gd name="connsiteX20" fmla="*/ 20959 w 607655"/>
              <a:gd name="connsiteY20" fmla="*/ 345133 h 399048"/>
              <a:gd name="connsiteX21" fmla="*/ 20575 w 607655"/>
              <a:gd name="connsiteY21" fmla="*/ 348344 h 399048"/>
              <a:gd name="connsiteX22" fmla="*/ 20383 w 607655"/>
              <a:gd name="connsiteY22" fmla="*/ 349973 h 399048"/>
              <a:gd name="connsiteX23" fmla="*/ 20239 w 607655"/>
              <a:gd name="connsiteY23" fmla="*/ 351555 h 399048"/>
              <a:gd name="connsiteX24" fmla="*/ 19760 w 607655"/>
              <a:gd name="connsiteY24" fmla="*/ 358025 h 399048"/>
              <a:gd name="connsiteX25" fmla="*/ 19616 w 607655"/>
              <a:gd name="connsiteY25" fmla="*/ 359654 h 399048"/>
              <a:gd name="connsiteX26" fmla="*/ 19616 w 607655"/>
              <a:gd name="connsiteY26" fmla="*/ 359846 h 399048"/>
              <a:gd name="connsiteX27" fmla="*/ 19568 w 607655"/>
              <a:gd name="connsiteY27" fmla="*/ 359942 h 399048"/>
              <a:gd name="connsiteX28" fmla="*/ 19568 w 607655"/>
              <a:gd name="connsiteY28" fmla="*/ 360325 h 399048"/>
              <a:gd name="connsiteX29" fmla="*/ 19520 w 607655"/>
              <a:gd name="connsiteY29" fmla="*/ 361188 h 399048"/>
              <a:gd name="connsiteX30" fmla="*/ 19376 w 607655"/>
              <a:gd name="connsiteY30" fmla="*/ 364495 h 399048"/>
              <a:gd name="connsiteX31" fmla="*/ 19232 w 607655"/>
              <a:gd name="connsiteY31" fmla="*/ 367801 h 399048"/>
              <a:gd name="connsiteX32" fmla="*/ 19136 w 607655"/>
              <a:gd name="connsiteY32" fmla="*/ 370869 h 399048"/>
              <a:gd name="connsiteX33" fmla="*/ 19088 w 607655"/>
              <a:gd name="connsiteY33" fmla="*/ 373984 h 399048"/>
              <a:gd name="connsiteX34" fmla="*/ 19040 w 607655"/>
              <a:gd name="connsiteY34" fmla="*/ 375469 h 399048"/>
              <a:gd name="connsiteX35" fmla="*/ 19040 w 607655"/>
              <a:gd name="connsiteY35" fmla="*/ 377003 h 399048"/>
              <a:gd name="connsiteX36" fmla="*/ 19088 w 607655"/>
              <a:gd name="connsiteY36" fmla="*/ 383041 h 399048"/>
              <a:gd name="connsiteX37" fmla="*/ 19280 w 607655"/>
              <a:gd name="connsiteY37" fmla="*/ 388792 h 399048"/>
              <a:gd name="connsiteX38" fmla="*/ 19568 w 607655"/>
              <a:gd name="connsiteY38" fmla="*/ 394256 h 399048"/>
              <a:gd name="connsiteX39" fmla="*/ 19664 w 607655"/>
              <a:gd name="connsiteY39" fmla="*/ 395693 h 399048"/>
              <a:gd name="connsiteX40" fmla="*/ 16498 w 607655"/>
              <a:gd name="connsiteY40" fmla="*/ 399048 h 399048"/>
              <a:gd name="connsiteX41" fmla="*/ 8009 w 607655"/>
              <a:gd name="connsiteY41" fmla="*/ 399048 h 399048"/>
              <a:gd name="connsiteX42" fmla="*/ 4892 w 607655"/>
              <a:gd name="connsiteY42" fmla="*/ 396460 h 399048"/>
              <a:gd name="connsiteX43" fmla="*/ 4796 w 607655"/>
              <a:gd name="connsiteY43" fmla="*/ 396029 h 399048"/>
              <a:gd name="connsiteX44" fmla="*/ 3837 w 607655"/>
              <a:gd name="connsiteY44" fmla="*/ 390374 h 399048"/>
              <a:gd name="connsiteX45" fmla="*/ 2925 w 607655"/>
              <a:gd name="connsiteY45" fmla="*/ 384335 h 399048"/>
              <a:gd name="connsiteX46" fmla="*/ 2110 w 607655"/>
              <a:gd name="connsiteY46" fmla="*/ 378057 h 399048"/>
              <a:gd name="connsiteX47" fmla="*/ 1918 w 607655"/>
              <a:gd name="connsiteY47" fmla="*/ 376428 h 399048"/>
              <a:gd name="connsiteX48" fmla="*/ 1726 w 607655"/>
              <a:gd name="connsiteY48" fmla="*/ 374750 h 399048"/>
              <a:gd name="connsiteX49" fmla="*/ 1391 w 607655"/>
              <a:gd name="connsiteY49" fmla="*/ 371396 h 399048"/>
              <a:gd name="connsiteX50" fmla="*/ 1055 w 607655"/>
              <a:gd name="connsiteY50" fmla="*/ 368041 h 399048"/>
              <a:gd name="connsiteX51" fmla="*/ 815 w 607655"/>
              <a:gd name="connsiteY51" fmla="*/ 364734 h 399048"/>
              <a:gd name="connsiteX52" fmla="*/ 575 w 607655"/>
              <a:gd name="connsiteY52" fmla="*/ 361427 h 399048"/>
              <a:gd name="connsiteX53" fmla="*/ 527 w 607655"/>
              <a:gd name="connsiteY53" fmla="*/ 360613 h 399048"/>
              <a:gd name="connsiteX54" fmla="*/ 479 w 607655"/>
              <a:gd name="connsiteY54" fmla="*/ 360181 h 399048"/>
              <a:gd name="connsiteX55" fmla="*/ 479 w 607655"/>
              <a:gd name="connsiteY55" fmla="*/ 359606 h 399048"/>
              <a:gd name="connsiteX56" fmla="*/ 384 w 607655"/>
              <a:gd name="connsiteY56" fmla="*/ 357929 h 399048"/>
              <a:gd name="connsiteX57" fmla="*/ 144 w 607655"/>
              <a:gd name="connsiteY57" fmla="*/ 350980 h 399048"/>
              <a:gd name="connsiteX58" fmla="*/ 48 w 607655"/>
              <a:gd name="connsiteY58" fmla="*/ 349255 h 399048"/>
              <a:gd name="connsiteX59" fmla="*/ 48 w 607655"/>
              <a:gd name="connsiteY59" fmla="*/ 347529 h 399048"/>
              <a:gd name="connsiteX60" fmla="*/ 48 w 607655"/>
              <a:gd name="connsiteY60" fmla="*/ 344031 h 399048"/>
              <a:gd name="connsiteX61" fmla="*/ 0 w 607655"/>
              <a:gd name="connsiteY61" fmla="*/ 340580 h 399048"/>
              <a:gd name="connsiteX62" fmla="*/ 0 w 607655"/>
              <a:gd name="connsiteY62" fmla="*/ 338855 h 399048"/>
              <a:gd name="connsiteX63" fmla="*/ 48 w 607655"/>
              <a:gd name="connsiteY63" fmla="*/ 337130 h 399048"/>
              <a:gd name="connsiteX64" fmla="*/ 575 w 607655"/>
              <a:gd name="connsiteY64" fmla="*/ 323711 h 399048"/>
              <a:gd name="connsiteX65" fmla="*/ 1055 w 607655"/>
              <a:gd name="connsiteY65" fmla="*/ 317289 h 399048"/>
              <a:gd name="connsiteX66" fmla="*/ 1631 w 607655"/>
              <a:gd name="connsiteY66" fmla="*/ 311155 h 399048"/>
              <a:gd name="connsiteX67" fmla="*/ 3021 w 607655"/>
              <a:gd name="connsiteY67" fmla="*/ 299893 h 399048"/>
              <a:gd name="connsiteX68" fmla="*/ 3357 w 607655"/>
              <a:gd name="connsiteY68" fmla="*/ 297353 h 399048"/>
              <a:gd name="connsiteX69" fmla="*/ 3789 w 607655"/>
              <a:gd name="connsiteY69" fmla="*/ 294861 h 399048"/>
              <a:gd name="connsiteX70" fmla="*/ 4556 w 607655"/>
              <a:gd name="connsiteY70" fmla="*/ 290308 h 399048"/>
              <a:gd name="connsiteX71" fmla="*/ 5276 w 607655"/>
              <a:gd name="connsiteY71" fmla="*/ 286282 h 399048"/>
              <a:gd name="connsiteX72" fmla="*/ 5947 w 607655"/>
              <a:gd name="connsiteY72" fmla="*/ 283119 h 399048"/>
              <a:gd name="connsiteX73" fmla="*/ 6475 w 607655"/>
              <a:gd name="connsiteY73" fmla="*/ 280339 h 399048"/>
              <a:gd name="connsiteX74" fmla="*/ 10407 w 607655"/>
              <a:gd name="connsiteY74" fmla="*/ 277943 h 399048"/>
              <a:gd name="connsiteX75" fmla="*/ 586319 w 607655"/>
              <a:gd name="connsiteY75" fmla="*/ 266251 h 399048"/>
              <a:gd name="connsiteX76" fmla="*/ 590156 w 607655"/>
              <a:gd name="connsiteY76" fmla="*/ 268311 h 399048"/>
              <a:gd name="connsiteX77" fmla="*/ 591499 w 607655"/>
              <a:gd name="connsiteY77" fmla="*/ 272431 h 399048"/>
              <a:gd name="connsiteX78" fmla="*/ 592698 w 607655"/>
              <a:gd name="connsiteY78" fmla="*/ 276168 h 399048"/>
              <a:gd name="connsiteX79" fmla="*/ 593945 w 607655"/>
              <a:gd name="connsiteY79" fmla="*/ 280575 h 399048"/>
              <a:gd name="connsiteX80" fmla="*/ 595384 w 607655"/>
              <a:gd name="connsiteY80" fmla="*/ 285557 h 399048"/>
              <a:gd name="connsiteX81" fmla="*/ 596151 w 607655"/>
              <a:gd name="connsiteY81" fmla="*/ 288288 h 399048"/>
              <a:gd name="connsiteX82" fmla="*/ 596822 w 607655"/>
              <a:gd name="connsiteY82" fmla="*/ 291163 h 399048"/>
              <a:gd name="connsiteX83" fmla="*/ 599796 w 607655"/>
              <a:gd name="connsiteY83" fmla="*/ 303858 h 399048"/>
              <a:gd name="connsiteX84" fmla="*/ 601283 w 607655"/>
              <a:gd name="connsiteY84" fmla="*/ 310804 h 399048"/>
              <a:gd name="connsiteX85" fmla="*/ 602577 w 607655"/>
              <a:gd name="connsiteY85" fmla="*/ 318134 h 399048"/>
              <a:gd name="connsiteX86" fmla="*/ 604880 w 607655"/>
              <a:gd name="connsiteY86" fmla="*/ 333560 h 399048"/>
              <a:gd name="connsiteX87" fmla="*/ 605119 w 607655"/>
              <a:gd name="connsiteY87" fmla="*/ 335524 h 399048"/>
              <a:gd name="connsiteX88" fmla="*/ 605359 w 607655"/>
              <a:gd name="connsiteY88" fmla="*/ 337680 h 399048"/>
              <a:gd name="connsiteX89" fmla="*/ 605791 w 607655"/>
              <a:gd name="connsiteY89" fmla="*/ 342039 h 399048"/>
              <a:gd name="connsiteX90" fmla="*/ 606222 w 607655"/>
              <a:gd name="connsiteY90" fmla="*/ 346399 h 399048"/>
              <a:gd name="connsiteX91" fmla="*/ 606414 w 607655"/>
              <a:gd name="connsiteY91" fmla="*/ 348602 h 399048"/>
              <a:gd name="connsiteX92" fmla="*/ 606510 w 607655"/>
              <a:gd name="connsiteY92" fmla="*/ 350279 h 399048"/>
              <a:gd name="connsiteX93" fmla="*/ 607038 w 607655"/>
              <a:gd name="connsiteY93" fmla="*/ 356986 h 399048"/>
              <a:gd name="connsiteX94" fmla="*/ 607182 w 607655"/>
              <a:gd name="connsiteY94" fmla="*/ 358663 h 399048"/>
              <a:gd name="connsiteX95" fmla="*/ 607182 w 607655"/>
              <a:gd name="connsiteY95" fmla="*/ 358854 h 399048"/>
              <a:gd name="connsiteX96" fmla="*/ 607182 w 607655"/>
              <a:gd name="connsiteY96" fmla="*/ 358902 h 399048"/>
              <a:gd name="connsiteX97" fmla="*/ 607230 w 607655"/>
              <a:gd name="connsiteY97" fmla="*/ 360052 h 399048"/>
              <a:gd name="connsiteX98" fmla="*/ 607230 w 607655"/>
              <a:gd name="connsiteY98" fmla="*/ 360148 h 399048"/>
              <a:gd name="connsiteX99" fmla="*/ 607230 w 607655"/>
              <a:gd name="connsiteY99" fmla="*/ 360675 h 399048"/>
              <a:gd name="connsiteX100" fmla="*/ 607277 w 607655"/>
              <a:gd name="connsiteY100" fmla="*/ 361681 h 399048"/>
              <a:gd name="connsiteX101" fmla="*/ 607421 w 607655"/>
              <a:gd name="connsiteY101" fmla="*/ 365657 h 399048"/>
              <a:gd name="connsiteX102" fmla="*/ 607565 w 607655"/>
              <a:gd name="connsiteY102" fmla="*/ 369633 h 399048"/>
              <a:gd name="connsiteX103" fmla="*/ 607613 w 607655"/>
              <a:gd name="connsiteY103" fmla="*/ 373562 h 399048"/>
              <a:gd name="connsiteX104" fmla="*/ 607613 w 607655"/>
              <a:gd name="connsiteY104" fmla="*/ 381323 h 399048"/>
              <a:gd name="connsiteX105" fmla="*/ 607469 w 607655"/>
              <a:gd name="connsiteY105" fmla="*/ 388844 h 399048"/>
              <a:gd name="connsiteX106" fmla="*/ 607134 w 607655"/>
              <a:gd name="connsiteY106" fmla="*/ 396030 h 399048"/>
              <a:gd name="connsiteX107" fmla="*/ 604016 w 607655"/>
              <a:gd name="connsiteY107" fmla="*/ 399048 h 399048"/>
              <a:gd name="connsiteX108" fmla="*/ 478363 w 607655"/>
              <a:gd name="connsiteY108" fmla="*/ 399048 h 399048"/>
              <a:gd name="connsiteX109" fmla="*/ 478603 w 607655"/>
              <a:gd name="connsiteY109" fmla="*/ 398281 h 399048"/>
              <a:gd name="connsiteX110" fmla="*/ 478987 w 607655"/>
              <a:gd name="connsiteY110" fmla="*/ 396892 h 399048"/>
              <a:gd name="connsiteX111" fmla="*/ 479370 w 607655"/>
              <a:gd name="connsiteY111" fmla="*/ 395215 h 399048"/>
              <a:gd name="connsiteX112" fmla="*/ 480186 w 607655"/>
              <a:gd name="connsiteY112" fmla="*/ 391575 h 399048"/>
              <a:gd name="connsiteX113" fmla="*/ 481049 w 607655"/>
              <a:gd name="connsiteY113" fmla="*/ 387550 h 399048"/>
              <a:gd name="connsiteX114" fmla="*/ 481864 w 607655"/>
              <a:gd name="connsiteY114" fmla="*/ 383239 h 399048"/>
              <a:gd name="connsiteX115" fmla="*/ 482631 w 607655"/>
              <a:gd name="connsiteY115" fmla="*/ 378688 h 399048"/>
              <a:gd name="connsiteX116" fmla="*/ 483351 w 607655"/>
              <a:gd name="connsiteY116" fmla="*/ 373849 h 399048"/>
              <a:gd name="connsiteX117" fmla="*/ 483974 w 607655"/>
              <a:gd name="connsiteY117" fmla="*/ 368867 h 399048"/>
              <a:gd name="connsiteX118" fmla="*/ 484262 w 607655"/>
              <a:gd name="connsiteY118" fmla="*/ 366280 h 399048"/>
              <a:gd name="connsiteX119" fmla="*/ 484502 w 607655"/>
              <a:gd name="connsiteY119" fmla="*/ 363693 h 399048"/>
              <a:gd name="connsiteX120" fmla="*/ 484742 w 607655"/>
              <a:gd name="connsiteY120" fmla="*/ 361106 h 399048"/>
              <a:gd name="connsiteX121" fmla="*/ 484790 w 607655"/>
              <a:gd name="connsiteY121" fmla="*/ 360435 h 399048"/>
              <a:gd name="connsiteX122" fmla="*/ 484838 w 607655"/>
              <a:gd name="connsiteY122" fmla="*/ 360100 h 399048"/>
              <a:gd name="connsiteX123" fmla="*/ 484838 w 607655"/>
              <a:gd name="connsiteY123" fmla="*/ 360962 h 399048"/>
              <a:gd name="connsiteX124" fmla="*/ 484886 w 607655"/>
              <a:gd name="connsiteY124" fmla="*/ 360771 h 399048"/>
              <a:gd name="connsiteX125" fmla="*/ 484934 w 607655"/>
              <a:gd name="connsiteY125" fmla="*/ 359094 h 399048"/>
              <a:gd name="connsiteX126" fmla="*/ 485221 w 607655"/>
              <a:gd name="connsiteY126" fmla="*/ 352387 h 399048"/>
              <a:gd name="connsiteX127" fmla="*/ 485317 w 607655"/>
              <a:gd name="connsiteY127" fmla="*/ 350758 h 399048"/>
              <a:gd name="connsiteX128" fmla="*/ 485317 w 607655"/>
              <a:gd name="connsiteY128" fmla="*/ 349608 h 399048"/>
              <a:gd name="connsiteX129" fmla="*/ 485365 w 607655"/>
              <a:gd name="connsiteY129" fmla="*/ 347261 h 399048"/>
              <a:gd name="connsiteX130" fmla="*/ 485461 w 607655"/>
              <a:gd name="connsiteY130" fmla="*/ 344962 h 399048"/>
              <a:gd name="connsiteX131" fmla="*/ 485509 w 607655"/>
              <a:gd name="connsiteY131" fmla="*/ 343812 h 399048"/>
              <a:gd name="connsiteX132" fmla="*/ 485509 w 607655"/>
              <a:gd name="connsiteY132" fmla="*/ 342518 h 399048"/>
              <a:gd name="connsiteX133" fmla="*/ 485269 w 607655"/>
              <a:gd name="connsiteY133" fmla="*/ 332218 h 399048"/>
              <a:gd name="connsiteX134" fmla="*/ 485029 w 607655"/>
              <a:gd name="connsiteY134" fmla="*/ 327284 h 399048"/>
              <a:gd name="connsiteX135" fmla="*/ 484646 w 607655"/>
              <a:gd name="connsiteY135" fmla="*/ 322589 h 399048"/>
              <a:gd name="connsiteX136" fmla="*/ 483735 w 607655"/>
              <a:gd name="connsiteY136" fmla="*/ 313966 h 399048"/>
              <a:gd name="connsiteX137" fmla="*/ 483495 w 607655"/>
              <a:gd name="connsiteY137" fmla="*/ 312002 h 399048"/>
              <a:gd name="connsiteX138" fmla="*/ 483207 w 607655"/>
              <a:gd name="connsiteY138" fmla="*/ 310181 h 399048"/>
              <a:gd name="connsiteX139" fmla="*/ 482679 w 607655"/>
              <a:gd name="connsiteY139" fmla="*/ 306732 h 399048"/>
              <a:gd name="connsiteX140" fmla="*/ 482248 w 607655"/>
              <a:gd name="connsiteY140" fmla="*/ 303714 h 399048"/>
              <a:gd name="connsiteX141" fmla="*/ 481720 w 607655"/>
              <a:gd name="connsiteY141" fmla="*/ 301127 h 399048"/>
              <a:gd name="connsiteX142" fmla="*/ 481337 w 607655"/>
              <a:gd name="connsiteY142" fmla="*/ 299115 h 399048"/>
              <a:gd name="connsiteX143" fmla="*/ 483591 w 607655"/>
              <a:gd name="connsiteY143" fmla="*/ 295522 h 399048"/>
              <a:gd name="connsiteX144" fmla="*/ 93138 w 607655"/>
              <a:gd name="connsiteY144" fmla="*/ 125793 h 399048"/>
              <a:gd name="connsiteX145" fmla="*/ 97743 w 607655"/>
              <a:gd name="connsiteY145" fmla="*/ 126033 h 399048"/>
              <a:gd name="connsiteX146" fmla="*/ 125184 w 607655"/>
              <a:gd name="connsiteY146" fmla="*/ 158170 h 399048"/>
              <a:gd name="connsiteX147" fmla="*/ 124704 w 607655"/>
              <a:gd name="connsiteY147" fmla="*/ 162720 h 399048"/>
              <a:gd name="connsiteX148" fmla="*/ 122449 w 607655"/>
              <a:gd name="connsiteY148" fmla="*/ 164396 h 399048"/>
              <a:gd name="connsiteX149" fmla="*/ 121202 w 607655"/>
              <a:gd name="connsiteY149" fmla="*/ 165354 h 399048"/>
              <a:gd name="connsiteX150" fmla="*/ 119907 w 607655"/>
              <a:gd name="connsiteY150" fmla="*/ 166312 h 399048"/>
              <a:gd name="connsiteX151" fmla="*/ 117316 w 607655"/>
              <a:gd name="connsiteY151" fmla="*/ 168371 h 399048"/>
              <a:gd name="connsiteX152" fmla="*/ 114342 w 607655"/>
              <a:gd name="connsiteY152" fmla="*/ 170718 h 399048"/>
              <a:gd name="connsiteX153" fmla="*/ 110984 w 607655"/>
              <a:gd name="connsiteY153" fmla="*/ 173592 h 399048"/>
              <a:gd name="connsiteX154" fmla="*/ 107386 w 607655"/>
              <a:gd name="connsiteY154" fmla="*/ 176705 h 399048"/>
              <a:gd name="connsiteX155" fmla="*/ 103548 w 607655"/>
              <a:gd name="connsiteY155" fmla="*/ 180201 h 399048"/>
              <a:gd name="connsiteX156" fmla="*/ 99614 w 607655"/>
              <a:gd name="connsiteY156" fmla="*/ 183937 h 399048"/>
              <a:gd name="connsiteX157" fmla="*/ 95537 w 607655"/>
              <a:gd name="connsiteY157" fmla="*/ 187912 h 399048"/>
              <a:gd name="connsiteX158" fmla="*/ 91411 w 607655"/>
              <a:gd name="connsiteY158" fmla="*/ 192175 h 399048"/>
              <a:gd name="connsiteX159" fmla="*/ 89396 w 607655"/>
              <a:gd name="connsiteY159" fmla="*/ 194330 h 399048"/>
              <a:gd name="connsiteX160" fmla="*/ 87333 w 607655"/>
              <a:gd name="connsiteY160" fmla="*/ 196629 h 399048"/>
              <a:gd name="connsiteX161" fmla="*/ 85270 w 607655"/>
              <a:gd name="connsiteY161" fmla="*/ 198880 h 399048"/>
              <a:gd name="connsiteX162" fmla="*/ 83256 w 607655"/>
              <a:gd name="connsiteY162" fmla="*/ 201227 h 399048"/>
              <a:gd name="connsiteX163" fmla="*/ 79226 w 607655"/>
              <a:gd name="connsiteY163" fmla="*/ 205968 h 399048"/>
              <a:gd name="connsiteX164" fmla="*/ 75340 w 607655"/>
              <a:gd name="connsiteY164" fmla="*/ 210854 h 399048"/>
              <a:gd name="connsiteX165" fmla="*/ 74381 w 607655"/>
              <a:gd name="connsiteY165" fmla="*/ 212051 h 399048"/>
              <a:gd name="connsiteX166" fmla="*/ 73469 w 607655"/>
              <a:gd name="connsiteY166" fmla="*/ 213296 h 399048"/>
              <a:gd name="connsiteX167" fmla="*/ 71598 w 607655"/>
              <a:gd name="connsiteY167" fmla="*/ 215787 h 399048"/>
              <a:gd name="connsiteX168" fmla="*/ 64642 w 607655"/>
              <a:gd name="connsiteY168" fmla="*/ 225605 h 399048"/>
              <a:gd name="connsiteX169" fmla="*/ 61476 w 607655"/>
              <a:gd name="connsiteY169" fmla="*/ 230490 h 399048"/>
              <a:gd name="connsiteX170" fmla="*/ 59941 w 607655"/>
              <a:gd name="connsiteY170" fmla="*/ 232837 h 399048"/>
              <a:gd name="connsiteX171" fmla="*/ 58550 w 607655"/>
              <a:gd name="connsiteY171" fmla="*/ 235184 h 399048"/>
              <a:gd name="connsiteX172" fmla="*/ 55815 w 607655"/>
              <a:gd name="connsiteY172" fmla="*/ 239686 h 399048"/>
              <a:gd name="connsiteX173" fmla="*/ 53417 w 607655"/>
              <a:gd name="connsiteY173" fmla="*/ 243948 h 399048"/>
              <a:gd name="connsiteX174" fmla="*/ 51210 w 607655"/>
              <a:gd name="connsiteY174" fmla="*/ 247924 h 399048"/>
              <a:gd name="connsiteX175" fmla="*/ 49339 w 607655"/>
              <a:gd name="connsiteY175" fmla="*/ 251516 h 399048"/>
              <a:gd name="connsiteX176" fmla="*/ 47660 w 607655"/>
              <a:gd name="connsiteY176" fmla="*/ 254725 h 399048"/>
              <a:gd name="connsiteX177" fmla="*/ 46365 w 607655"/>
              <a:gd name="connsiteY177" fmla="*/ 257503 h 399048"/>
              <a:gd name="connsiteX178" fmla="*/ 45069 w 607655"/>
              <a:gd name="connsiteY178" fmla="*/ 260089 h 399048"/>
              <a:gd name="connsiteX179" fmla="*/ 41136 w 607655"/>
              <a:gd name="connsiteY179" fmla="*/ 261669 h 399048"/>
              <a:gd name="connsiteX180" fmla="*/ 17006 w 607655"/>
              <a:gd name="connsiteY180" fmla="*/ 252426 h 399048"/>
              <a:gd name="connsiteX181" fmla="*/ 15135 w 607655"/>
              <a:gd name="connsiteY181" fmla="*/ 248498 h 399048"/>
              <a:gd name="connsiteX182" fmla="*/ 16238 w 607655"/>
              <a:gd name="connsiteY182" fmla="*/ 245194 h 399048"/>
              <a:gd name="connsiteX183" fmla="*/ 17341 w 607655"/>
              <a:gd name="connsiteY183" fmla="*/ 241985 h 399048"/>
              <a:gd name="connsiteX184" fmla="*/ 18780 w 607655"/>
              <a:gd name="connsiteY184" fmla="*/ 238153 h 399048"/>
              <a:gd name="connsiteX185" fmla="*/ 20412 w 607655"/>
              <a:gd name="connsiteY185" fmla="*/ 233843 h 399048"/>
              <a:gd name="connsiteX186" fmla="*/ 22330 w 607655"/>
              <a:gd name="connsiteY186" fmla="*/ 229149 h 399048"/>
              <a:gd name="connsiteX187" fmla="*/ 24441 w 607655"/>
              <a:gd name="connsiteY187" fmla="*/ 223977 h 399048"/>
              <a:gd name="connsiteX188" fmla="*/ 26888 w 607655"/>
              <a:gd name="connsiteY188" fmla="*/ 218565 h 399048"/>
              <a:gd name="connsiteX189" fmla="*/ 28183 w 607655"/>
              <a:gd name="connsiteY189" fmla="*/ 215739 h 399048"/>
              <a:gd name="connsiteX190" fmla="*/ 29574 w 607655"/>
              <a:gd name="connsiteY190" fmla="*/ 212865 h 399048"/>
              <a:gd name="connsiteX191" fmla="*/ 32453 w 607655"/>
              <a:gd name="connsiteY191" fmla="*/ 206926 h 399048"/>
              <a:gd name="connsiteX192" fmla="*/ 39025 w 607655"/>
              <a:gd name="connsiteY192" fmla="*/ 194809 h 399048"/>
              <a:gd name="connsiteX193" fmla="*/ 40800 w 607655"/>
              <a:gd name="connsiteY193" fmla="*/ 191744 h 399048"/>
              <a:gd name="connsiteX194" fmla="*/ 41663 w 607655"/>
              <a:gd name="connsiteY194" fmla="*/ 190163 h 399048"/>
              <a:gd name="connsiteX195" fmla="*/ 42623 w 607655"/>
              <a:gd name="connsiteY195" fmla="*/ 188631 h 399048"/>
              <a:gd name="connsiteX196" fmla="*/ 46365 w 607655"/>
              <a:gd name="connsiteY196" fmla="*/ 182548 h 399048"/>
              <a:gd name="connsiteX197" fmla="*/ 50346 w 607655"/>
              <a:gd name="connsiteY197" fmla="*/ 176513 h 399048"/>
              <a:gd name="connsiteX198" fmla="*/ 52313 w 607655"/>
              <a:gd name="connsiteY198" fmla="*/ 173544 h 399048"/>
              <a:gd name="connsiteX199" fmla="*/ 54376 w 607655"/>
              <a:gd name="connsiteY199" fmla="*/ 170622 h 399048"/>
              <a:gd name="connsiteX200" fmla="*/ 56439 w 607655"/>
              <a:gd name="connsiteY200" fmla="*/ 167749 h 399048"/>
              <a:gd name="connsiteX201" fmla="*/ 58502 w 607655"/>
              <a:gd name="connsiteY201" fmla="*/ 164875 h 399048"/>
              <a:gd name="connsiteX202" fmla="*/ 62675 w 607655"/>
              <a:gd name="connsiteY202" fmla="*/ 159415 h 399048"/>
              <a:gd name="connsiteX203" fmla="*/ 66801 w 607655"/>
              <a:gd name="connsiteY203" fmla="*/ 154195 h 399048"/>
              <a:gd name="connsiteX204" fmla="*/ 70879 w 607655"/>
              <a:gd name="connsiteY204" fmla="*/ 149261 h 399048"/>
              <a:gd name="connsiteX205" fmla="*/ 74860 w 607655"/>
              <a:gd name="connsiteY205" fmla="*/ 144664 h 399048"/>
              <a:gd name="connsiteX206" fmla="*/ 78698 w 607655"/>
              <a:gd name="connsiteY206" fmla="*/ 140497 h 399048"/>
              <a:gd name="connsiteX207" fmla="*/ 82248 w 607655"/>
              <a:gd name="connsiteY207" fmla="*/ 136617 h 399048"/>
              <a:gd name="connsiteX208" fmla="*/ 85702 w 607655"/>
              <a:gd name="connsiteY208" fmla="*/ 133121 h 399048"/>
              <a:gd name="connsiteX209" fmla="*/ 88724 w 607655"/>
              <a:gd name="connsiteY209" fmla="*/ 130056 h 399048"/>
              <a:gd name="connsiteX210" fmla="*/ 90020 w 607655"/>
              <a:gd name="connsiteY210" fmla="*/ 128811 h 399048"/>
              <a:gd name="connsiteX211" fmla="*/ 91123 w 607655"/>
              <a:gd name="connsiteY211" fmla="*/ 127757 h 399048"/>
              <a:gd name="connsiteX212" fmla="*/ 93138 w 607655"/>
              <a:gd name="connsiteY212" fmla="*/ 125793 h 399048"/>
              <a:gd name="connsiteX213" fmla="*/ 476526 w 607655"/>
              <a:gd name="connsiteY213" fmla="*/ 108336 h 399048"/>
              <a:gd name="connsiteX214" fmla="*/ 479836 w 607655"/>
              <a:gd name="connsiteY214" fmla="*/ 110875 h 399048"/>
              <a:gd name="connsiteX215" fmla="*/ 482858 w 607655"/>
              <a:gd name="connsiteY215" fmla="*/ 113223 h 399048"/>
              <a:gd name="connsiteX216" fmla="*/ 486312 w 607655"/>
              <a:gd name="connsiteY216" fmla="*/ 116049 h 399048"/>
              <a:gd name="connsiteX217" fmla="*/ 490246 w 607655"/>
              <a:gd name="connsiteY217" fmla="*/ 119307 h 399048"/>
              <a:gd name="connsiteX218" fmla="*/ 494516 w 607655"/>
              <a:gd name="connsiteY218" fmla="*/ 122996 h 399048"/>
              <a:gd name="connsiteX219" fmla="*/ 499121 w 607655"/>
              <a:gd name="connsiteY219" fmla="*/ 127116 h 399048"/>
              <a:gd name="connsiteX220" fmla="*/ 503919 w 607655"/>
              <a:gd name="connsiteY220" fmla="*/ 131571 h 399048"/>
              <a:gd name="connsiteX221" fmla="*/ 508908 w 607655"/>
              <a:gd name="connsiteY221" fmla="*/ 136458 h 399048"/>
              <a:gd name="connsiteX222" fmla="*/ 513993 w 607655"/>
              <a:gd name="connsiteY222" fmla="*/ 141632 h 399048"/>
              <a:gd name="connsiteX223" fmla="*/ 519174 w 607655"/>
              <a:gd name="connsiteY223" fmla="*/ 147093 h 399048"/>
              <a:gd name="connsiteX224" fmla="*/ 521765 w 607655"/>
              <a:gd name="connsiteY224" fmla="*/ 149920 h 399048"/>
              <a:gd name="connsiteX225" fmla="*/ 524307 w 607655"/>
              <a:gd name="connsiteY225" fmla="*/ 152842 h 399048"/>
              <a:gd name="connsiteX226" fmla="*/ 526898 w 607655"/>
              <a:gd name="connsiteY226" fmla="*/ 155812 h 399048"/>
              <a:gd name="connsiteX227" fmla="*/ 529441 w 607655"/>
              <a:gd name="connsiteY227" fmla="*/ 158830 h 399048"/>
              <a:gd name="connsiteX228" fmla="*/ 534430 w 607655"/>
              <a:gd name="connsiteY228" fmla="*/ 164915 h 399048"/>
              <a:gd name="connsiteX229" fmla="*/ 539275 w 607655"/>
              <a:gd name="connsiteY229" fmla="*/ 171191 h 399048"/>
              <a:gd name="connsiteX230" fmla="*/ 540522 w 607655"/>
              <a:gd name="connsiteY230" fmla="*/ 172771 h 399048"/>
              <a:gd name="connsiteX231" fmla="*/ 541674 w 607655"/>
              <a:gd name="connsiteY231" fmla="*/ 174352 h 399048"/>
              <a:gd name="connsiteX232" fmla="*/ 543977 w 607655"/>
              <a:gd name="connsiteY232" fmla="*/ 177562 h 399048"/>
              <a:gd name="connsiteX233" fmla="*/ 552660 w 607655"/>
              <a:gd name="connsiteY233" fmla="*/ 190162 h 399048"/>
              <a:gd name="connsiteX234" fmla="*/ 556546 w 607655"/>
              <a:gd name="connsiteY234" fmla="*/ 196342 h 399048"/>
              <a:gd name="connsiteX235" fmla="*/ 558465 w 607655"/>
              <a:gd name="connsiteY235" fmla="*/ 199360 h 399048"/>
              <a:gd name="connsiteX236" fmla="*/ 560192 w 607655"/>
              <a:gd name="connsiteY236" fmla="*/ 202378 h 399048"/>
              <a:gd name="connsiteX237" fmla="*/ 563550 w 607655"/>
              <a:gd name="connsiteY237" fmla="*/ 208127 h 399048"/>
              <a:gd name="connsiteX238" fmla="*/ 566572 w 607655"/>
              <a:gd name="connsiteY238" fmla="*/ 213589 h 399048"/>
              <a:gd name="connsiteX239" fmla="*/ 567963 w 607655"/>
              <a:gd name="connsiteY239" fmla="*/ 216176 h 399048"/>
              <a:gd name="connsiteX240" fmla="*/ 569307 w 607655"/>
              <a:gd name="connsiteY240" fmla="*/ 218715 h 399048"/>
              <a:gd name="connsiteX241" fmla="*/ 571801 w 607655"/>
              <a:gd name="connsiteY241" fmla="*/ 223697 h 399048"/>
              <a:gd name="connsiteX242" fmla="*/ 573960 w 607655"/>
              <a:gd name="connsiteY242" fmla="*/ 228104 h 399048"/>
              <a:gd name="connsiteX243" fmla="*/ 575399 w 607655"/>
              <a:gd name="connsiteY243" fmla="*/ 231123 h 399048"/>
              <a:gd name="connsiteX244" fmla="*/ 576599 w 607655"/>
              <a:gd name="connsiteY244" fmla="*/ 233662 h 399048"/>
              <a:gd name="connsiteX245" fmla="*/ 574919 w 607655"/>
              <a:gd name="connsiteY245" fmla="*/ 237925 h 399048"/>
              <a:gd name="connsiteX246" fmla="*/ 479308 w 607655"/>
              <a:gd name="connsiteY246" fmla="*/ 276299 h 399048"/>
              <a:gd name="connsiteX247" fmla="*/ 475135 w 607655"/>
              <a:gd name="connsiteY247" fmla="*/ 274383 h 399048"/>
              <a:gd name="connsiteX248" fmla="*/ 474271 w 607655"/>
              <a:gd name="connsiteY248" fmla="*/ 271700 h 399048"/>
              <a:gd name="connsiteX249" fmla="*/ 473264 w 607655"/>
              <a:gd name="connsiteY249" fmla="*/ 268682 h 399048"/>
              <a:gd name="connsiteX250" fmla="*/ 472352 w 607655"/>
              <a:gd name="connsiteY250" fmla="*/ 266143 h 399048"/>
              <a:gd name="connsiteX251" fmla="*/ 471345 w 607655"/>
              <a:gd name="connsiteY251" fmla="*/ 263173 h 399048"/>
              <a:gd name="connsiteX252" fmla="*/ 470673 w 607655"/>
              <a:gd name="connsiteY252" fmla="*/ 261448 h 399048"/>
              <a:gd name="connsiteX253" fmla="*/ 469953 w 607655"/>
              <a:gd name="connsiteY253" fmla="*/ 259628 h 399048"/>
              <a:gd name="connsiteX254" fmla="*/ 468418 w 607655"/>
              <a:gd name="connsiteY254" fmla="*/ 255651 h 399048"/>
              <a:gd name="connsiteX255" fmla="*/ 466595 w 607655"/>
              <a:gd name="connsiteY255" fmla="*/ 251483 h 399048"/>
              <a:gd name="connsiteX256" fmla="*/ 465684 w 607655"/>
              <a:gd name="connsiteY256" fmla="*/ 249280 h 399048"/>
              <a:gd name="connsiteX257" fmla="*/ 464628 w 607655"/>
              <a:gd name="connsiteY257" fmla="*/ 247076 h 399048"/>
              <a:gd name="connsiteX258" fmla="*/ 462517 w 607655"/>
              <a:gd name="connsiteY258" fmla="*/ 242477 h 399048"/>
              <a:gd name="connsiteX259" fmla="*/ 457624 w 607655"/>
              <a:gd name="connsiteY259" fmla="*/ 233135 h 399048"/>
              <a:gd name="connsiteX260" fmla="*/ 456329 w 607655"/>
              <a:gd name="connsiteY260" fmla="*/ 230739 h 399048"/>
              <a:gd name="connsiteX261" fmla="*/ 455657 w 607655"/>
              <a:gd name="connsiteY261" fmla="*/ 229542 h 399048"/>
              <a:gd name="connsiteX262" fmla="*/ 454986 w 607655"/>
              <a:gd name="connsiteY262" fmla="*/ 228392 h 399048"/>
              <a:gd name="connsiteX263" fmla="*/ 452155 w 607655"/>
              <a:gd name="connsiteY263" fmla="*/ 223649 h 399048"/>
              <a:gd name="connsiteX264" fmla="*/ 449229 w 607655"/>
              <a:gd name="connsiteY264" fmla="*/ 219002 h 399048"/>
              <a:gd name="connsiteX265" fmla="*/ 447742 w 607655"/>
              <a:gd name="connsiteY265" fmla="*/ 216703 h 399048"/>
              <a:gd name="connsiteX266" fmla="*/ 446206 w 607655"/>
              <a:gd name="connsiteY266" fmla="*/ 214451 h 399048"/>
              <a:gd name="connsiteX267" fmla="*/ 444719 w 607655"/>
              <a:gd name="connsiteY267" fmla="*/ 212199 h 399048"/>
              <a:gd name="connsiteX268" fmla="*/ 443136 w 607655"/>
              <a:gd name="connsiteY268" fmla="*/ 209995 h 399048"/>
              <a:gd name="connsiteX269" fmla="*/ 440066 w 607655"/>
              <a:gd name="connsiteY269" fmla="*/ 205732 h 399048"/>
              <a:gd name="connsiteX270" fmla="*/ 436948 w 607655"/>
              <a:gd name="connsiteY270" fmla="*/ 201708 h 399048"/>
              <a:gd name="connsiteX271" fmla="*/ 433877 w 607655"/>
              <a:gd name="connsiteY271" fmla="*/ 197923 h 399048"/>
              <a:gd name="connsiteX272" fmla="*/ 430903 w 607655"/>
              <a:gd name="connsiteY272" fmla="*/ 194330 h 399048"/>
              <a:gd name="connsiteX273" fmla="*/ 428072 w 607655"/>
              <a:gd name="connsiteY273" fmla="*/ 191072 h 399048"/>
              <a:gd name="connsiteX274" fmla="*/ 425386 w 607655"/>
              <a:gd name="connsiteY274" fmla="*/ 188102 h 399048"/>
              <a:gd name="connsiteX275" fmla="*/ 422939 w 607655"/>
              <a:gd name="connsiteY275" fmla="*/ 185515 h 399048"/>
              <a:gd name="connsiteX276" fmla="*/ 420733 w 607655"/>
              <a:gd name="connsiteY276" fmla="*/ 183215 h 399048"/>
              <a:gd name="connsiteX277" fmla="*/ 418862 w 607655"/>
              <a:gd name="connsiteY277" fmla="*/ 181299 h 399048"/>
              <a:gd name="connsiteX278" fmla="*/ 417230 w 607655"/>
              <a:gd name="connsiteY278" fmla="*/ 179718 h 399048"/>
              <a:gd name="connsiteX279" fmla="*/ 417039 w 607655"/>
              <a:gd name="connsiteY279" fmla="*/ 175502 h 399048"/>
              <a:gd name="connsiteX280" fmla="*/ 472160 w 607655"/>
              <a:gd name="connsiteY280" fmla="*/ 108815 h 399048"/>
              <a:gd name="connsiteX281" fmla="*/ 476526 w 607655"/>
              <a:gd name="connsiteY281" fmla="*/ 108336 h 399048"/>
              <a:gd name="connsiteX282" fmla="*/ 400772 w 607655"/>
              <a:gd name="connsiteY282" fmla="*/ 66120 h 399048"/>
              <a:gd name="connsiteX283" fmla="*/ 402547 w 607655"/>
              <a:gd name="connsiteY283" fmla="*/ 66790 h 399048"/>
              <a:gd name="connsiteX284" fmla="*/ 409169 w 607655"/>
              <a:gd name="connsiteY284" fmla="*/ 69471 h 399048"/>
              <a:gd name="connsiteX285" fmla="*/ 415503 w 607655"/>
              <a:gd name="connsiteY285" fmla="*/ 72200 h 399048"/>
              <a:gd name="connsiteX286" fmla="*/ 421453 w 607655"/>
              <a:gd name="connsiteY286" fmla="*/ 74929 h 399048"/>
              <a:gd name="connsiteX287" fmla="*/ 426923 w 607655"/>
              <a:gd name="connsiteY287" fmla="*/ 77610 h 399048"/>
              <a:gd name="connsiteX288" fmla="*/ 431962 w 607655"/>
              <a:gd name="connsiteY288" fmla="*/ 80100 h 399048"/>
              <a:gd name="connsiteX289" fmla="*/ 436712 w 607655"/>
              <a:gd name="connsiteY289" fmla="*/ 82733 h 399048"/>
              <a:gd name="connsiteX290" fmla="*/ 440887 w 607655"/>
              <a:gd name="connsiteY290" fmla="*/ 85031 h 399048"/>
              <a:gd name="connsiteX291" fmla="*/ 442518 w 607655"/>
              <a:gd name="connsiteY291" fmla="*/ 85941 h 399048"/>
              <a:gd name="connsiteX292" fmla="*/ 443862 w 607655"/>
              <a:gd name="connsiteY292" fmla="*/ 86707 h 399048"/>
              <a:gd name="connsiteX293" fmla="*/ 446309 w 607655"/>
              <a:gd name="connsiteY293" fmla="*/ 88095 h 399048"/>
              <a:gd name="connsiteX294" fmla="*/ 447364 w 607655"/>
              <a:gd name="connsiteY294" fmla="*/ 92548 h 399048"/>
              <a:gd name="connsiteX295" fmla="*/ 401923 w 607655"/>
              <a:gd name="connsiteY295" fmla="*/ 161633 h 399048"/>
              <a:gd name="connsiteX296" fmla="*/ 397365 w 607655"/>
              <a:gd name="connsiteY296" fmla="*/ 162399 h 399048"/>
              <a:gd name="connsiteX297" fmla="*/ 395110 w 607655"/>
              <a:gd name="connsiteY297" fmla="*/ 160723 h 399048"/>
              <a:gd name="connsiteX298" fmla="*/ 393862 w 607655"/>
              <a:gd name="connsiteY298" fmla="*/ 159814 h 399048"/>
              <a:gd name="connsiteX299" fmla="*/ 392614 w 607655"/>
              <a:gd name="connsiteY299" fmla="*/ 158904 h 399048"/>
              <a:gd name="connsiteX300" fmla="*/ 390311 w 607655"/>
              <a:gd name="connsiteY300" fmla="*/ 157228 h 399048"/>
              <a:gd name="connsiteX301" fmla="*/ 387624 w 607655"/>
              <a:gd name="connsiteY301" fmla="*/ 155265 h 399048"/>
              <a:gd name="connsiteX302" fmla="*/ 384265 w 607655"/>
              <a:gd name="connsiteY302" fmla="*/ 153063 h 399048"/>
              <a:gd name="connsiteX303" fmla="*/ 381194 w 607655"/>
              <a:gd name="connsiteY303" fmla="*/ 151004 h 399048"/>
              <a:gd name="connsiteX304" fmla="*/ 259999 w 607655"/>
              <a:gd name="connsiteY304" fmla="*/ 48013 h 399048"/>
              <a:gd name="connsiteX305" fmla="*/ 263502 w 607655"/>
              <a:gd name="connsiteY305" fmla="*/ 50935 h 399048"/>
              <a:gd name="connsiteX306" fmla="*/ 267581 w 607655"/>
              <a:gd name="connsiteY306" fmla="*/ 113266 h 399048"/>
              <a:gd name="connsiteX307" fmla="*/ 264462 w 607655"/>
              <a:gd name="connsiteY307" fmla="*/ 116620 h 399048"/>
              <a:gd name="connsiteX308" fmla="*/ 261678 w 607655"/>
              <a:gd name="connsiteY308" fmla="*/ 116620 h 399048"/>
              <a:gd name="connsiteX309" fmla="*/ 258463 w 607655"/>
              <a:gd name="connsiteY309" fmla="*/ 116668 h 399048"/>
              <a:gd name="connsiteX310" fmla="*/ 255392 w 607655"/>
              <a:gd name="connsiteY310" fmla="*/ 116763 h 399048"/>
              <a:gd name="connsiteX311" fmla="*/ 251888 w 607655"/>
              <a:gd name="connsiteY311" fmla="*/ 116859 h 399048"/>
              <a:gd name="connsiteX312" fmla="*/ 249873 w 607655"/>
              <a:gd name="connsiteY312" fmla="*/ 116955 h 399048"/>
              <a:gd name="connsiteX313" fmla="*/ 247713 w 607655"/>
              <a:gd name="connsiteY313" fmla="*/ 117099 h 399048"/>
              <a:gd name="connsiteX314" fmla="*/ 243154 w 607655"/>
              <a:gd name="connsiteY314" fmla="*/ 117434 h 399048"/>
              <a:gd name="connsiteX315" fmla="*/ 238259 w 607655"/>
              <a:gd name="connsiteY315" fmla="*/ 117913 h 399048"/>
              <a:gd name="connsiteX316" fmla="*/ 235715 w 607655"/>
              <a:gd name="connsiteY316" fmla="*/ 118153 h 399048"/>
              <a:gd name="connsiteX317" fmla="*/ 233124 w 607655"/>
              <a:gd name="connsiteY317" fmla="*/ 118536 h 399048"/>
              <a:gd name="connsiteX318" fmla="*/ 227749 w 607655"/>
              <a:gd name="connsiteY318" fmla="*/ 119255 h 399048"/>
              <a:gd name="connsiteX319" fmla="*/ 222230 w 607655"/>
              <a:gd name="connsiteY319" fmla="*/ 120213 h 399048"/>
              <a:gd name="connsiteX320" fmla="*/ 219398 w 607655"/>
              <a:gd name="connsiteY320" fmla="*/ 120740 h 399048"/>
              <a:gd name="connsiteX321" fmla="*/ 216567 w 607655"/>
              <a:gd name="connsiteY321" fmla="*/ 121315 h 399048"/>
              <a:gd name="connsiteX322" fmla="*/ 213688 w 607655"/>
              <a:gd name="connsiteY322" fmla="*/ 121938 h 399048"/>
              <a:gd name="connsiteX323" fmla="*/ 210808 w 607655"/>
              <a:gd name="connsiteY323" fmla="*/ 122561 h 399048"/>
              <a:gd name="connsiteX324" fmla="*/ 205049 w 607655"/>
              <a:gd name="connsiteY324" fmla="*/ 123998 h 399048"/>
              <a:gd name="connsiteX325" fmla="*/ 199338 w 607655"/>
              <a:gd name="connsiteY325" fmla="*/ 125579 h 399048"/>
              <a:gd name="connsiteX326" fmla="*/ 196507 w 607655"/>
              <a:gd name="connsiteY326" fmla="*/ 126393 h 399048"/>
              <a:gd name="connsiteX327" fmla="*/ 193723 w 607655"/>
              <a:gd name="connsiteY327" fmla="*/ 127304 h 399048"/>
              <a:gd name="connsiteX328" fmla="*/ 190940 w 607655"/>
              <a:gd name="connsiteY328" fmla="*/ 128214 h 399048"/>
              <a:gd name="connsiteX329" fmla="*/ 188156 w 607655"/>
              <a:gd name="connsiteY329" fmla="*/ 129124 h 399048"/>
              <a:gd name="connsiteX330" fmla="*/ 182829 w 607655"/>
              <a:gd name="connsiteY330" fmla="*/ 131041 h 399048"/>
              <a:gd name="connsiteX331" fmla="*/ 177694 w 607655"/>
              <a:gd name="connsiteY331" fmla="*/ 133053 h 399048"/>
              <a:gd name="connsiteX332" fmla="*/ 172799 w 607655"/>
              <a:gd name="connsiteY332" fmla="*/ 135113 h 399048"/>
              <a:gd name="connsiteX333" fmla="*/ 168192 w 607655"/>
              <a:gd name="connsiteY333" fmla="*/ 137125 h 399048"/>
              <a:gd name="connsiteX334" fmla="*/ 163921 w 607655"/>
              <a:gd name="connsiteY334" fmla="*/ 139090 h 399048"/>
              <a:gd name="connsiteX335" fmla="*/ 160034 w 607655"/>
              <a:gd name="connsiteY335" fmla="*/ 140958 h 399048"/>
              <a:gd name="connsiteX336" fmla="*/ 156578 w 607655"/>
              <a:gd name="connsiteY336" fmla="*/ 142779 h 399048"/>
              <a:gd name="connsiteX337" fmla="*/ 153507 w 607655"/>
              <a:gd name="connsiteY337" fmla="*/ 144360 h 399048"/>
              <a:gd name="connsiteX338" fmla="*/ 150963 w 607655"/>
              <a:gd name="connsiteY338" fmla="*/ 145797 h 399048"/>
              <a:gd name="connsiteX339" fmla="*/ 148612 w 607655"/>
              <a:gd name="connsiteY339" fmla="*/ 147091 h 399048"/>
              <a:gd name="connsiteX340" fmla="*/ 144485 w 607655"/>
              <a:gd name="connsiteY340" fmla="*/ 146132 h 399048"/>
              <a:gd name="connsiteX341" fmla="*/ 118522 w 607655"/>
              <a:gd name="connsiteY341" fmla="*/ 108092 h 399048"/>
              <a:gd name="connsiteX342" fmla="*/ 119290 w 607655"/>
              <a:gd name="connsiteY342" fmla="*/ 103780 h 399048"/>
              <a:gd name="connsiteX343" fmla="*/ 122265 w 607655"/>
              <a:gd name="connsiteY343" fmla="*/ 101576 h 399048"/>
              <a:gd name="connsiteX344" fmla="*/ 125144 w 607655"/>
              <a:gd name="connsiteY344" fmla="*/ 99468 h 399048"/>
              <a:gd name="connsiteX345" fmla="*/ 128648 w 607655"/>
              <a:gd name="connsiteY345" fmla="*/ 97072 h 399048"/>
              <a:gd name="connsiteX346" fmla="*/ 132583 w 607655"/>
              <a:gd name="connsiteY346" fmla="*/ 94389 h 399048"/>
              <a:gd name="connsiteX347" fmla="*/ 137046 w 607655"/>
              <a:gd name="connsiteY347" fmla="*/ 91515 h 399048"/>
              <a:gd name="connsiteX348" fmla="*/ 141989 w 607655"/>
              <a:gd name="connsiteY348" fmla="*/ 88449 h 399048"/>
              <a:gd name="connsiteX349" fmla="*/ 147316 w 607655"/>
              <a:gd name="connsiteY349" fmla="*/ 85287 h 399048"/>
              <a:gd name="connsiteX350" fmla="*/ 153027 w 607655"/>
              <a:gd name="connsiteY350" fmla="*/ 82029 h 399048"/>
              <a:gd name="connsiteX351" fmla="*/ 159074 w 607655"/>
              <a:gd name="connsiteY351" fmla="*/ 78819 h 399048"/>
              <a:gd name="connsiteX352" fmla="*/ 165409 w 607655"/>
              <a:gd name="connsiteY352" fmla="*/ 75609 h 399048"/>
              <a:gd name="connsiteX353" fmla="*/ 168672 w 607655"/>
              <a:gd name="connsiteY353" fmla="*/ 74028 h 399048"/>
              <a:gd name="connsiteX354" fmla="*/ 172031 w 607655"/>
              <a:gd name="connsiteY354" fmla="*/ 72495 h 399048"/>
              <a:gd name="connsiteX355" fmla="*/ 175391 w 607655"/>
              <a:gd name="connsiteY355" fmla="*/ 70961 h 399048"/>
              <a:gd name="connsiteX356" fmla="*/ 178798 w 607655"/>
              <a:gd name="connsiteY356" fmla="*/ 69476 h 399048"/>
              <a:gd name="connsiteX357" fmla="*/ 185709 w 607655"/>
              <a:gd name="connsiteY357" fmla="*/ 66602 h 399048"/>
              <a:gd name="connsiteX358" fmla="*/ 192715 w 607655"/>
              <a:gd name="connsiteY358" fmla="*/ 63919 h 399048"/>
              <a:gd name="connsiteX359" fmla="*/ 196267 w 607655"/>
              <a:gd name="connsiteY359" fmla="*/ 62673 h 399048"/>
              <a:gd name="connsiteX360" fmla="*/ 199770 w 607655"/>
              <a:gd name="connsiteY360" fmla="*/ 61475 h 399048"/>
              <a:gd name="connsiteX361" fmla="*/ 203273 w 607655"/>
              <a:gd name="connsiteY361" fmla="*/ 60278 h 399048"/>
              <a:gd name="connsiteX362" fmla="*/ 206777 w 607655"/>
              <a:gd name="connsiteY362" fmla="*/ 59224 h 399048"/>
              <a:gd name="connsiteX363" fmla="*/ 213640 w 607655"/>
              <a:gd name="connsiteY363" fmla="*/ 57115 h 399048"/>
              <a:gd name="connsiteX364" fmla="*/ 220358 w 607655"/>
              <a:gd name="connsiteY364" fmla="*/ 55343 h 399048"/>
              <a:gd name="connsiteX365" fmla="*/ 223670 w 607655"/>
              <a:gd name="connsiteY365" fmla="*/ 54480 h 399048"/>
              <a:gd name="connsiteX366" fmla="*/ 226837 w 607655"/>
              <a:gd name="connsiteY366" fmla="*/ 53762 h 399048"/>
              <a:gd name="connsiteX367" fmla="*/ 233028 w 607655"/>
              <a:gd name="connsiteY367" fmla="*/ 52372 h 399048"/>
              <a:gd name="connsiteX368" fmla="*/ 238835 w 607655"/>
              <a:gd name="connsiteY368" fmla="*/ 51223 h 399048"/>
              <a:gd name="connsiteX369" fmla="*/ 241570 w 607655"/>
              <a:gd name="connsiteY369" fmla="*/ 50696 h 399048"/>
              <a:gd name="connsiteX370" fmla="*/ 244258 w 607655"/>
              <a:gd name="connsiteY370" fmla="*/ 50264 h 399048"/>
              <a:gd name="connsiteX371" fmla="*/ 249393 w 607655"/>
              <a:gd name="connsiteY371" fmla="*/ 49450 h 399048"/>
              <a:gd name="connsiteX372" fmla="*/ 253904 w 607655"/>
              <a:gd name="connsiteY372" fmla="*/ 48779 h 399048"/>
              <a:gd name="connsiteX373" fmla="*/ 257167 w 607655"/>
              <a:gd name="connsiteY373" fmla="*/ 48396 h 399048"/>
              <a:gd name="connsiteX374" fmla="*/ 259999 w 607655"/>
              <a:gd name="connsiteY374" fmla="*/ 48013 h 399048"/>
              <a:gd name="connsiteX375" fmla="*/ 295372 w 607655"/>
              <a:gd name="connsiteY375" fmla="*/ 46150 h 399048"/>
              <a:gd name="connsiteX376" fmla="*/ 299306 w 607655"/>
              <a:gd name="connsiteY376" fmla="*/ 46198 h 399048"/>
              <a:gd name="connsiteX377" fmla="*/ 303048 w 607655"/>
              <a:gd name="connsiteY377" fmla="*/ 46246 h 399048"/>
              <a:gd name="connsiteX378" fmla="*/ 307414 w 607655"/>
              <a:gd name="connsiteY378" fmla="*/ 46485 h 399048"/>
              <a:gd name="connsiteX379" fmla="*/ 312356 w 607655"/>
              <a:gd name="connsiteY379" fmla="*/ 46724 h 399048"/>
              <a:gd name="connsiteX380" fmla="*/ 317873 w 607655"/>
              <a:gd name="connsiteY380" fmla="*/ 47155 h 399048"/>
              <a:gd name="connsiteX381" fmla="*/ 323870 w 607655"/>
              <a:gd name="connsiteY381" fmla="*/ 47634 h 399048"/>
              <a:gd name="connsiteX382" fmla="*/ 330251 w 607655"/>
              <a:gd name="connsiteY382" fmla="*/ 48400 h 399048"/>
              <a:gd name="connsiteX383" fmla="*/ 333561 w 607655"/>
              <a:gd name="connsiteY383" fmla="*/ 48831 h 399048"/>
              <a:gd name="connsiteX384" fmla="*/ 336968 w 607655"/>
              <a:gd name="connsiteY384" fmla="*/ 49309 h 399048"/>
              <a:gd name="connsiteX385" fmla="*/ 342101 w 607655"/>
              <a:gd name="connsiteY385" fmla="*/ 50123 h 399048"/>
              <a:gd name="connsiteX386" fmla="*/ 307318 w 607655"/>
              <a:gd name="connsiteY386" fmla="*/ 121161 h 399048"/>
              <a:gd name="connsiteX387" fmla="*/ 303816 w 607655"/>
              <a:gd name="connsiteY387" fmla="*/ 120443 h 399048"/>
              <a:gd name="connsiteX388" fmla="*/ 300122 w 607655"/>
              <a:gd name="connsiteY388" fmla="*/ 119821 h 399048"/>
              <a:gd name="connsiteX389" fmla="*/ 296859 w 607655"/>
              <a:gd name="connsiteY389" fmla="*/ 119246 h 399048"/>
              <a:gd name="connsiteX390" fmla="*/ 294125 w 607655"/>
              <a:gd name="connsiteY390" fmla="*/ 118863 h 399048"/>
              <a:gd name="connsiteX391" fmla="*/ 291726 w 607655"/>
              <a:gd name="connsiteY391" fmla="*/ 118528 h 399048"/>
              <a:gd name="connsiteX392" fmla="*/ 288991 w 607655"/>
              <a:gd name="connsiteY392" fmla="*/ 115273 h 399048"/>
              <a:gd name="connsiteX393" fmla="*/ 292158 w 607655"/>
              <a:gd name="connsiteY393" fmla="*/ 49166 h 399048"/>
              <a:gd name="connsiteX394" fmla="*/ 295372 w 607655"/>
              <a:gd name="connsiteY394" fmla="*/ 46150 h 399048"/>
              <a:gd name="connsiteX395" fmla="*/ 389289 w 607655"/>
              <a:gd name="connsiteY395" fmla="*/ 0 h 399048"/>
              <a:gd name="connsiteX396" fmla="*/ 397350 w 607655"/>
              <a:gd name="connsiteY396" fmla="*/ 9917 h 399048"/>
              <a:gd name="connsiteX397" fmla="*/ 385642 w 607655"/>
              <a:gd name="connsiteY397" fmla="*/ 60650 h 399048"/>
              <a:gd name="connsiteX398" fmla="*/ 366735 w 607655"/>
              <a:gd name="connsiteY398" fmla="*/ 142570 h 399048"/>
              <a:gd name="connsiteX399" fmla="*/ 317116 w 607655"/>
              <a:gd name="connsiteY399" fmla="*/ 357671 h 399048"/>
              <a:gd name="connsiteX400" fmla="*/ 313373 w 607655"/>
              <a:gd name="connsiteY400" fmla="*/ 368163 h 399048"/>
              <a:gd name="connsiteX401" fmla="*/ 269272 w 607655"/>
              <a:gd name="connsiteY401" fmla="*/ 395661 h 399048"/>
              <a:gd name="connsiteX402" fmla="*/ 247726 w 607655"/>
              <a:gd name="connsiteY402" fmla="*/ 390679 h 399048"/>
              <a:gd name="connsiteX403" fmla="*/ 225220 w 607655"/>
              <a:gd name="connsiteY403" fmla="*/ 325142 h 399048"/>
              <a:gd name="connsiteX404" fmla="*/ 323210 w 607655"/>
              <a:gd name="connsiteY404" fmla="*/ 124988 h 399048"/>
              <a:gd name="connsiteX405" fmla="*/ 358385 w 607655"/>
              <a:gd name="connsiteY405" fmla="*/ 53224 h 399048"/>
              <a:gd name="connsiteX406" fmla="*/ 382186 w 607655"/>
              <a:gd name="connsiteY406" fmla="*/ 4551 h 399048"/>
              <a:gd name="connsiteX407" fmla="*/ 389289 w 607655"/>
              <a:gd name="connsiteY407" fmla="*/ 0 h 399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</a:cxnLst>
            <a:rect l="l" t="t" r="r" b="b"/>
            <a:pathLst>
              <a:path w="607655" h="399048">
                <a:moveTo>
                  <a:pt x="271096" y="321406"/>
                </a:moveTo>
                <a:cubicBezTo>
                  <a:pt x="257803" y="321406"/>
                  <a:pt x="247006" y="332137"/>
                  <a:pt x="247006" y="345407"/>
                </a:cubicBezTo>
                <a:cubicBezTo>
                  <a:pt x="247006" y="358677"/>
                  <a:pt x="257803" y="369408"/>
                  <a:pt x="271096" y="369408"/>
                </a:cubicBezTo>
                <a:cubicBezTo>
                  <a:pt x="284340" y="369408"/>
                  <a:pt x="295138" y="358677"/>
                  <a:pt x="295138" y="345407"/>
                </a:cubicBezTo>
                <a:cubicBezTo>
                  <a:pt x="295138" y="332137"/>
                  <a:pt x="284340" y="321406"/>
                  <a:pt x="271096" y="321406"/>
                </a:cubicBezTo>
                <a:close/>
                <a:moveTo>
                  <a:pt x="10407" y="277943"/>
                </a:moveTo>
                <a:lnTo>
                  <a:pt x="31702" y="283598"/>
                </a:lnTo>
                <a:cubicBezTo>
                  <a:pt x="33477" y="284078"/>
                  <a:pt x="34436" y="285899"/>
                  <a:pt x="33908" y="287624"/>
                </a:cubicBezTo>
                <a:cubicBezTo>
                  <a:pt x="33621" y="288391"/>
                  <a:pt x="33333" y="289301"/>
                  <a:pt x="32997" y="290308"/>
                </a:cubicBezTo>
                <a:cubicBezTo>
                  <a:pt x="32709" y="291218"/>
                  <a:pt x="32326" y="292273"/>
                  <a:pt x="31990" y="293375"/>
                </a:cubicBezTo>
                <a:cubicBezTo>
                  <a:pt x="31606" y="294477"/>
                  <a:pt x="31318" y="295579"/>
                  <a:pt x="30935" y="296825"/>
                </a:cubicBezTo>
                <a:cubicBezTo>
                  <a:pt x="30599" y="298024"/>
                  <a:pt x="30167" y="299317"/>
                  <a:pt x="29784" y="300659"/>
                </a:cubicBezTo>
                <a:cubicBezTo>
                  <a:pt x="29592" y="301378"/>
                  <a:pt x="29352" y="302049"/>
                  <a:pt x="29160" y="302768"/>
                </a:cubicBezTo>
                <a:cubicBezTo>
                  <a:pt x="28968" y="303535"/>
                  <a:pt x="28776" y="304302"/>
                  <a:pt x="28585" y="305068"/>
                </a:cubicBezTo>
                <a:cubicBezTo>
                  <a:pt x="27769" y="308183"/>
                  <a:pt x="26810" y="311538"/>
                  <a:pt x="26091" y="315133"/>
                </a:cubicBezTo>
                <a:cubicBezTo>
                  <a:pt x="25659" y="316906"/>
                  <a:pt x="25275" y="318775"/>
                  <a:pt x="24844" y="320644"/>
                </a:cubicBezTo>
                <a:cubicBezTo>
                  <a:pt x="24460" y="322561"/>
                  <a:pt x="24124" y="324526"/>
                  <a:pt x="23741" y="326491"/>
                </a:cubicBezTo>
                <a:cubicBezTo>
                  <a:pt x="22925" y="330468"/>
                  <a:pt x="22398" y="334590"/>
                  <a:pt x="21726" y="338759"/>
                </a:cubicBezTo>
                <a:lnTo>
                  <a:pt x="21486" y="340341"/>
                </a:lnTo>
                <a:lnTo>
                  <a:pt x="21295" y="341922"/>
                </a:lnTo>
                <a:cubicBezTo>
                  <a:pt x="21199" y="343024"/>
                  <a:pt x="21055" y="344079"/>
                  <a:pt x="20959" y="345133"/>
                </a:cubicBezTo>
                <a:cubicBezTo>
                  <a:pt x="20815" y="346187"/>
                  <a:pt x="20719" y="347290"/>
                  <a:pt x="20575" y="348344"/>
                </a:cubicBezTo>
                <a:lnTo>
                  <a:pt x="20383" y="349973"/>
                </a:lnTo>
                <a:lnTo>
                  <a:pt x="20239" y="351555"/>
                </a:lnTo>
                <a:cubicBezTo>
                  <a:pt x="20096" y="353712"/>
                  <a:pt x="19904" y="355868"/>
                  <a:pt x="19760" y="358025"/>
                </a:cubicBezTo>
                <a:lnTo>
                  <a:pt x="19616" y="359654"/>
                </a:lnTo>
                <a:lnTo>
                  <a:pt x="19616" y="359846"/>
                </a:lnTo>
                <a:lnTo>
                  <a:pt x="19568" y="359942"/>
                </a:lnTo>
                <a:lnTo>
                  <a:pt x="19568" y="360325"/>
                </a:lnTo>
                <a:lnTo>
                  <a:pt x="19520" y="361188"/>
                </a:lnTo>
                <a:cubicBezTo>
                  <a:pt x="19472" y="362290"/>
                  <a:pt x="19424" y="363392"/>
                  <a:pt x="19376" y="364495"/>
                </a:cubicBezTo>
                <a:cubicBezTo>
                  <a:pt x="19328" y="365597"/>
                  <a:pt x="19280" y="366699"/>
                  <a:pt x="19232" y="367801"/>
                </a:cubicBezTo>
                <a:cubicBezTo>
                  <a:pt x="19184" y="368808"/>
                  <a:pt x="19184" y="369862"/>
                  <a:pt x="19136" y="370869"/>
                </a:cubicBezTo>
                <a:cubicBezTo>
                  <a:pt x="19136" y="371923"/>
                  <a:pt x="19088" y="372929"/>
                  <a:pt x="19088" y="373984"/>
                </a:cubicBezTo>
                <a:cubicBezTo>
                  <a:pt x="19088" y="374463"/>
                  <a:pt x="19040" y="374990"/>
                  <a:pt x="19040" y="375469"/>
                </a:cubicBezTo>
                <a:cubicBezTo>
                  <a:pt x="19040" y="375996"/>
                  <a:pt x="19040" y="376524"/>
                  <a:pt x="19040" y="377003"/>
                </a:cubicBezTo>
                <a:cubicBezTo>
                  <a:pt x="19040" y="379064"/>
                  <a:pt x="19088" y="381076"/>
                  <a:pt x="19088" y="383041"/>
                </a:cubicBezTo>
                <a:cubicBezTo>
                  <a:pt x="19136" y="385006"/>
                  <a:pt x="19232" y="386923"/>
                  <a:pt x="19280" y="388792"/>
                </a:cubicBezTo>
                <a:cubicBezTo>
                  <a:pt x="19328" y="390661"/>
                  <a:pt x="19424" y="392482"/>
                  <a:pt x="19568" y="394256"/>
                </a:cubicBezTo>
                <a:cubicBezTo>
                  <a:pt x="19568" y="394735"/>
                  <a:pt x="19616" y="395214"/>
                  <a:pt x="19664" y="395693"/>
                </a:cubicBezTo>
                <a:cubicBezTo>
                  <a:pt x="19760" y="397514"/>
                  <a:pt x="18321" y="399048"/>
                  <a:pt x="16498" y="399048"/>
                </a:cubicBezTo>
                <a:lnTo>
                  <a:pt x="8009" y="399048"/>
                </a:lnTo>
                <a:cubicBezTo>
                  <a:pt x="6475" y="399048"/>
                  <a:pt x="5180" y="397946"/>
                  <a:pt x="4892" y="396460"/>
                </a:cubicBezTo>
                <a:cubicBezTo>
                  <a:pt x="4892" y="396316"/>
                  <a:pt x="4844" y="396173"/>
                  <a:pt x="4796" y="396029"/>
                </a:cubicBezTo>
                <a:cubicBezTo>
                  <a:pt x="4460" y="394208"/>
                  <a:pt x="4125" y="392291"/>
                  <a:pt x="3837" y="390374"/>
                </a:cubicBezTo>
                <a:cubicBezTo>
                  <a:pt x="3549" y="388409"/>
                  <a:pt x="3213" y="386396"/>
                  <a:pt x="2925" y="384335"/>
                </a:cubicBezTo>
                <a:cubicBezTo>
                  <a:pt x="2638" y="382274"/>
                  <a:pt x="2398" y="380166"/>
                  <a:pt x="2110" y="378057"/>
                </a:cubicBezTo>
                <a:cubicBezTo>
                  <a:pt x="2062" y="377482"/>
                  <a:pt x="1966" y="376955"/>
                  <a:pt x="1918" y="376428"/>
                </a:cubicBezTo>
                <a:cubicBezTo>
                  <a:pt x="1870" y="375853"/>
                  <a:pt x="1774" y="375325"/>
                  <a:pt x="1726" y="374750"/>
                </a:cubicBezTo>
                <a:cubicBezTo>
                  <a:pt x="1631" y="373648"/>
                  <a:pt x="1535" y="372546"/>
                  <a:pt x="1391" y="371396"/>
                </a:cubicBezTo>
                <a:cubicBezTo>
                  <a:pt x="1295" y="370293"/>
                  <a:pt x="1199" y="369143"/>
                  <a:pt x="1055" y="368041"/>
                </a:cubicBezTo>
                <a:cubicBezTo>
                  <a:pt x="1007" y="366939"/>
                  <a:pt x="911" y="365836"/>
                  <a:pt x="815" y="364734"/>
                </a:cubicBezTo>
                <a:cubicBezTo>
                  <a:pt x="767" y="363632"/>
                  <a:pt x="671" y="362530"/>
                  <a:pt x="575" y="361427"/>
                </a:cubicBezTo>
                <a:lnTo>
                  <a:pt x="527" y="360613"/>
                </a:lnTo>
                <a:lnTo>
                  <a:pt x="479" y="360181"/>
                </a:lnTo>
                <a:lnTo>
                  <a:pt x="479" y="359606"/>
                </a:lnTo>
                <a:lnTo>
                  <a:pt x="384" y="357929"/>
                </a:lnTo>
                <a:cubicBezTo>
                  <a:pt x="336" y="355629"/>
                  <a:pt x="240" y="353280"/>
                  <a:pt x="144" y="350980"/>
                </a:cubicBezTo>
                <a:lnTo>
                  <a:pt x="48" y="349255"/>
                </a:lnTo>
                <a:lnTo>
                  <a:pt x="48" y="347529"/>
                </a:lnTo>
                <a:cubicBezTo>
                  <a:pt x="48" y="346331"/>
                  <a:pt x="48" y="345181"/>
                  <a:pt x="48" y="344031"/>
                </a:cubicBezTo>
                <a:cubicBezTo>
                  <a:pt x="0" y="342881"/>
                  <a:pt x="0" y="341731"/>
                  <a:pt x="0" y="340580"/>
                </a:cubicBezTo>
                <a:lnTo>
                  <a:pt x="0" y="338855"/>
                </a:lnTo>
                <a:lnTo>
                  <a:pt x="48" y="337130"/>
                </a:lnTo>
                <a:cubicBezTo>
                  <a:pt x="192" y="332577"/>
                  <a:pt x="240" y="328072"/>
                  <a:pt x="575" y="323711"/>
                </a:cubicBezTo>
                <a:cubicBezTo>
                  <a:pt x="767" y="321506"/>
                  <a:pt x="863" y="319398"/>
                  <a:pt x="1055" y="317289"/>
                </a:cubicBezTo>
                <a:cubicBezTo>
                  <a:pt x="1247" y="315180"/>
                  <a:pt x="1439" y="313120"/>
                  <a:pt x="1631" y="311155"/>
                </a:cubicBezTo>
                <a:cubicBezTo>
                  <a:pt x="1966" y="307129"/>
                  <a:pt x="2590" y="303391"/>
                  <a:pt x="3021" y="299893"/>
                </a:cubicBezTo>
                <a:cubicBezTo>
                  <a:pt x="3165" y="299030"/>
                  <a:pt x="3261" y="298167"/>
                  <a:pt x="3357" y="297353"/>
                </a:cubicBezTo>
                <a:cubicBezTo>
                  <a:pt x="3501" y="296490"/>
                  <a:pt x="3645" y="295675"/>
                  <a:pt x="3789" y="294861"/>
                </a:cubicBezTo>
                <a:cubicBezTo>
                  <a:pt x="4077" y="293279"/>
                  <a:pt x="4316" y="291745"/>
                  <a:pt x="4556" y="290308"/>
                </a:cubicBezTo>
                <a:cubicBezTo>
                  <a:pt x="4844" y="288870"/>
                  <a:pt x="5036" y="287480"/>
                  <a:pt x="5276" y="286282"/>
                </a:cubicBezTo>
                <a:cubicBezTo>
                  <a:pt x="5515" y="285132"/>
                  <a:pt x="5755" y="284078"/>
                  <a:pt x="5947" y="283119"/>
                </a:cubicBezTo>
                <a:cubicBezTo>
                  <a:pt x="6139" y="282065"/>
                  <a:pt x="6331" y="281106"/>
                  <a:pt x="6475" y="280339"/>
                </a:cubicBezTo>
                <a:cubicBezTo>
                  <a:pt x="6858" y="278566"/>
                  <a:pt x="8633" y="277464"/>
                  <a:pt x="10407" y="277943"/>
                </a:cubicBezTo>
                <a:close/>
                <a:moveTo>
                  <a:pt x="586319" y="266251"/>
                </a:moveTo>
                <a:cubicBezTo>
                  <a:pt x="587950" y="265820"/>
                  <a:pt x="589629" y="266730"/>
                  <a:pt x="590156" y="268311"/>
                </a:cubicBezTo>
                <a:cubicBezTo>
                  <a:pt x="590540" y="269413"/>
                  <a:pt x="590971" y="270802"/>
                  <a:pt x="591499" y="272431"/>
                </a:cubicBezTo>
                <a:cubicBezTo>
                  <a:pt x="591835" y="273581"/>
                  <a:pt x="592266" y="274826"/>
                  <a:pt x="592698" y="276168"/>
                </a:cubicBezTo>
                <a:cubicBezTo>
                  <a:pt x="593082" y="277509"/>
                  <a:pt x="593513" y="278994"/>
                  <a:pt x="593945" y="280575"/>
                </a:cubicBezTo>
                <a:cubicBezTo>
                  <a:pt x="594376" y="282108"/>
                  <a:pt x="594856" y="283785"/>
                  <a:pt x="595384" y="285557"/>
                </a:cubicBezTo>
                <a:cubicBezTo>
                  <a:pt x="595623" y="286468"/>
                  <a:pt x="595863" y="287378"/>
                  <a:pt x="596151" y="288288"/>
                </a:cubicBezTo>
                <a:cubicBezTo>
                  <a:pt x="596343" y="289246"/>
                  <a:pt x="596583" y="290204"/>
                  <a:pt x="596822" y="291163"/>
                </a:cubicBezTo>
                <a:cubicBezTo>
                  <a:pt x="597782" y="295091"/>
                  <a:pt x="598933" y="299307"/>
                  <a:pt x="599796" y="303858"/>
                </a:cubicBezTo>
                <a:cubicBezTo>
                  <a:pt x="600275" y="306109"/>
                  <a:pt x="600755" y="308457"/>
                  <a:pt x="601283" y="310804"/>
                </a:cubicBezTo>
                <a:cubicBezTo>
                  <a:pt x="601714" y="313200"/>
                  <a:pt x="602146" y="315643"/>
                  <a:pt x="602577" y="318134"/>
                </a:cubicBezTo>
                <a:cubicBezTo>
                  <a:pt x="603489" y="323116"/>
                  <a:pt x="604160" y="328290"/>
                  <a:pt x="604880" y="333560"/>
                </a:cubicBezTo>
                <a:cubicBezTo>
                  <a:pt x="604975" y="334230"/>
                  <a:pt x="605071" y="334901"/>
                  <a:pt x="605119" y="335524"/>
                </a:cubicBezTo>
                <a:cubicBezTo>
                  <a:pt x="605215" y="336243"/>
                  <a:pt x="605263" y="336961"/>
                  <a:pt x="605359" y="337680"/>
                </a:cubicBezTo>
                <a:cubicBezTo>
                  <a:pt x="605503" y="339165"/>
                  <a:pt x="605647" y="340602"/>
                  <a:pt x="605791" y="342039"/>
                </a:cubicBezTo>
                <a:cubicBezTo>
                  <a:pt x="605935" y="343476"/>
                  <a:pt x="606079" y="344962"/>
                  <a:pt x="606222" y="346399"/>
                </a:cubicBezTo>
                <a:lnTo>
                  <a:pt x="606414" y="348602"/>
                </a:lnTo>
                <a:lnTo>
                  <a:pt x="606510" y="350279"/>
                </a:lnTo>
                <a:cubicBezTo>
                  <a:pt x="606702" y="352531"/>
                  <a:pt x="606894" y="354734"/>
                  <a:pt x="607038" y="356986"/>
                </a:cubicBezTo>
                <a:lnTo>
                  <a:pt x="607182" y="358663"/>
                </a:lnTo>
                <a:lnTo>
                  <a:pt x="607182" y="358854"/>
                </a:lnTo>
                <a:lnTo>
                  <a:pt x="607182" y="358902"/>
                </a:lnTo>
                <a:lnTo>
                  <a:pt x="607230" y="360052"/>
                </a:lnTo>
                <a:lnTo>
                  <a:pt x="607230" y="360148"/>
                </a:lnTo>
                <a:lnTo>
                  <a:pt x="607230" y="360675"/>
                </a:lnTo>
                <a:lnTo>
                  <a:pt x="607277" y="361681"/>
                </a:lnTo>
                <a:cubicBezTo>
                  <a:pt x="607325" y="363022"/>
                  <a:pt x="607373" y="364316"/>
                  <a:pt x="607421" y="365657"/>
                </a:cubicBezTo>
                <a:cubicBezTo>
                  <a:pt x="607469" y="366999"/>
                  <a:pt x="607517" y="368340"/>
                  <a:pt x="607565" y="369633"/>
                </a:cubicBezTo>
                <a:cubicBezTo>
                  <a:pt x="607565" y="370975"/>
                  <a:pt x="607565" y="372268"/>
                  <a:pt x="607613" y="373562"/>
                </a:cubicBezTo>
                <a:cubicBezTo>
                  <a:pt x="607613" y="376197"/>
                  <a:pt x="607709" y="378784"/>
                  <a:pt x="607613" y="381323"/>
                </a:cubicBezTo>
                <a:cubicBezTo>
                  <a:pt x="607565" y="383862"/>
                  <a:pt x="607517" y="386353"/>
                  <a:pt x="607469" y="388844"/>
                </a:cubicBezTo>
                <a:cubicBezTo>
                  <a:pt x="607373" y="391287"/>
                  <a:pt x="607277" y="393682"/>
                  <a:pt x="607134" y="396030"/>
                </a:cubicBezTo>
                <a:cubicBezTo>
                  <a:pt x="607086" y="397707"/>
                  <a:pt x="605695" y="399048"/>
                  <a:pt x="604016" y="399048"/>
                </a:cubicBezTo>
                <a:lnTo>
                  <a:pt x="478363" y="399048"/>
                </a:lnTo>
                <a:cubicBezTo>
                  <a:pt x="478459" y="398761"/>
                  <a:pt x="478507" y="398521"/>
                  <a:pt x="478603" y="398281"/>
                </a:cubicBezTo>
                <a:cubicBezTo>
                  <a:pt x="478699" y="397802"/>
                  <a:pt x="478843" y="397371"/>
                  <a:pt x="478987" y="396892"/>
                </a:cubicBezTo>
                <a:cubicBezTo>
                  <a:pt x="479083" y="396365"/>
                  <a:pt x="479226" y="395790"/>
                  <a:pt x="479370" y="395215"/>
                </a:cubicBezTo>
                <a:cubicBezTo>
                  <a:pt x="479610" y="394066"/>
                  <a:pt x="479898" y="392820"/>
                  <a:pt x="480186" y="391575"/>
                </a:cubicBezTo>
                <a:cubicBezTo>
                  <a:pt x="480521" y="390281"/>
                  <a:pt x="480761" y="388940"/>
                  <a:pt x="481049" y="387550"/>
                </a:cubicBezTo>
                <a:cubicBezTo>
                  <a:pt x="481289" y="386161"/>
                  <a:pt x="481624" y="384724"/>
                  <a:pt x="481864" y="383239"/>
                </a:cubicBezTo>
                <a:cubicBezTo>
                  <a:pt x="482104" y="381754"/>
                  <a:pt x="482392" y="380221"/>
                  <a:pt x="482631" y="378688"/>
                </a:cubicBezTo>
                <a:cubicBezTo>
                  <a:pt x="482871" y="377107"/>
                  <a:pt x="483111" y="375478"/>
                  <a:pt x="483351" y="373849"/>
                </a:cubicBezTo>
                <a:cubicBezTo>
                  <a:pt x="483639" y="372220"/>
                  <a:pt x="483735" y="370544"/>
                  <a:pt x="483974" y="368867"/>
                </a:cubicBezTo>
                <a:cubicBezTo>
                  <a:pt x="484070" y="368005"/>
                  <a:pt x="484166" y="367142"/>
                  <a:pt x="484262" y="366280"/>
                </a:cubicBezTo>
                <a:cubicBezTo>
                  <a:pt x="484358" y="365418"/>
                  <a:pt x="484454" y="364555"/>
                  <a:pt x="484502" y="363693"/>
                </a:cubicBezTo>
                <a:cubicBezTo>
                  <a:pt x="484598" y="362831"/>
                  <a:pt x="484646" y="361968"/>
                  <a:pt x="484742" y="361106"/>
                </a:cubicBezTo>
                <a:lnTo>
                  <a:pt x="484790" y="360435"/>
                </a:lnTo>
                <a:lnTo>
                  <a:pt x="484838" y="360100"/>
                </a:lnTo>
                <a:lnTo>
                  <a:pt x="484838" y="360962"/>
                </a:lnTo>
                <a:lnTo>
                  <a:pt x="484886" y="360771"/>
                </a:lnTo>
                <a:lnTo>
                  <a:pt x="484934" y="359094"/>
                </a:lnTo>
                <a:cubicBezTo>
                  <a:pt x="485029" y="356890"/>
                  <a:pt x="485125" y="354639"/>
                  <a:pt x="485221" y="352387"/>
                </a:cubicBezTo>
                <a:lnTo>
                  <a:pt x="485317" y="350758"/>
                </a:lnTo>
                <a:lnTo>
                  <a:pt x="485317" y="349608"/>
                </a:lnTo>
                <a:cubicBezTo>
                  <a:pt x="485365" y="348842"/>
                  <a:pt x="485365" y="348028"/>
                  <a:pt x="485365" y="347261"/>
                </a:cubicBezTo>
                <a:cubicBezTo>
                  <a:pt x="485413" y="346495"/>
                  <a:pt x="485413" y="345728"/>
                  <a:pt x="485461" y="344962"/>
                </a:cubicBezTo>
                <a:lnTo>
                  <a:pt x="485509" y="343812"/>
                </a:lnTo>
                <a:lnTo>
                  <a:pt x="485509" y="342518"/>
                </a:lnTo>
                <a:cubicBezTo>
                  <a:pt x="485413" y="339021"/>
                  <a:pt x="485461" y="335572"/>
                  <a:pt x="485269" y="332218"/>
                </a:cubicBezTo>
                <a:cubicBezTo>
                  <a:pt x="485173" y="330542"/>
                  <a:pt x="485125" y="328913"/>
                  <a:pt x="485029" y="327284"/>
                </a:cubicBezTo>
                <a:cubicBezTo>
                  <a:pt x="484886" y="325703"/>
                  <a:pt x="484742" y="324122"/>
                  <a:pt x="484646" y="322589"/>
                </a:cubicBezTo>
                <a:cubicBezTo>
                  <a:pt x="484454" y="319523"/>
                  <a:pt x="484022" y="316649"/>
                  <a:pt x="483735" y="313966"/>
                </a:cubicBezTo>
                <a:cubicBezTo>
                  <a:pt x="483639" y="313295"/>
                  <a:pt x="483591" y="312673"/>
                  <a:pt x="483495" y="312002"/>
                </a:cubicBezTo>
                <a:cubicBezTo>
                  <a:pt x="483399" y="311379"/>
                  <a:pt x="483303" y="310756"/>
                  <a:pt x="483207" y="310181"/>
                </a:cubicBezTo>
                <a:cubicBezTo>
                  <a:pt x="483015" y="308936"/>
                  <a:pt x="482871" y="307786"/>
                  <a:pt x="482679" y="306732"/>
                </a:cubicBezTo>
                <a:cubicBezTo>
                  <a:pt x="482536" y="305630"/>
                  <a:pt x="482392" y="304624"/>
                  <a:pt x="482248" y="303714"/>
                </a:cubicBezTo>
                <a:cubicBezTo>
                  <a:pt x="482056" y="302756"/>
                  <a:pt x="481864" y="301894"/>
                  <a:pt x="481720" y="301127"/>
                </a:cubicBezTo>
                <a:cubicBezTo>
                  <a:pt x="481576" y="300361"/>
                  <a:pt x="481480" y="299690"/>
                  <a:pt x="481337" y="299115"/>
                </a:cubicBezTo>
                <a:cubicBezTo>
                  <a:pt x="481049" y="297486"/>
                  <a:pt x="482008" y="295953"/>
                  <a:pt x="483591" y="295522"/>
                </a:cubicBezTo>
                <a:close/>
                <a:moveTo>
                  <a:pt x="93138" y="125793"/>
                </a:moveTo>
                <a:cubicBezTo>
                  <a:pt x="94481" y="124548"/>
                  <a:pt x="96544" y="124644"/>
                  <a:pt x="97743" y="126033"/>
                </a:cubicBezTo>
                <a:lnTo>
                  <a:pt x="125184" y="158170"/>
                </a:lnTo>
                <a:cubicBezTo>
                  <a:pt x="126383" y="159511"/>
                  <a:pt x="126143" y="161618"/>
                  <a:pt x="124704" y="162720"/>
                </a:cubicBezTo>
                <a:cubicBezTo>
                  <a:pt x="124080" y="163199"/>
                  <a:pt x="123313" y="163773"/>
                  <a:pt x="122449" y="164396"/>
                </a:cubicBezTo>
                <a:cubicBezTo>
                  <a:pt x="122065" y="164683"/>
                  <a:pt x="121634" y="165019"/>
                  <a:pt x="121202" y="165354"/>
                </a:cubicBezTo>
                <a:cubicBezTo>
                  <a:pt x="120818" y="165641"/>
                  <a:pt x="120290" y="166024"/>
                  <a:pt x="119907" y="166312"/>
                </a:cubicBezTo>
                <a:cubicBezTo>
                  <a:pt x="119139" y="166934"/>
                  <a:pt x="118276" y="167653"/>
                  <a:pt x="117316" y="168371"/>
                </a:cubicBezTo>
                <a:cubicBezTo>
                  <a:pt x="116405" y="169138"/>
                  <a:pt x="115397" y="169904"/>
                  <a:pt x="114342" y="170718"/>
                </a:cubicBezTo>
                <a:cubicBezTo>
                  <a:pt x="113286" y="171628"/>
                  <a:pt x="112183" y="172586"/>
                  <a:pt x="110984" y="173592"/>
                </a:cubicBezTo>
                <a:cubicBezTo>
                  <a:pt x="109832" y="174598"/>
                  <a:pt x="108585" y="175603"/>
                  <a:pt x="107386" y="176705"/>
                </a:cubicBezTo>
                <a:cubicBezTo>
                  <a:pt x="106138" y="177854"/>
                  <a:pt x="104843" y="179004"/>
                  <a:pt x="103548" y="180201"/>
                </a:cubicBezTo>
                <a:cubicBezTo>
                  <a:pt x="102205" y="181351"/>
                  <a:pt x="100909" y="182644"/>
                  <a:pt x="99614" y="183937"/>
                </a:cubicBezTo>
                <a:cubicBezTo>
                  <a:pt x="98271" y="185230"/>
                  <a:pt x="96880" y="186523"/>
                  <a:pt x="95537" y="187912"/>
                </a:cubicBezTo>
                <a:cubicBezTo>
                  <a:pt x="94193" y="189301"/>
                  <a:pt x="92802" y="190738"/>
                  <a:pt x="91411" y="192175"/>
                </a:cubicBezTo>
                <a:cubicBezTo>
                  <a:pt x="90739" y="192845"/>
                  <a:pt x="90068" y="193612"/>
                  <a:pt x="89396" y="194330"/>
                </a:cubicBezTo>
                <a:cubicBezTo>
                  <a:pt x="88676" y="195096"/>
                  <a:pt x="88005" y="195863"/>
                  <a:pt x="87333" y="196629"/>
                </a:cubicBezTo>
                <a:cubicBezTo>
                  <a:pt x="86662" y="197347"/>
                  <a:pt x="85942" y="198114"/>
                  <a:pt x="85270" y="198880"/>
                </a:cubicBezTo>
                <a:cubicBezTo>
                  <a:pt x="84551" y="199646"/>
                  <a:pt x="83927" y="200460"/>
                  <a:pt x="83256" y="201227"/>
                </a:cubicBezTo>
                <a:cubicBezTo>
                  <a:pt x="81912" y="202807"/>
                  <a:pt x="80569" y="204388"/>
                  <a:pt x="79226" y="205968"/>
                </a:cubicBezTo>
                <a:cubicBezTo>
                  <a:pt x="77931" y="207597"/>
                  <a:pt x="76635" y="209225"/>
                  <a:pt x="75340" y="210854"/>
                </a:cubicBezTo>
                <a:lnTo>
                  <a:pt x="74381" y="212051"/>
                </a:lnTo>
                <a:lnTo>
                  <a:pt x="73469" y="213296"/>
                </a:lnTo>
                <a:cubicBezTo>
                  <a:pt x="72846" y="214158"/>
                  <a:pt x="72222" y="214972"/>
                  <a:pt x="71598" y="215787"/>
                </a:cubicBezTo>
                <a:cubicBezTo>
                  <a:pt x="69104" y="219043"/>
                  <a:pt x="66897" y="222396"/>
                  <a:pt x="64642" y="225605"/>
                </a:cubicBezTo>
                <a:cubicBezTo>
                  <a:pt x="63539" y="227281"/>
                  <a:pt x="62531" y="228910"/>
                  <a:pt x="61476" y="230490"/>
                </a:cubicBezTo>
                <a:cubicBezTo>
                  <a:pt x="60948" y="231256"/>
                  <a:pt x="60469" y="232071"/>
                  <a:pt x="59941" y="232837"/>
                </a:cubicBezTo>
                <a:cubicBezTo>
                  <a:pt x="59461" y="233603"/>
                  <a:pt x="59029" y="234418"/>
                  <a:pt x="58550" y="235184"/>
                </a:cubicBezTo>
                <a:cubicBezTo>
                  <a:pt x="57590" y="236716"/>
                  <a:pt x="56727" y="238201"/>
                  <a:pt x="55815" y="239686"/>
                </a:cubicBezTo>
                <a:cubicBezTo>
                  <a:pt x="55000" y="241171"/>
                  <a:pt x="54184" y="242560"/>
                  <a:pt x="53417" y="243948"/>
                </a:cubicBezTo>
                <a:cubicBezTo>
                  <a:pt x="52649" y="245337"/>
                  <a:pt x="51882" y="246631"/>
                  <a:pt x="51210" y="247924"/>
                </a:cubicBezTo>
                <a:cubicBezTo>
                  <a:pt x="50538" y="249169"/>
                  <a:pt x="49915" y="250414"/>
                  <a:pt x="49339" y="251516"/>
                </a:cubicBezTo>
                <a:cubicBezTo>
                  <a:pt x="48763" y="252665"/>
                  <a:pt x="48188" y="253719"/>
                  <a:pt x="47660" y="254725"/>
                </a:cubicBezTo>
                <a:cubicBezTo>
                  <a:pt x="47180" y="255730"/>
                  <a:pt x="46748" y="256640"/>
                  <a:pt x="46365" y="257503"/>
                </a:cubicBezTo>
                <a:cubicBezTo>
                  <a:pt x="45885" y="258508"/>
                  <a:pt x="45453" y="259370"/>
                  <a:pt x="45069" y="260089"/>
                </a:cubicBezTo>
                <a:cubicBezTo>
                  <a:pt x="44398" y="261574"/>
                  <a:pt x="42671" y="262292"/>
                  <a:pt x="41136" y="261669"/>
                </a:cubicBezTo>
                <a:lnTo>
                  <a:pt x="17006" y="252426"/>
                </a:lnTo>
                <a:cubicBezTo>
                  <a:pt x="15422" y="251851"/>
                  <a:pt x="14607" y="250127"/>
                  <a:pt x="15135" y="248498"/>
                </a:cubicBezTo>
                <a:cubicBezTo>
                  <a:pt x="15422" y="247588"/>
                  <a:pt x="15806" y="246487"/>
                  <a:pt x="16238" y="245194"/>
                </a:cubicBezTo>
                <a:cubicBezTo>
                  <a:pt x="16574" y="244236"/>
                  <a:pt x="16958" y="243134"/>
                  <a:pt x="17341" y="241985"/>
                </a:cubicBezTo>
                <a:cubicBezTo>
                  <a:pt x="17773" y="240787"/>
                  <a:pt x="18253" y="239542"/>
                  <a:pt x="18780" y="238153"/>
                </a:cubicBezTo>
                <a:cubicBezTo>
                  <a:pt x="19260" y="236812"/>
                  <a:pt x="19836" y="235375"/>
                  <a:pt x="20412" y="233843"/>
                </a:cubicBezTo>
                <a:cubicBezTo>
                  <a:pt x="20987" y="232358"/>
                  <a:pt x="21659" y="230778"/>
                  <a:pt x="22330" y="229149"/>
                </a:cubicBezTo>
                <a:cubicBezTo>
                  <a:pt x="23002" y="227473"/>
                  <a:pt x="23722" y="225749"/>
                  <a:pt x="24441" y="223977"/>
                </a:cubicBezTo>
                <a:cubicBezTo>
                  <a:pt x="25209" y="222252"/>
                  <a:pt x="26024" y="220432"/>
                  <a:pt x="26888" y="218565"/>
                </a:cubicBezTo>
                <a:cubicBezTo>
                  <a:pt x="27320" y="217607"/>
                  <a:pt x="27751" y="216697"/>
                  <a:pt x="28183" y="215739"/>
                </a:cubicBezTo>
                <a:cubicBezTo>
                  <a:pt x="28615" y="214781"/>
                  <a:pt x="29095" y="213823"/>
                  <a:pt x="29574" y="212865"/>
                </a:cubicBezTo>
                <a:cubicBezTo>
                  <a:pt x="30486" y="210949"/>
                  <a:pt x="31445" y="208938"/>
                  <a:pt x="32453" y="206926"/>
                </a:cubicBezTo>
                <a:cubicBezTo>
                  <a:pt x="34563" y="202999"/>
                  <a:pt x="36626" y="198880"/>
                  <a:pt x="39025" y="194809"/>
                </a:cubicBezTo>
                <a:cubicBezTo>
                  <a:pt x="39601" y="193803"/>
                  <a:pt x="40224" y="192749"/>
                  <a:pt x="40800" y="191744"/>
                </a:cubicBezTo>
                <a:lnTo>
                  <a:pt x="41663" y="190163"/>
                </a:lnTo>
                <a:lnTo>
                  <a:pt x="42623" y="188631"/>
                </a:lnTo>
                <a:cubicBezTo>
                  <a:pt x="43870" y="186619"/>
                  <a:pt x="45117" y="184560"/>
                  <a:pt x="46365" y="182548"/>
                </a:cubicBezTo>
                <a:cubicBezTo>
                  <a:pt x="47660" y="180489"/>
                  <a:pt x="49003" y="178525"/>
                  <a:pt x="50346" y="176513"/>
                </a:cubicBezTo>
                <a:cubicBezTo>
                  <a:pt x="50970" y="175508"/>
                  <a:pt x="51642" y="174502"/>
                  <a:pt x="52313" y="173544"/>
                </a:cubicBezTo>
                <a:cubicBezTo>
                  <a:pt x="52985" y="172538"/>
                  <a:pt x="53704" y="171580"/>
                  <a:pt x="54376" y="170622"/>
                </a:cubicBezTo>
                <a:cubicBezTo>
                  <a:pt x="55048" y="169664"/>
                  <a:pt x="55767" y="168707"/>
                  <a:pt x="56439" y="167749"/>
                </a:cubicBezTo>
                <a:cubicBezTo>
                  <a:pt x="57111" y="166743"/>
                  <a:pt x="57782" y="165833"/>
                  <a:pt x="58502" y="164875"/>
                </a:cubicBezTo>
                <a:cubicBezTo>
                  <a:pt x="59893" y="163055"/>
                  <a:pt x="61284" y="161187"/>
                  <a:pt x="62675" y="159415"/>
                </a:cubicBezTo>
                <a:cubicBezTo>
                  <a:pt x="64019" y="157595"/>
                  <a:pt x="65458" y="155919"/>
                  <a:pt x="66801" y="154195"/>
                </a:cubicBezTo>
                <a:cubicBezTo>
                  <a:pt x="68192" y="152470"/>
                  <a:pt x="69535" y="150842"/>
                  <a:pt x="70879" y="149261"/>
                </a:cubicBezTo>
                <a:cubicBezTo>
                  <a:pt x="72270" y="147681"/>
                  <a:pt x="73565" y="146148"/>
                  <a:pt x="74860" y="144664"/>
                </a:cubicBezTo>
                <a:cubicBezTo>
                  <a:pt x="76156" y="143179"/>
                  <a:pt x="77451" y="141838"/>
                  <a:pt x="78698" y="140497"/>
                </a:cubicBezTo>
                <a:cubicBezTo>
                  <a:pt x="79945" y="139156"/>
                  <a:pt x="81097" y="137863"/>
                  <a:pt x="82248" y="136617"/>
                </a:cubicBezTo>
                <a:cubicBezTo>
                  <a:pt x="83447" y="135420"/>
                  <a:pt x="84599" y="134223"/>
                  <a:pt x="85702" y="133121"/>
                </a:cubicBezTo>
                <a:cubicBezTo>
                  <a:pt x="86758" y="132020"/>
                  <a:pt x="87813" y="131014"/>
                  <a:pt x="88724" y="130056"/>
                </a:cubicBezTo>
                <a:cubicBezTo>
                  <a:pt x="89252" y="129577"/>
                  <a:pt x="89588" y="129194"/>
                  <a:pt x="90020" y="128811"/>
                </a:cubicBezTo>
                <a:cubicBezTo>
                  <a:pt x="90403" y="128475"/>
                  <a:pt x="90787" y="128092"/>
                  <a:pt x="91123" y="127757"/>
                </a:cubicBezTo>
                <a:cubicBezTo>
                  <a:pt x="91891" y="127039"/>
                  <a:pt x="92562" y="126368"/>
                  <a:pt x="93138" y="125793"/>
                </a:cubicBezTo>
                <a:close/>
                <a:moveTo>
                  <a:pt x="476526" y="108336"/>
                </a:moveTo>
                <a:cubicBezTo>
                  <a:pt x="477389" y="109007"/>
                  <a:pt x="478541" y="109869"/>
                  <a:pt x="479836" y="110875"/>
                </a:cubicBezTo>
                <a:cubicBezTo>
                  <a:pt x="480747" y="111594"/>
                  <a:pt x="481755" y="112360"/>
                  <a:pt x="482858" y="113223"/>
                </a:cubicBezTo>
                <a:cubicBezTo>
                  <a:pt x="483914" y="114085"/>
                  <a:pt x="485065" y="115043"/>
                  <a:pt x="486312" y="116049"/>
                </a:cubicBezTo>
                <a:cubicBezTo>
                  <a:pt x="487560" y="117055"/>
                  <a:pt x="488855" y="118157"/>
                  <a:pt x="490246" y="119307"/>
                </a:cubicBezTo>
                <a:cubicBezTo>
                  <a:pt x="491589" y="120457"/>
                  <a:pt x="493029" y="121702"/>
                  <a:pt x="494516" y="122996"/>
                </a:cubicBezTo>
                <a:cubicBezTo>
                  <a:pt x="495955" y="124337"/>
                  <a:pt x="497538" y="125631"/>
                  <a:pt x="499121" y="127116"/>
                </a:cubicBezTo>
                <a:cubicBezTo>
                  <a:pt x="500656" y="128553"/>
                  <a:pt x="502240" y="130038"/>
                  <a:pt x="503919" y="131571"/>
                </a:cubicBezTo>
                <a:cubicBezTo>
                  <a:pt x="505598" y="133104"/>
                  <a:pt x="507229" y="134781"/>
                  <a:pt x="508908" y="136458"/>
                </a:cubicBezTo>
                <a:cubicBezTo>
                  <a:pt x="510587" y="138134"/>
                  <a:pt x="512314" y="139811"/>
                  <a:pt x="513993" y="141632"/>
                </a:cubicBezTo>
                <a:cubicBezTo>
                  <a:pt x="515720" y="143404"/>
                  <a:pt x="517447" y="145225"/>
                  <a:pt x="519174" y="147093"/>
                </a:cubicBezTo>
                <a:cubicBezTo>
                  <a:pt x="520038" y="148003"/>
                  <a:pt x="520901" y="148962"/>
                  <a:pt x="521765" y="149920"/>
                </a:cubicBezTo>
                <a:cubicBezTo>
                  <a:pt x="522580" y="150926"/>
                  <a:pt x="523444" y="151884"/>
                  <a:pt x="524307" y="152842"/>
                </a:cubicBezTo>
                <a:cubicBezTo>
                  <a:pt x="525171" y="153848"/>
                  <a:pt x="526034" y="154806"/>
                  <a:pt x="526898" y="155812"/>
                </a:cubicBezTo>
                <a:cubicBezTo>
                  <a:pt x="527761" y="156770"/>
                  <a:pt x="528577" y="157824"/>
                  <a:pt x="529441" y="158830"/>
                </a:cubicBezTo>
                <a:cubicBezTo>
                  <a:pt x="531072" y="160843"/>
                  <a:pt x="532799" y="162855"/>
                  <a:pt x="534430" y="164915"/>
                </a:cubicBezTo>
                <a:cubicBezTo>
                  <a:pt x="536061" y="167023"/>
                  <a:pt x="537692" y="169131"/>
                  <a:pt x="539275" y="171191"/>
                </a:cubicBezTo>
                <a:lnTo>
                  <a:pt x="540522" y="172771"/>
                </a:lnTo>
                <a:lnTo>
                  <a:pt x="541674" y="174352"/>
                </a:lnTo>
                <a:cubicBezTo>
                  <a:pt x="542441" y="175406"/>
                  <a:pt x="543209" y="176508"/>
                  <a:pt x="543977" y="177562"/>
                </a:cubicBezTo>
                <a:cubicBezTo>
                  <a:pt x="547047" y="181730"/>
                  <a:pt x="549877" y="186042"/>
                  <a:pt x="552660" y="190162"/>
                </a:cubicBezTo>
                <a:cubicBezTo>
                  <a:pt x="554003" y="192270"/>
                  <a:pt x="555298" y="194330"/>
                  <a:pt x="556546" y="196342"/>
                </a:cubicBezTo>
                <a:cubicBezTo>
                  <a:pt x="557217" y="197396"/>
                  <a:pt x="557841" y="198402"/>
                  <a:pt x="558465" y="199360"/>
                </a:cubicBezTo>
                <a:cubicBezTo>
                  <a:pt x="559040" y="200366"/>
                  <a:pt x="559616" y="201372"/>
                  <a:pt x="560192" y="202378"/>
                </a:cubicBezTo>
                <a:cubicBezTo>
                  <a:pt x="561343" y="204342"/>
                  <a:pt x="562494" y="206259"/>
                  <a:pt x="563550" y="208127"/>
                </a:cubicBezTo>
                <a:cubicBezTo>
                  <a:pt x="564605" y="209995"/>
                  <a:pt x="565613" y="211816"/>
                  <a:pt x="566572" y="213589"/>
                </a:cubicBezTo>
                <a:cubicBezTo>
                  <a:pt x="567052" y="214451"/>
                  <a:pt x="567484" y="215313"/>
                  <a:pt x="567963" y="216176"/>
                </a:cubicBezTo>
                <a:cubicBezTo>
                  <a:pt x="568395" y="217038"/>
                  <a:pt x="568827" y="217756"/>
                  <a:pt x="569307" y="218715"/>
                </a:cubicBezTo>
                <a:cubicBezTo>
                  <a:pt x="570170" y="220439"/>
                  <a:pt x="570986" y="222116"/>
                  <a:pt x="571801" y="223697"/>
                </a:cubicBezTo>
                <a:cubicBezTo>
                  <a:pt x="572569" y="225278"/>
                  <a:pt x="573288" y="226763"/>
                  <a:pt x="573960" y="228104"/>
                </a:cubicBezTo>
                <a:cubicBezTo>
                  <a:pt x="574488" y="229206"/>
                  <a:pt x="574967" y="230212"/>
                  <a:pt x="575399" y="231123"/>
                </a:cubicBezTo>
                <a:cubicBezTo>
                  <a:pt x="575831" y="232081"/>
                  <a:pt x="576263" y="232943"/>
                  <a:pt x="576599" y="233662"/>
                </a:cubicBezTo>
                <a:cubicBezTo>
                  <a:pt x="577366" y="235291"/>
                  <a:pt x="576599" y="237255"/>
                  <a:pt x="574919" y="237925"/>
                </a:cubicBezTo>
                <a:lnTo>
                  <a:pt x="479308" y="276299"/>
                </a:lnTo>
                <a:cubicBezTo>
                  <a:pt x="477629" y="276970"/>
                  <a:pt x="475710" y="276108"/>
                  <a:pt x="475135" y="274383"/>
                </a:cubicBezTo>
                <a:cubicBezTo>
                  <a:pt x="474895" y="273616"/>
                  <a:pt x="474607" y="272706"/>
                  <a:pt x="474271" y="271700"/>
                </a:cubicBezTo>
                <a:cubicBezTo>
                  <a:pt x="473935" y="270790"/>
                  <a:pt x="473599" y="269784"/>
                  <a:pt x="473264" y="268682"/>
                </a:cubicBezTo>
                <a:cubicBezTo>
                  <a:pt x="472976" y="267915"/>
                  <a:pt x="472640" y="267053"/>
                  <a:pt x="472352" y="266143"/>
                </a:cubicBezTo>
                <a:cubicBezTo>
                  <a:pt x="472016" y="265185"/>
                  <a:pt x="471680" y="264227"/>
                  <a:pt x="471345" y="263173"/>
                </a:cubicBezTo>
                <a:cubicBezTo>
                  <a:pt x="471201" y="262694"/>
                  <a:pt x="470913" y="262071"/>
                  <a:pt x="470673" y="261448"/>
                </a:cubicBezTo>
                <a:cubicBezTo>
                  <a:pt x="470433" y="260873"/>
                  <a:pt x="470193" y="260250"/>
                  <a:pt x="469953" y="259628"/>
                </a:cubicBezTo>
                <a:cubicBezTo>
                  <a:pt x="469474" y="258334"/>
                  <a:pt x="468946" y="256993"/>
                  <a:pt x="468418" y="255651"/>
                </a:cubicBezTo>
                <a:cubicBezTo>
                  <a:pt x="467795" y="254310"/>
                  <a:pt x="467219" y="252921"/>
                  <a:pt x="466595" y="251483"/>
                </a:cubicBezTo>
                <a:cubicBezTo>
                  <a:pt x="466307" y="250765"/>
                  <a:pt x="465972" y="249998"/>
                  <a:pt x="465684" y="249280"/>
                </a:cubicBezTo>
                <a:cubicBezTo>
                  <a:pt x="465300" y="248561"/>
                  <a:pt x="464964" y="247794"/>
                  <a:pt x="464628" y="247076"/>
                </a:cubicBezTo>
                <a:cubicBezTo>
                  <a:pt x="463957" y="245591"/>
                  <a:pt x="463237" y="244058"/>
                  <a:pt x="462517" y="242477"/>
                </a:cubicBezTo>
                <a:cubicBezTo>
                  <a:pt x="460934" y="239459"/>
                  <a:pt x="459399" y="236249"/>
                  <a:pt x="457624" y="233135"/>
                </a:cubicBezTo>
                <a:cubicBezTo>
                  <a:pt x="457192" y="232320"/>
                  <a:pt x="456761" y="231554"/>
                  <a:pt x="456329" y="230739"/>
                </a:cubicBezTo>
                <a:lnTo>
                  <a:pt x="455657" y="229542"/>
                </a:lnTo>
                <a:lnTo>
                  <a:pt x="454986" y="228392"/>
                </a:lnTo>
                <a:cubicBezTo>
                  <a:pt x="454026" y="226811"/>
                  <a:pt x="453115" y="225230"/>
                  <a:pt x="452155" y="223649"/>
                </a:cubicBezTo>
                <a:cubicBezTo>
                  <a:pt x="451244" y="222068"/>
                  <a:pt x="450188" y="220535"/>
                  <a:pt x="449229" y="219002"/>
                </a:cubicBezTo>
                <a:cubicBezTo>
                  <a:pt x="448749" y="218236"/>
                  <a:pt x="448269" y="217421"/>
                  <a:pt x="447742" y="216703"/>
                </a:cubicBezTo>
                <a:cubicBezTo>
                  <a:pt x="447262" y="215936"/>
                  <a:pt x="446734" y="215169"/>
                  <a:pt x="446206" y="214451"/>
                </a:cubicBezTo>
                <a:cubicBezTo>
                  <a:pt x="445727" y="213684"/>
                  <a:pt x="445199" y="212918"/>
                  <a:pt x="444719" y="212199"/>
                </a:cubicBezTo>
                <a:cubicBezTo>
                  <a:pt x="444192" y="211433"/>
                  <a:pt x="443712" y="210714"/>
                  <a:pt x="443136" y="209995"/>
                </a:cubicBezTo>
                <a:cubicBezTo>
                  <a:pt x="442129" y="208558"/>
                  <a:pt x="441073" y="207169"/>
                  <a:pt x="440066" y="205732"/>
                </a:cubicBezTo>
                <a:cubicBezTo>
                  <a:pt x="439058" y="204342"/>
                  <a:pt x="437955" y="203049"/>
                  <a:pt x="436948" y="201708"/>
                </a:cubicBezTo>
                <a:cubicBezTo>
                  <a:pt x="435892" y="200414"/>
                  <a:pt x="434933" y="199121"/>
                  <a:pt x="433877" y="197923"/>
                </a:cubicBezTo>
                <a:cubicBezTo>
                  <a:pt x="432870" y="196677"/>
                  <a:pt x="431862" y="195480"/>
                  <a:pt x="430903" y="194330"/>
                </a:cubicBezTo>
                <a:cubicBezTo>
                  <a:pt x="429991" y="193180"/>
                  <a:pt x="428984" y="192126"/>
                  <a:pt x="428072" y="191072"/>
                </a:cubicBezTo>
                <a:cubicBezTo>
                  <a:pt x="427161" y="190066"/>
                  <a:pt x="426249" y="189060"/>
                  <a:pt x="425386" y="188102"/>
                </a:cubicBezTo>
                <a:cubicBezTo>
                  <a:pt x="424522" y="187192"/>
                  <a:pt x="423707" y="186329"/>
                  <a:pt x="422939" y="185515"/>
                </a:cubicBezTo>
                <a:cubicBezTo>
                  <a:pt x="422172" y="184700"/>
                  <a:pt x="421404" y="183934"/>
                  <a:pt x="420733" y="183215"/>
                </a:cubicBezTo>
                <a:cubicBezTo>
                  <a:pt x="420061" y="182497"/>
                  <a:pt x="419437" y="181874"/>
                  <a:pt x="418862" y="181299"/>
                </a:cubicBezTo>
                <a:cubicBezTo>
                  <a:pt x="418238" y="180724"/>
                  <a:pt x="417710" y="180197"/>
                  <a:pt x="417230" y="179718"/>
                </a:cubicBezTo>
                <a:cubicBezTo>
                  <a:pt x="416079" y="178568"/>
                  <a:pt x="415983" y="176748"/>
                  <a:pt x="417039" y="175502"/>
                </a:cubicBezTo>
                <a:lnTo>
                  <a:pt x="472160" y="108815"/>
                </a:lnTo>
                <a:cubicBezTo>
                  <a:pt x="473264" y="107522"/>
                  <a:pt x="475182" y="107330"/>
                  <a:pt x="476526" y="108336"/>
                </a:cubicBezTo>
                <a:close/>
                <a:moveTo>
                  <a:pt x="400772" y="66120"/>
                </a:moveTo>
                <a:cubicBezTo>
                  <a:pt x="401348" y="66359"/>
                  <a:pt x="401971" y="66551"/>
                  <a:pt x="402547" y="66790"/>
                </a:cubicBezTo>
                <a:cubicBezTo>
                  <a:pt x="404802" y="67652"/>
                  <a:pt x="407010" y="68610"/>
                  <a:pt x="409169" y="69471"/>
                </a:cubicBezTo>
                <a:cubicBezTo>
                  <a:pt x="411328" y="70381"/>
                  <a:pt x="413488" y="71291"/>
                  <a:pt x="415503" y="72200"/>
                </a:cubicBezTo>
                <a:cubicBezTo>
                  <a:pt x="417518" y="73158"/>
                  <a:pt x="419534" y="74067"/>
                  <a:pt x="421453" y="74929"/>
                </a:cubicBezTo>
                <a:cubicBezTo>
                  <a:pt x="423372" y="75791"/>
                  <a:pt x="425148" y="76748"/>
                  <a:pt x="426923" y="77610"/>
                </a:cubicBezTo>
                <a:cubicBezTo>
                  <a:pt x="428651" y="78472"/>
                  <a:pt x="430330" y="79334"/>
                  <a:pt x="431962" y="80100"/>
                </a:cubicBezTo>
                <a:cubicBezTo>
                  <a:pt x="433641" y="81057"/>
                  <a:pt x="435224" y="81919"/>
                  <a:pt x="436712" y="82733"/>
                </a:cubicBezTo>
                <a:cubicBezTo>
                  <a:pt x="438199" y="83547"/>
                  <a:pt x="439591" y="84313"/>
                  <a:pt x="440887" y="85031"/>
                </a:cubicBezTo>
                <a:cubicBezTo>
                  <a:pt x="441462" y="85318"/>
                  <a:pt x="441990" y="85653"/>
                  <a:pt x="442518" y="85941"/>
                </a:cubicBezTo>
                <a:cubicBezTo>
                  <a:pt x="442950" y="86180"/>
                  <a:pt x="443430" y="86467"/>
                  <a:pt x="443862" y="86707"/>
                </a:cubicBezTo>
                <a:cubicBezTo>
                  <a:pt x="444773" y="87233"/>
                  <a:pt x="445589" y="87664"/>
                  <a:pt x="446309" y="88095"/>
                </a:cubicBezTo>
                <a:cubicBezTo>
                  <a:pt x="447844" y="89005"/>
                  <a:pt x="448372" y="91016"/>
                  <a:pt x="447364" y="92548"/>
                </a:cubicBezTo>
                <a:lnTo>
                  <a:pt x="401923" y="161633"/>
                </a:lnTo>
                <a:cubicBezTo>
                  <a:pt x="400916" y="163117"/>
                  <a:pt x="398852" y="163500"/>
                  <a:pt x="397365" y="162399"/>
                </a:cubicBezTo>
                <a:cubicBezTo>
                  <a:pt x="396741" y="161920"/>
                  <a:pt x="395973" y="161346"/>
                  <a:pt x="395110" y="160723"/>
                </a:cubicBezTo>
                <a:cubicBezTo>
                  <a:pt x="394726" y="160436"/>
                  <a:pt x="394342" y="160149"/>
                  <a:pt x="393862" y="159814"/>
                </a:cubicBezTo>
                <a:cubicBezTo>
                  <a:pt x="393478" y="159478"/>
                  <a:pt x="392950" y="159095"/>
                  <a:pt x="392614" y="158904"/>
                </a:cubicBezTo>
                <a:cubicBezTo>
                  <a:pt x="391895" y="158377"/>
                  <a:pt x="391127" y="157803"/>
                  <a:pt x="390311" y="157228"/>
                </a:cubicBezTo>
                <a:cubicBezTo>
                  <a:pt x="389447" y="156606"/>
                  <a:pt x="388584" y="155983"/>
                  <a:pt x="387624" y="155265"/>
                </a:cubicBezTo>
                <a:cubicBezTo>
                  <a:pt x="386568" y="154595"/>
                  <a:pt x="385465" y="153829"/>
                  <a:pt x="384265" y="153063"/>
                </a:cubicBezTo>
                <a:cubicBezTo>
                  <a:pt x="383257" y="152393"/>
                  <a:pt x="382250" y="151675"/>
                  <a:pt x="381194" y="151004"/>
                </a:cubicBezTo>
                <a:close/>
                <a:moveTo>
                  <a:pt x="259999" y="48013"/>
                </a:moveTo>
                <a:cubicBezTo>
                  <a:pt x="261774" y="47773"/>
                  <a:pt x="263406" y="49114"/>
                  <a:pt x="263502" y="50935"/>
                </a:cubicBezTo>
                <a:lnTo>
                  <a:pt x="267581" y="113266"/>
                </a:lnTo>
                <a:cubicBezTo>
                  <a:pt x="267725" y="115087"/>
                  <a:pt x="266285" y="116620"/>
                  <a:pt x="264462" y="116620"/>
                </a:cubicBezTo>
                <a:cubicBezTo>
                  <a:pt x="263694" y="116620"/>
                  <a:pt x="262734" y="116620"/>
                  <a:pt x="261678" y="116620"/>
                </a:cubicBezTo>
                <a:cubicBezTo>
                  <a:pt x="260670" y="116668"/>
                  <a:pt x="259615" y="116668"/>
                  <a:pt x="258463" y="116668"/>
                </a:cubicBezTo>
                <a:cubicBezTo>
                  <a:pt x="257503" y="116716"/>
                  <a:pt x="256447" y="116716"/>
                  <a:pt x="255392" y="116763"/>
                </a:cubicBezTo>
                <a:cubicBezTo>
                  <a:pt x="254288" y="116811"/>
                  <a:pt x="253088" y="116811"/>
                  <a:pt x="251888" y="116859"/>
                </a:cubicBezTo>
                <a:cubicBezTo>
                  <a:pt x="251264" y="116859"/>
                  <a:pt x="250544" y="116907"/>
                  <a:pt x="249873" y="116955"/>
                </a:cubicBezTo>
                <a:cubicBezTo>
                  <a:pt x="249153" y="117003"/>
                  <a:pt x="248433" y="117051"/>
                  <a:pt x="247713" y="117099"/>
                </a:cubicBezTo>
                <a:cubicBezTo>
                  <a:pt x="246273" y="117195"/>
                  <a:pt x="244738" y="117290"/>
                  <a:pt x="243154" y="117434"/>
                </a:cubicBezTo>
                <a:cubicBezTo>
                  <a:pt x="241570" y="117578"/>
                  <a:pt x="239938" y="117722"/>
                  <a:pt x="238259" y="117913"/>
                </a:cubicBezTo>
                <a:cubicBezTo>
                  <a:pt x="237443" y="118009"/>
                  <a:pt x="236579" y="118105"/>
                  <a:pt x="235715" y="118153"/>
                </a:cubicBezTo>
                <a:cubicBezTo>
                  <a:pt x="234851" y="118249"/>
                  <a:pt x="233988" y="118392"/>
                  <a:pt x="233124" y="118536"/>
                </a:cubicBezTo>
                <a:cubicBezTo>
                  <a:pt x="231396" y="118776"/>
                  <a:pt x="229572" y="119015"/>
                  <a:pt x="227749" y="119255"/>
                </a:cubicBezTo>
                <a:cubicBezTo>
                  <a:pt x="225925" y="119590"/>
                  <a:pt x="224102" y="119878"/>
                  <a:pt x="222230" y="120213"/>
                </a:cubicBezTo>
                <a:cubicBezTo>
                  <a:pt x="221270" y="120405"/>
                  <a:pt x="220358" y="120548"/>
                  <a:pt x="219398" y="120740"/>
                </a:cubicBezTo>
                <a:cubicBezTo>
                  <a:pt x="218439" y="120932"/>
                  <a:pt x="217527" y="121123"/>
                  <a:pt x="216567" y="121315"/>
                </a:cubicBezTo>
                <a:cubicBezTo>
                  <a:pt x="215607" y="121507"/>
                  <a:pt x="214647" y="121746"/>
                  <a:pt x="213688" y="121938"/>
                </a:cubicBezTo>
                <a:cubicBezTo>
                  <a:pt x="212727" y="122129"/>
                  <a:pt x="211768" y="122321"/>
                  <a:pt x="210808" y="122561"/>
                </a:cubicBezTo>
                <a:cubicBezTo>
                  <a:pt x="208936" y="123040"/>
                  <a:pt x="206969" y="123519"/>
                  <a:pt x="205049" y="123998"/>
                </a:cubicBezTo>
                <a:cubicBezTo>
                  <a:pt x="203129" y="124477"/>
                  <a:pt x="201258" y="125052"/>
                  <a:pt x="199338" y="125579"/>
                </a:cubicBezTo>
                <a:cubicBezTo>
                  <a:pt x="198426" y="125866"/>
                  <a:pt x="197466" y="126106"/>
                  <a:pt x="196507" y="126393"/>
                </a:cubicBezTo>
                <a:cubicBezTo>
                  <a:pt x="195547" y="126729"/>
                  <a:pt x="194635" y="127016"/>
                  <a:pt x="193723" y="127304"/>
                </a:cubicBezTo>
                <a:cubicBezTo>
                  <a:pt x="192763" y="127591"/>
                  <a:pt x="191852" y="127927"/>
                  <a:pt x="190940" y="128214"/>
                </a:cubicBezTo>
                <a:cubicBezTo>
                  <a:pt x="189980" y="128501"/>
                  <a:pt x="189068" y="128789"/>
                  <a:pt x="188156" y="129124"/>
                </a:cubicBezTo>
                <a:cubicBezTo>
                  <a:pt x="186381" y="129795"/>
                  <a:pt x="184557" y="130418"/>
                  <a:pt x="182829" y="131041"/>
                </a:cubicBezTo>
                <a:cubicBezTo>
                  <a:pt x="181054" y="131663"/>
                  <a:pt x="179374" y="132430"/>
                  <a:pt x="177694" y="133053"/>
                </a:cubicBezTo>
                <a:cubicBezTo>
                  <a:pt x="176015" y="133724"/>
                  <a:pt x="174335" y="134394"/>
                  <a:pt x="172799" y="135113"/>
                </a:cubicBezTo>
                <a:cubicBezTo>
                  <a:pt x="171216" y="135784"/>
                  <a:pt x="169680" y="136455"/>
                  <a:pt x="168192" y="137125"/>
                </a:cubicBezTo>
                <a:cubicBezTo>
                  <a:pt x="166704" y="137748"/>
                  <a:pt x="165313" y="138467"/>
                  <a:pt x="163921" y="139090"/>
                </a:cubicBezTo>
                <a:cubicBezTo>
                  <a:pt x="162577" y="139760"/>
                  <a:pt x="161281" y="140383"/>
                  <a:pt x="160034" y="140958"/>
                </a:cubicBezTo>
                <a:cubicBezTo>
                  <a:pt x="158786" y="141629"/>
                  <a:pt x="157634" y="142204"/>
                  <a:pt x="156578" y="142779"/>
                </a:cubicBezTo>
                <a:cubicBezTo>
                  <a:pt x="155475" y="143354"/>
                  <a:pt x="154419" y="143881"/>
                  <a:pt x="153507" y="144360"/>
                </a:cubicBezTo>
                <a:cubicBezTo>
                  <a:pt x="152547" y="144887"/>
                  <a:pt x="151731" y="145366"/>
                  <a:pt x="150963" y="145797"/>
                </a:cubicBezTo>
                <a:cubicBezTo>
                  <a:pt x="150052" y="146276"/>
                  <a:pt x="149284" y="146755"/>
                  <a:pt x="148612" y="147091"/>
                </a:cubicBezTo>
                <a:cubicBezTo>
                  <a:pt x="147172" y="147905"/>
                  <a:pt x="145396" y="147474"/>
                  <a:pt x="144485" y="146132"/>
                </a:cubicBezTo>
                <a:lnTo>
                  <a:pt x="118522" y="108092"/>
                </a:lnTo>
                <a:cubicBezTo>
                  <a:pt x="117562" y="106702"/>
                  <a:pt x="117898" y="104786"/>
                  <a:pt x="119290" y="103780"/>
                </a:cubicBezTo>
                <a:cubicBezTo>
                  <a:pt x="120105" y="103157"/>
                  <a:pt x="121113" y="102438"/>
                  <a:pt x="122265" y="101576"/>
                </a:cubicBezTo>
                <a:cubicBezTo>
                  <a:pt x="123129" y="100953"/>
                  <a:pt x="124089" y="100187"/>
                  <a:pt x="125144" y="99468"/>
                </a:cubicBezTo>
                <a:cubicBezTo>
                  <a:pt x="126248" y="98749"/>
                  <a:pt x="127400" y="97935"/>
                  <a:pt x="128648" y="97072"/>
                </a:cubicBezTo>
                <a:cubicBezTo>
                  <a:pt x="129895" y="96210"/>
                  <a:pt x="131191" y="95348"/>
                  <a:pt x="132583" y="94389"/>
                </a:cubicBezTo>
                <a:cubicBezTo>
                  <a:pt x="134023" y="93479"/>
                  <a:pt x="135510" y="92521"/>
                  <a:pt x="137046" y="91515"/>
                </a:cubicBezTo>
                <a:cubicBezTo>
                  <a:pt x="138630" y="90509"/>
                  <a:pt x="140261" y="89455"/>
                  <a:pt x="141989" y="88449"/>
                </a:cubicBezTo>
                <a:cubicBezTo>
                  <a:pt x="143669" y="87395"/>
                  <a:pt x="145492" y="86341"/>
                  <a:pt x="147316" y="85287"/>
                </a:cubicBezTo>
                <a:cubicBezTo>
                  <a:pt x="149140" y="84137"/>
                  <a:pt x="151059" y="83131"/>
                  <a:pt x="153027" y="82029"/>
                </a:cubicBezTo>
                <a:cubicBezTo>
                  <a:pt x="154995" y="80975"/>
                  <a:pt x="156962" y="79825"/>
                  <a:pt x="159074" y="78819"/>
                </a:cubicBezTo>
                <a:cubicBezTo>
                  <a:pt x="161137" y="77765"/>
                  <a:pt x="163249" y="76663"/>
                  <a:pt x="165409" y="75609"/>
                </a:cubicBezTo>
                <a:cubicBezTo>
                  <a:pt x="166464" y="75034"/>
                  <a:pt x="167568" y="74555"/>
                  <a:pt x="168672" y="74028"/>
                </a:cubicBezTo>
                <a:cubicBezTo>
                  <a:pt x="169776" y="73501"/>
                  <a:pt x="170880" y="73022"/>
                  <a:pt x="172031" y="72495"/>
                </a:cubicBezTo>
                <a:cubicBezTo>
                  <a:pt x="173135" y="71968"/>
                  <a:pt x="174239" y="71441"/>
                  <a:pt x="175391" y="70961"/>
                </a:cubicBezTo>
                <a:cubicBezTo>
                  <a:pt x="176494" y="70434"/>
                  <a:pt x="177646" y="69955"/>
                  <a:pt x="178798" y="69476"/>
                </a:cubicBezTo>
                <a:cubicBezTo>
                  <a:pt x="181102" y="68518"/>
                  <a:pt x="183405" y="67512"/>
                  <a:pt x="185709" y="66602"/>
                </a:cubicBezTo>
                <a:cubicBezTo>
                  <a:pt x="188060" y="65739"/>
                  <a:pt x="190412" y="64829"/>
                  <a:pt x="192715" y="63919"/>
                </a:cubicBezTo>
                <a:cubicBezTo>
                  <a:pt x="193915" y="63487"/>
                  <a:pt x="195067" y="63056"/>
                  <a:pt x="196267" y="62673"/>
                </a:cubicBezTo>
                <a:cubicBezTo>
                  <a:pt x="197418" y="62290"/>
                  <a:pt x="198618" y="61859"/>
                  <a:pt x="199770" y="61475"/>
                </a:cubicBezTo>
                <a:cubicBezTo>
                  <a:pt x="200922" y="61092"/>
                  <a:pt x="202122" y="60661"/>
                  <a:pt x="203273" y="60278"/>
                </a:cubicBezTo>
                <a:cubicBezTo>
                  <a:pt x="204425" y="59894"/>
                  <a:pt x="205625" y="59559"/>
                  <a:pt x="206777" y="59224"/>
                </a:cubicBezTo>
                <a:cubicBezTo>
                  <a:pt x="209080" y="58505"/>
                  <a:pt x="211384" y="57834"/>
                  <a:pt x="213640" y="57115"/>
                </a:cubicBezTo>
                <a:cubicBezTo>
                  <a:pt x="215943" y="56541"/>
                  <a:pt x="218199" y="55918"/>
                  <a:pt x="220358" y="55343"/>
                </a:cubicBezTo>
                <a:cubicBezTo>
                  <a:pt x="221462" y="55055"/>
                  <a:pt x="222566" y="54768"/>
                  <a:pt x="223670" y="54480"/>
                </a:cubicBezTo>
                <a:cubicBezTo>
                  <a:pt x="224725" y="54241"/>
                  <a:pt x="225781" y="54001"/>
                  <a:pt x="226837" y="53762"/>
                </a:cubicBezTo>
                <a:cubicBezTo>
                  <a:pt x="228997" y="53283"/>
                  <a:pt x="231012" y="52804"/>
                  <a:pt x="233028" y="52372"/>
                </a:cubicBezTo>
                <a:cubicBezTo>
                  <a:pt x="235043" y="51989"/>
                  <a:pt x="236963" y="51606"/>
                  <a:pt x="238835" y="51223"/>
                </a:cubicBezTo>
                <a:cubicBezTo>
                  <a:pt x="239747" y="51079"/>
                  <a:pt x="240658" y="50887"/>
                  <a:pt x="241570" y="50696"/>
                </a:cubicBezTo>
                <a:cubicBezTo>
                  <a:pt x="242482" y="50552"/>
                  <a:pt x="243298" y="50360"/>
                  <a:pt x="244258" y="50264"/>
                </a:cubicBezTo>
                <a:cubicBezTo>
                  <a:pt x="246081" y="49977"/>
                  <a:pt x="247761" y="49689"/>
                  <a:pt x="249393" y="49450"/>
                </a:cubicBezTo>
                <a:cubicBezTo>
                  <a:pt x="251024" y="49210"/>
                  <a:pt x="252512" y="49019"/>
                  <a:pt x="253904" y="48779"/>
                </a:cubicBezTo>
                <a:cubicBezTo>
                  <a:pt x="255104" y="48635"/>
                  <a:pt x="256207" y="48492"/>
                  <a:pt x="257167" y="48396"/>
                </a:cubicBezTo>
                <a:cubicBezTo>
                  <a:pt x="258223" y="48252"/>
                  <a:pt x="259183" y="48108"/>
                  <a:pt x="259999" y="48013"/>
                </a:cubicBezTo>
                <a:close/>
                <a:moveTo>
                  <a:pt x="295372" y="46150"/>
                </a:moveTo>
                <a:cubicBezTo>
                  <a:pt x="296427" y="46150"/>
                  <a:pt x="297771" y="46198"/>
                  <a:pt x="299306" y="46198"/>
                </a:cubicBezTo>
                <a:cubicBezTo>
                  <a:pt x="300457" y="46246"/>
                  <a:pt x="301705" y="46246"/>
                  <a:pt x="303048" y="46246"/>
                </a:cubicBezTo>
                <a:cubicBezTo>
                  <a:pt x="304392" y="46341"/>
                  <a:pt x="305831" y="46389"/>
                  <a:pt x="307414" y="46485"/>
                </a:cubicBezTo>
                <a:cubicBezTo>
                  <a:pt x="308949" y="46533"/>
                  <a:pt x="310629" y="46629"/>
                  <a:pt x="312356" y="46724"/>
                </a:cubicBezTo>
                <a:cubicBezTo>
                  <a:pt x="314131" y="46820"/>
                  <a:pt x="315954" y="47012"/>
                  <a:pt x="317873" y="47155"/>
                </a:cubicBezTo>
                <a:cubicBezTo>
                  <a:pt x="319792" y="47299"/>
                  <a:pt x="321759" y="47490"/>
                  <a:pt x="323870" y="47634"/>
                </a:cubicBezTo>
                <a:cubicBezTo>
                  <a:pt x="325933" y="47873"/>
                  <a:pt x="328044" y="48161"/>
                  <a:pt x="330251" y="48400"/>
                </a:cubicBezTo>
                <a:cubicBezTo>
                  <a:pt x="331354" y="48543"/>
                  <a:pt x="332458" y="48687"/>
                  <a:pt x="333561" y="48831"/>
                </a:cubicBezTo>
                <a:cubicBezTo>
                  <a:pt x="334713" y="48974"/>
                  <a:pt x="335816" y="49166"/>
                  <a:pt x="336968" y="49309"/>
                </a:cubicBezTo>
                <a:cubicBezTo>
                  <a:pt x="338647" y="49597"/>
                  <a:pt x="340374" y="49836"/>
                  <a:pt x="342101" y="50123"/>
                </a:cubicBezTo>
                <a:lnTo>
                  <a:pt x="307318" y="121161"/>
                </a:lnTo>
                <a:cubicBezTo>
                  <a:pt x="306071" y="120874"/>
                  <a:pt x="304919" y="120634"/>
                  <a:pt x="303816" y="120443"/>
                </a:cubicBezTo>
                <a:cubicBezTo>
                  <a:pt x="302520" y="120204"/>
                  <a:pt x="301273" y="120012"/>
                  <a:pt x="300122" y="119821"/>
                </a:cubicBezTo>
                <a:cubicBezTo>
                  <a:pt x="298970" y="119581"/>
                  <a:pt x="297867" y="119390"/>
                  <a:pt x="296859" y="119246"/>
                </a:cubicBezTo>
                <a:cubicBezTo>
                  <a:pt x="295852" y="119103"/>
                  <a:pt x="294940" y="118959"/>
                  <a:pt x="294125" y="118863"/>
                </a:cubicBezTo>
                <a:cubicBezTo>
                  <a:pt x="293213" y="118720"/>
                  <a:pt x="292397" y="118624"/>
                  <a:pt x="291726" y="118528"/>
                </a:cubicBezTo>
                <a:cubicBezTo>
                  <a:pt x="290095" y="118289"/>
                  <a:pt x="288895" y="116901"/>
                  <a:pt x="288991" y="115273"/>
                </a:cubicBezTo>
                <a:lnTo>
                  <a:pt x="292158" y="49166"/>
                </a:lnTo>
                <a:cubicBezTo>
                  <a:pt x="292253" y="47442"/>
                  <a:pt x="293645" y="46150"/>
                  <a:pt x="295372" y="46150"/>
                </a:cubicBezTo>
                <a:close/>
                <a:moveTo>
                  <a:pt x="389289" y="0"/>
                </a:moveTo>
                <a:cubicBezTo>
                  <a:pt x="393991" y="0"/>
                  <a:pt x="398694" y="4024"/>
                  <a:pt x="397350" y="9917"/>
                </a:cubicBezTo>
                <a:lnTo>
                  <a:pt x="385642" y="60650"/>
                </a:lnTo>
                <a:lnTo>
                  <a:pt x="366735" y="142570"/>
                </a:lnTo>
                <a:lnTo>
                  <a:pt x="317116" y="357671"/>
                </a:lnTo>
                <a:cubicBezTo>
                  <a:pt x="316300" y="361120"/>
                  <a:pt x="315004" y="364809"/>
                  <a:pt x="313373" y="368163"/>
                </a:cubicBezTo>
                <a:cubicBezTo>
                  <a:pt x="304879" y="385553"/>
                  <a:pt x="287412" y="395661"/>
                  <a:pt x="269272" y="395661"/>
                </a:cubicBezTo>
                <a:cubicBezTo>
                  <a:pt x="262026" y="395661"/>
                  <a:pt x="254684" y="394032"/>
                  <a:pt x="247726" y="390679"/>
                </a:cubicBezTo>
                <a:cubicBezTo>
                  <a:pt x="223396" y="378798"/>
                  <a:pt x="213319" y="349431"/>
                  <a:pt x="225220" y="325142"/>
                </a:cubicBezTo>
                <a:lnTo>
                  <a:pt x="323210" y="124988"/>
                </a:lnTo>
                <a:lnTo>
                  <a:pt x="358385" y="53224"/>
                </a:lnTo>
                <a:lnTo>
                  <a:pt x="382186" y="4551"/>
                </a:lnTo>
                <a:cubicBezTo>
                  <a:pt x="383770" y="1389"/>
                  <a:pt x="386505" y="0"/>
                  <a:pt x="38928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2" name="ascending-line-graphic-symbol_56849">
            <a:extLst>
              <a:ext uri="{FF2B5EF4-FFF2-40B4-BE49-F238E27FC236}">
                <a16:creationId xmlns:a16="http://schemas.microsoft.com/office/drawing/2014/main" id="{BC2AAEF6-E5E9-5402-95B0-2463E723722A}"/>
              </a:ext>
            </a:extLst>
          </p:cNvPr>
          <p:cNvSpPr>
            <a:spLocks noChangeAspect="1"/>
          </p:cNvSpPr>
          <p:nvPr/>
        </p:nvSpPr>
        <p:spPr>
          <a:xfrm>
            <a:off x="4453671" y="4496591"/>
            <a:ext cx="421495" cy="252000"/>
          </a:xfrm>
          <a:custGeom>
            <a:avLst/>
            <a:gdLst>
              <a:gd name="connsiteX0" fmla="*/ 31329 w 609293"/>
              <a:gd name="connsiteY0" fmla="*/ 401588 h 464038"/>
              <a:gd name="connsiteX1" fmla="*/ 577995 w 609293"/>
              <a:gd name="connsiteY1" fmla="*/ 401588 h 464038"/>
              <a:gd name="connsiteX2" fmla="*/ 609293 w 609293"/>
              <a:gd name="connsiteY2" fmla="*/ 432813 h 464038"/>
              <a:gd name="connsiteX3" fmla="*/ 577995 w 609293"/>
              <a:gd name="connsiteY3" fmla="*/ 464038 h 464038"/>
              <a:gd name="connsiteX4" fmla="*/ 31329 w 609293"/>
              <a:gd name="connsiteY4" fmla="*/ 464038 h 464038"/>
              <a:gd name="connsiteX5" fmla="*/ 31 w 609293"/>
              <a:gd name="connsiteY5" fmla="*/ 432813 h 464038"/>
              <a:gd name="connsiteX6" fmla="*/ 31329 w 609293"/>
              <a:gd name="connsiteY6" fmla="*/ 401588 h 464038"/>
              <a:gd name="connsiteX7" fmla="*/ 443944 w 609293"/>
              <a:gd name="connsiteY7" fmla="*/ 0 h 464038"/>
              <a:gd name="connsiteX8" fmla="*/ 568010 w 609293"/>
              <a:gd name="connsiteY8" fmla="*/ 0 h 464038"/>
              <a:gd name="connsiteX9" fmla="*/ 603907 w 609293"/>
              <a:gd name="connsiteY9" fmla="*/ 35945 h 464038"/>
              <a:gd name="connsiteX10" fmla="*/ 603907 w 609293"/>
              <a:gd name="connsiteY10" fmla="*/ 160511 h 464038"/>
              <a:gd name="connsiteX11" fmla="*/ 567963 w 609293"/>
              <a:gd name="connsiteY11" fmla="*/ 196456 h 464038"/>
              <a:gd name="connsiteX12" fmla="*/ 531973 w 609293"/>
              <a:gd name="connsiteY12" fmla="*/ 160511 h 464038"/>
              <a:gd name="connsiteX13" fmla="*/ 531973 w 609293"/>
              <a:gd name="connsiteY13" fmla="*/ 117536 h 464038"/>
              <a:gd name="connsiteX14" fmla="*/ 435826 w 609293"/>
              <a:gd name="connsiteY14" fmla="*/ 198518 h 464038"/>
              <a:gd name="connsiteX15" fmla="*/ 389888 w 609293"/>
              <a:gd name="connsiteY15" fmla="*/ 215530 h 464038"/>
              <a:gd name="connsiteX16" fmla="*/ 239872 w 609293"/>
              <a:gd name="connsiteY16" fmla="*/ 215530 h 464038"/>
              <a:gd name="connsiteX17" fmla="*/ 234617 w 609293"/>
              <a:gd name="connsiteY17" fmla="*/ 217451 h 464038"/>
              <a:gd name="connsiteX18" fmla="*/ 51661 w 609293"/>
              <a:gd name="connsiteY18" fmla="*/ 374120 h 464038"/>
              <a:gd name="connsiteX19" fmla="*/ 31343 w 609293"/>
              <a:gd name="connsiteY19" fmla="*/ 381618 h 464038"/>
              <a:gd name="connsiteX20" fmla="*/ 7553 w 609293"/>
              <a:gd name="connsiteY20" fmla="*/ 370652 h 464038"/>
              <a:gd name="connsiteX21" fmla="*/ 10931 w 609293"/>
              <a:gd name="connsiteY21" fmla="*/ 326599 h 464038"/>
              <a:gd name="connsiteX22" fmla="*/ 193934 w 609293"/>
              <a:gd name="connsiteY22" fmla="*/ 170025 h 464038"/>
              <a:gd name="connsiteX23" fmla="*/ 239872 w 609293"/>
              <a:gd name="connsiteY23" fmla="*/ 153013 h 464038"/>
              <a:gd name="connsiteX24" fmla="*/ 389888 w 609293"/>
              <a:gd name="connsiteY24" fmla="*/ 153013 h 464038"/>
              <a:gd name="connsiteX25" fmla="*/ 395143 w 609293"/>
              <a:gd name="connsiteY25" fmla="*/ 151091 h 464038"/>
              <a:gd name="connsiteX26" fmla="*/ 489179 w 609293"/>
              <a:gd name="connsiteY26" fmla="*/ 71843 h 464038"/>
              <a:gd name="connsiteX27" fmla="*/ 443944 w 609293"/>
              <a:gd name="connsiteY27" fmla="*/ 71843 h 464038"/>
              <a:gd name="connsiteX28" fmla="*/ 407953 w 609293"/>
              <a:gd name="connsiteY28" fmla="*/ 35945 h 464038"/>
              <a:gd name="connsiteX29" fmla="*/ 443944 w 609293"/>
              <a:gd name="connsiteY29" fmla="*/ 0 h 464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293" h="464038">
                <a:moveTo>
                  <a:pt x="31329" y="401588"/>
                </a:moveTo>
                <a:lnTo>
                  <a:pt x="577995" y="401588"/>
                </a:lnTo>
                <a:cubicBezTo>
                  <a:pt x="595263" y="401588"/>
                  <a:pt x="609293" y="415585"/>
                  <a:pt x="609293" y="432813"/>
                </a:cubicBezTo>
                <a:cubicBezTo>
                  <a:pt x="609293" y="450041"/>
                  <a:pt x="595263" y="464038"/>
                  <a:pt x="577995" y="464038"/>
                </a:cubicBezTo>
                <a:lnTo>
                  <a:pt x="31329" y="464038"/>
                </a:lnTo>
                <a:cubicBezTo>
                  <a:pt x="14061" y="464038"/>
                  <a:pt x="31" y="450041"/>
                  <a:pt x="31" y="432813"/>
                </a:cubicBezTo>
                <a:cubicBezTo>
                  <a:pt x="31" y="415585"/>
                  <a:pt x="14061" y="401588"/>
                  <a:pt x="31329" y="401588"/>
                </a:cubicBezTo>
                <a:close/>
                <a:moveTo>
                  <a:pt x="443944" y="0"/>
                </a:moveTo>
                <a:lnTo>
                  <a:pt x="568010" y="0"/>
                </a:lnTo>
                <a:cubicBezTo>
                  <a:pt x="587906" y="0"/>
                  <a:pt x="604001" y="16121"/>
                  <a:pt x="603907" y="35945"/>
                </a:cubicBezTo>
                <a:lnTo>
                  <a:pt x="603907" y="160511"/>
                </a:lnTo>
                <a:cubicBezTo>
                  <a:pt x="603907" y="180382"/>
                  <a:pt x="587859" y="196456"/>
                  <a:pt x="567963" y="196456"/>
                </a:cubicBezTo>
                <a:cubicBezTo>
                  <a:pt x="548068" y="196456"/>
                  <a:pt x="531973" y="180382"/>
                  <a:pt x="531973" y="160511"/>
                </a:cubicBezTo>
                <a:lnTo>
                  <a:pt x="531973" y="117536"/>
                </a:lnTo>
                <a:lnTo>
                  <a:pt x="435826" y="198518"/>
                </a:lnTo>
                <a:cubicBezTo>
                  <a:pt x="423063" y="209531"/>
                  <a:pt x="406733" y="215530"/>
                  <a:pt x="389888" y="215530"/>
                </a:cubicBezTo>
                <a:lnTo>
                  <a:pt x="239872" y="215530"/>
                </a:lnTo>
                <a:cubicBezTo>
                  <a:pt x="237902" y="215530"/>
                  <a:pt x="236025" y="216186"/>
                  <a:pt x="234617" y="217451"/>
                </a:cubicBezTo>
                <a:lnTo>
                  <a:pt x="51661" y="374120"/>
                </a:lnTo>
                <a:cubicBezTo>
                  <a:pt x="45796" y="379087"/>
                  <a:pt x="38522" y="381618"/>
                  <a:pt x="31343" y="381618"/>
                </a:cubicBezTo>
                <a:cubicBezTo>
                  <a:pt x="22521" y="381618"/>
                  <a:pt x="13747" y="377869"/>
                  <a:pt x="7553" y="370652"/>
                </a:cubicBezTo>
                <a:cubicBezTo>
                  <a:pt x="-3709" y="357530"/>
                  <a:pt x="-2207" y="337847"/>
                  <a:pt x="10931" y="326599"/>
                </a:cubicBezTo>
                <a:lnTo>
                  <a:pt x="193934" y="170025"/>
                </a:lnTo>
                <a:cubicBezTo>
                  <a:pt x="206697" y="159011"/>
                  <a:pt x="223027" y="153013"/>
                  <a:pt x="239872" y="153013"/>
                </a:cubicBezTo>
                <a:lnTo>
                  <a:pt x="389888" y="153013"/>
                </a:lnTo>
                <a:cubicBezTo>
                  <a:pt x="391812" y="153013"/>
                  <a:pt x="393689" y="152357"/>
                  <a:pt x="395143" y="151091"/>
                </a:cubicBezTo>
                <a:lnTo>
                  <a:pt x="489179" y="71843"/>
                </a:lnTo>
                <a:lnTo>
                  <a:pt x="443944" y="71843"/>
                </a:lnTo>
                <a:cubicBezTo>
                  <a:pt x="424048" y="71843"/>
                  <a:pt x="407953" y="55816"/>
                  <a:pt x="407953" y="35945"/>
                </a:cubicBezTo>
                <a:cubicBezTo>
                  <a:pt x="407953" y="16075"/>
                  <a:pt x="424048" y="0"/>
                  <a:pt x="44394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073" name="内容占位符 3">
            <a:extLst>
              <a:ext uri="{FF2B5EF4-FFF2-40B4-BE49-F238E27FC236}">
                <a16:creationId xmlns:a16="http://schemas.microsoft.com/office/drawing/2014/main" id="{07C1A1BC-8626-724A-D5A8-C57B878B8C38}"/>
              </a:ext>
            </a:extLst>
          </p:cNvPr>
          <p:cNvSpPr txBox="1">
            <a:spLocks/>
          </p:cNvSpPr>
          <p:nvPr/>
        </p:nvSpPr>
        <p:spPr>
          <a:xfrm>
            <a:off x="8465967" y="916790"/>
            <a:ext cx="3307080" cy="60329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2800" b="1" kern="1200" spc="225" dirty="0" smtClean="0">
                <a:solidFill>
                  <a:srgbClr val="40404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Bold" panose="020B0800000000000000" pitchFamily="34" charset="-122"/>
              </a:defRPr>
            </a:lvl1pPr>
            <a:lvl2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2800" b="1" kern="1200" spc="225" dirty="0" smtClean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微软雅黑" panose="020B0503020204020204" pitchFamily="34" charset="-122"/>
              </a:defRPr>
            </a:lvl2pPr>
            <a:lvl3pPr marL="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2800" b="1" kern="1200" spc="225" dirty="0" smtClean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i="1" dirty="0">
                <a:solidFill>
                  <a:srgbClr val="00FF9A"/>
                </a:solidFill>
              </a:rPr>
              <a:t>传统登录</a:t>
            </a:r>
            <a:r>
              <a:rPr lang="en-US" altLang="zh-CN" i="1" dirty="0">
                <a:solidFill>
                  <a:srgbClr val="00FF9A"/>
                </a:solidFill>
              </a:rPr>
              <a:t>VS</a:t>
            </a:r>
            <a:r>
              <a:rPr lang="zh-CN" altLang="en-US" i="1" dirty="0">
                <a:solidFill>
                  <a:srgbClr val="00FF9A"/>
                </a:solidFill>
              </a:rPr>
              <a:t>一键登录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8473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平行四边形 19">
            <a:extLst>
              <a:ext uri="{FF2B5EF4-FFF2-40B4-BE49-F238E27FC236}">
                <a16:creationId xmlns:a16="http://schemas.microsoft.com/office/drawing/2014/main" id="{A09A1406-0E85-4586-C996-F30044E6B220}"/>
              </a:ext>
            </a:extLst>
          </p:cNvPr>
          <p:cNvSpPr/>
          <p:nvPr/>
        </p:nvSpPr>
        <p:spPr>
          <a:xfrm>
            <a:off x="-8840" y="0"/>
            <a:ext cx="6976321" cy="6858000"/>
          </a:xfrm>
          <a:custGeom>
            <a:avLst/>
            <a:gdLst>
              <a:gd name="connsiteX0" fmla="*/ 0 w 6976321"/>
              <a:gd name="connsiteY0" fmla="*/ 6858000 h 6858000"/>
              <a:gd name="connsiteX1" fmla="*/ 0 w 6976321"/>
              <a:gd name="connsiteY1" fmla="*/ 0 h 6858000"/>
              <a:gd name="connsiteX2" fmla="*/ 6976321 w 6976321"/>
              <a:gd name="connsiteY2" fmla="*/ 0 h 6858000"/>
              <a:gd name="connsiteX3" fmla="*/ 6976321 w 6976321"/>
              <a:gd name="connsiteY3" fmla="*/ 6858000 h 6858000"/>
              <a:gd name="connsiteX4" fmla="*/ 0 w 6976321"/>
              <a:gd name="connsiteY4" fmla="*/ 6858000 h 6858000"/>
              <a:gd name="connsiteX0" fmla="*/ 0 w 6976321"/>
              <a:gd name="connsiteY0" fmla="*/ 6858000 h 6882063"/>
              <a:gd name="connsiteX1" fmla="*/ 0 w 6976321"/>
              <a:gd name="connsiteY1" fmla="*/ 0 h 6882063"/>
              <a:gd name="connsiteX2" fmla="*/ 6976321 w 6976321"/>
              <a:gd name="connsiteY2" fmla="*/ 0 h 6882063"/>
              <a:gd name="connsiteX3" fmla="*/ 5243774 w 6976321"/>
              <a:gd name="connsiteY3" fmla="*/ 6882063 h 6882063"/>
              <a:gd name="connsiteX4" fmla="*/ 0 w 6976321"/>
              <a:gd name="connsiteY4" fmla="*/ 6858000 h 6882063"/>
              <a:gd name="connsiteX0" fmla="*/ 0 w 6976321"/>
              <a:gd name="connsiteY0" fmla="*/ 6858000 h 6858000"/>
              <a:gd name="connsiteX1" fmla="*/ 0 w 6976321"/>
              <a:gd name="connsiteY1" fmla="*/ 0 h 6858000"/>
              <a:gd name="connsiteX2" fmla="*/ 6976321 w 6976321"/>
              <a:gd name="connsiteY2" fmla="*/ 0 h 6858000"/>
              <a:gd name="connsiteX3" fmla="*/ 5400184 w 6976321"/>
              <a:gd name="connsiteY3" fmla="*/ 6821905 h 6858000"/>
              <a:gd name="connsiteX4" fmla="*/ 0 w 6976321"/>
              <a:gd name="connsiteY4" fmla="*/ 6858000 h 6858000"/>
              <a:gd name="connsiteX0" fmla="*/ 0 w 6976321"/>
              <a:gd name="connsiteY0" fmla="*/ 6858000 h 6858000"/>
              <a:gd name="connsiteX1" fmla="*/ 0 w 6976321"/>
              <a:gd name="connsiteY1" fmla="*/ 0 h 6858000"/>
              <a:gd name="connsiteX2" fmla="*/ 6976321 w 6976321"/>
              <a:gd name="connsiteY2" fmla="*/ 0 h 6858000"/>
              <a:gd name="connsiteX3" fmla="*/ 5388152 w 6976321"/>
              <a:gd name="connsiteY3" fmla="*/ 6845968 h 6858000"/>
              <a:gd name="connsiteX4" fmla="*/ 0 w 6976321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76321" h="6858000">
                <a:moveTo>
                  <a:pt x="0" y="6858000"/>
                </a:moveTo>
                <a:lnTo>
                  <a:pt x="0" y="0"/>
                </a:lnTo>
                <a:lnTo>
                  <a:pt x="6976321" y="0"/>
                </a:lnTo>
                <a:lnTo>
                  <a:pt x="5388152" y="6845968"/>
                </a:lnTo>
                <a:lnTo>
                  <a:pt x="0" y="6858000"/>
                </a:lnTo>
                <a:close/>
              </a:path>
            </a:pathLst>
          </a:custGeom>
          <a:solidFill>
            <a:srgbClr val="1D7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07CB9966-6297-265F-A917-D7B2A1C918A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58" b="22140"/>
          <a:stretch>
            <a:fillRect/>
          </a:stretch>
        </p:blipFill>
        <p:spPr>
          <a:xfrm rot="8317877" flipH="1">
            <a:off x="-988338" y="-1508914"/>
            <a:ext cx="7039353" cy="5339607"/>
          </a:xfrm>
          <a:custGeom>
            <a:avLst/>
            <a:gdLst>
              <a:gd name="connsiteX0" fmla="*/ 6990474 w 7505299"/>
              <a:gd name="connsiteY0" fmla="*/ 0 h 5339607"/>
              <a:gd name="connsiteX1" fmla="*/ 7505298 w 7505299"/>
              <a:gd name="connsiteY1" fmla="*/ 589070 h 5339607"/>
              <a:gd name="connsiteX2" fmla="*/ 7505299 w 7505299"/>
              <a:gd name="connsiteY2" fmla="*/ 1008071 h 5339607"/>
              <a:gd name="connsiteX3" fmla="*/ 2549080 w 7505299"/>
              <a:gd name="connsiteY3" fmla="*/ 5339607 h 5339607"/>
              <a:gd name="connsiteX4" fmla="*/ 0 w 7505299"/>
              <a:gd name="connsiteY4" fmla="*/ 2422905 h 5339607"/>
              <a:gd name="connsiteX5" fmla="*/ 2772331 w 7505299"/>
              <a:gd name="connsiteY5" fmla="*/ 0 h 5339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05299" h="5339607">
                <a:moveTo>
                  <a:pt x="6990474" y="0"/>
                </a:moveTo>
                <a:lnTo>
                  <a:pt x="7505298" y="589070"/>
                </a:lnTo>
                <a:lnTo>
                  <a:pt x="7505299" y="1008071"/>
                </a:lnTo>
                <a:lnTo>
                  <a:pt x="2549080" y="5339607"/>
                </a:lnTo>
                <a:lnTo>
                  <a:pt x="0" y="2422905"/>
                </a:lnTo>
                <a:lnTo>
                  <a:pt x="2772331" y="0"/>
                </a:lnTo>
                <a:close/>
              </a:path>
            </a:pathLst>
          </a:custGeom>
        </p:spPr>
      </p:pic>
      <p:cxnSp>
        <p:nvCxnSpPr>
          <p:cNvPr id="21" name="直接连接符 20"/>
          <p:cNvCxnSpPr/>
          <p:nvPr/>
        </p:nvCxnSpPr>
        <p:spPr>
          <a:xfrm flipV="1">
            <a:off x="11292205" y="586740"/>
            <a:ext cx="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856AC1DB-F55C-4BAB-9968-763A70074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340952"/>
              </p:ext>
            </p:extLst>
          </p:nvPr>
        </p:nvGraphicFramePr>
        <p:xfrm>
          <a:off x="350519" y="1570734"/>
          <a:ext cx="5192008" cy="3716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044">
                  <a:extLst>
                    <a:ext uri="{9D8B030D-6E8A-4147-A177-3AD203B41FA5}">
                      <a16:colId xmlns:a16="http://schemas.microsoft.com/office/drawing/2014/main" val="3968214200"/>
                    </a:ext>
                  </a:extLst>
                </a:gridCol>
                <a:gridCol w="1045835">
                  <a:extLst>
                    <a:ext uri="{9D8B030D-6E8A-4147-A177-3AD203B41FA5}">
                      <a16:colId xmlns:a16="http://schemas.microsoft.com/office/drawing/2014/main" val="3729068268"/>
                    </a:ext>
                  </a:extLst>
                </a:gridCol>
                <a:gridCol w="1022811">
                  <a:extLst>
                    <a:ext uri="{9D8B030D-6E8A-4147-A177-3AD203B41FA5}">
                      <a16:colId xmlns:a16="http://schemas.microsoft.com/office/drawing/2014/main" val="3058049227"/>
                    </a:ext>
                  </a:extLst>
                </a:gridCol>
                <a:gridCol w="1701318">
                  <a:extLst>
                    <a:ext uri="{9D8B030D-6E8A-4147-A177-3AD203B41FA5}">
                      <a16:colId xmlns:a16="http://schemas.microsoft.com/office/drawing/2014/main" val="1529609113"/>
                    </a:ext>
                  </a:extLst>
                </a:gridCol>
              </a:tblGrid>
              <a:tr h="5665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 dirty="0"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</a:rPr>
                        <a:t>支持平台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</a:rPr>
                        <a:t>一键登录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</a:rPr>
                        <a:t>号码认证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 dirty="0">
                          <a:latin typeface="思源黑体 CN Regular" panose="020B0500000000000000" pitchFamily="34" charset="-122"/>
                          <a:ea typeface="思源黑体 CN Regular" panose="020B0500000000000000" pitchFamily="34" charset="-122"/>
                        </a:rPr>
                        <a:t>网络要求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46611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Android</a:t>
                      </a:r>
                      <a:r>
                        <a:rPr lang="zh-CN" altLang="en-US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Roboto" panose="02000000000000000000" pitchFamily="2" charset="0"/>
                          <a:ea typeface="思源黑体 CN Normal" panose="020B0400000000000000" pitchFamily="34" charset="-122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altLang="zh-CN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4.0+</a:t>
                      </a:r>
                      <a:endParaRPr lang="zh-CN" altLang="en-US" sz="16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Roboto" panose="02000000000000000000" pitchFamily="2" charset="0"/>
                        <a:ea typeface="思源黑体 CN Normal" panose="020B0400000000000000" pitchFamily="34" charset="-122"/>
                        <a:cs typeface="Roboto" panose="020000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Normal" panose="020B0400000000000000" pitchFamily="34" charset="-122"/>
                          <a:cs typeface="Roboto" panose="02000000000000000000" pitchFamily="2" charset="0"/>
                        </a:rPr>
                        <a:t>√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Normal" panose="020B0400000000000000" pitchFamily="34" charset="-122"/>
                          <a:cs typeface="Roboto" panose="02000000000000000000" pitchFamily="2" charset="0"/>
                        </a:rPr>
                        <a:t>√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纯数据网络</a:t>
                      </a:r>
                      <a:endParaRPr lang="en-US" altLang="zh-CN" sz="1600" dirty="0">
                        <a:solidFill>
                          <a:schemeClr val="bg1">
                            <a:lumMod val="95000"/>
                          </a:schemeClr>
                        </a:solidFill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数据网络与</a:t>
                      </a:r>
                      <a:r>
                        <a:rPr lang="en-US" altLang="zh-CN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WIFI</a:t>
                      </a:r>
                      <a:r>
                        <a:rPr lang="zh-CN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双开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93351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iOS</a:t>
                      </a:r>
                      <a:r>
                        <a:rPr lang="zh-CN" altLang="en-US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Roboto" panose="02000000000000000000" pitchFamily="2" charset="0"/>
                          <a:ea typeface="思源黑体 CN Normal" panose="020B0400000000000000" pitchFamily="34" charset="-122"/>
                          <a:cs typeface="Roboto" panose="02000000000000000000" pitchFamily="2" charset="0"/>
                        </a:rPr>
                        <a:t> </a:t>
                      </a:r>
                      <a:r>
                        <a:rPr lang="en-US" altLang="zh-CN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8+</a:t>
                      </a:r>
                      <a:endParaRPr lang="zh-CN" altLang="en-US" sz="16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Roboto" panose="02000000000000000000" pitchFamily="2" charset="0"/>
                        <a:ea typeface="思源黑体 CN Normal" panose="020B0400000000000000" pitchFamily="34" charset="-122"/>
                        <a:cs typeface="Roboto" panose="020000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Normal" panose="020B0400000000000000" pitchFamily="34" charset="-122"/>
                          <a:cs typeface="Roboto" panose="02000000000000000000" pitchFamily="2" charset="0"/>
                        </a:rPr>
                        <a:t>√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Normal" panose="020B0400000000000000" pitchFamily="34" charset="-122"/>
                          <a:cs typeface="Roboto" panose="02000000000000000000" pitchFamily="2" charset="0"/>
                        </a:rPr>
                        <a:t>√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54980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</a:t>
                      </a:r>
                      <a:r>
                        <a:rPr lang="en-US" altLang="zh-CN" sz="1600" b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ni</a:t>
                      </a:r>
                      <a:r>
                        <a:rPr lang="en-US" altLang="zh-CN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-app</a:t>
                      </a:r>
                      <a:endParaRPr lang="zh-CN" altLang="en-US" sz="16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Roboto" panose="02000000000000000000" pitchFamily="2" charset="0"/>
                        <a:ea typeface="思源黑体 CN Normal" panose="020B0400000000000000" pitchFamily="34" charset="-122"/>
                        <a:cs typeface="Roboto" panose="020000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Normal" panose="020B0400000000000000" pitchFamily="34" charset="-122"/>
                          <a:cs typeface="Roboto" panose="02000000000000000000" pitchFamily="2" charset="0"/>
                        </a:rPr>
                        <a:t>√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Normal" panose="020B0400000000000000" pitchFamily="34" charset="-122"/>
                          <a:cs typeface="Roboto" panose="02000000000000000000" pitchFamily="2" charset="0"/>
                        </a:rPr>
                        <a:t>√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162634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H5</a:t>
                      </a:r>
                      <a:endParaRPr lang="zh-CN" altLang="en-US" sz="1600" b="0" dirty="0">
                        <a:solidFill>
                          <a:schemeClr val="bg1">
                            <a:lumMod val="95000"/>
                          </a:schemeClr>
                        </a:solidFill>
                        <a:latin typeface="Roboto" panose="02000000000000000000" pitchFamily="2" charset="0"/>
                        <a:ea typeface="思源黑体 CN Normal" panose="020B0400000000000000" pitchFamily="34" charset="-122"/>
                        <a:cs typeface="Roboto" panose="020000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Normal" panose="020B0400000000000000" pitchFamily="34" charset="-122"/>
                          <a:cs typeface="Roboto" panose="02000000000000000000" pitchFamily="2" charset="0"/>
                        </a:rPr>
                        <a:t>√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Normal" panose="020B0400000000000000" pitchFamily="34" charset="-122"/>
                          <a:cs typeface="Roboto" panose="02000000000000000000" pitchFamily="2" charset="0"/>
                        </a:rPr>
                        <a:t>√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纯数据网络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328318"/>
                  </a:ext>
                </a:extLst>
              </a:tr>
              <a:tr h="63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微信小程序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Normal" panose="020B0400000000000000" pitchFamily="34" charset="-122"/>
                          <a:cs typeface="Roboto" panose="02000000000000000000" pitchFamily="2" charset="0"/>
                        </a:rPr>
                        <a:t>√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x</a:t>
                      </a:r>
                      <a:endParaRPr lang="zh-CN" altLang="en-US" sz="18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Normal" panose="020B0400000000000000" pitchFamily="34" charset="-122"/>
                        <a:cs typeface="Roboto" panose="02000000000000000000" pitchFamily="2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295452"/>
                  </a:ext>
                </a:extLst>
              </a:tr>
            </a:tbl>
          </a:graphicData>
        </a:graphic>
      </p:graphicFrame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1A28657-13AF-C0B7-E1EA-8CDE5EFD053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产品支持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B9379C5-67A7-AA37-F42B-F7FE04EF87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627" y="586740"/>
            <a:ext cx="2010244" cy="4320000"/>
          </a:xfrm>
          <a:prstGeom prst="roundRect">
            <a:avLst>
              <a:gd name="adj" fmla="val 9819"/>
            </a:avLst>
          </a:prstGeom>
          <a:effectLst>
            <a:outerShdw blurRad="177800" dist="114300" dir="7800000" algn="ctr" rotWithShape="0">
              <a:srgbClr val="000000">
                <a:alpha val="40000"/>
              </a:srgbClr>
            </a:outerShdw>
          </a:effectLst>
          <a:scene3d>
            <a:camera prst="isometricTopUp"/>
            <a:lightRig rig="contrasting" dir="t"/>
          </a:scene3d>
          <a:sp3d extrusionH="25400">
            <a:bevelT/>
          </a:sp3d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CD38F1F-1869-89E6-0B4F-9D3B28E61AB5}"/>
              </a:ext>
            </a:extLst>
          </p:cNvPr>
          <p:cNvSpPr txBox="1"/>
          <p:nvPr/>
        </p:nvSpPr>
        <p:spPr>
          <a:xfrm>
            <a:off x="10084543" y="4528516"/>
            <a:ext cx="1729697" cy="340671"/>
          </a:xfrm>
          <a:prstGeom prst="rect">
            <a:avLst/>
          </a:prstGeom>
          <a:noFill/>
        </p:spPr>
        <p:txBody>
          <a:bodyPr wrap="square" anchor="ctr">
            <a:spAutoFit/>
            <a:scene3d>
              <a:camera prst="isometricTopUp"/>
              <a:lightRig rig="threePt" dir="t"/>
            </a:scene3d>
          </a:bodyPr>
          <a:lstStyle/>
          <a:p>
            <a:pPr latinLnBrk="1">
              <a:lnSpc>
                <a:spcPct val="150000"/>
              </a:lnSpc>
            </a:pPr>
            <a:r>
              <a:rPr lang="en-US" altLang="zh-CN" sz="1200" i="0" dirty="0">
                <a:solidFill>
                  <a:srgbClr val="1269E4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Android/IOS</a:t>
            </a:r>
            <a:r>
              <a:rPr lang="zh-CN" altLang="en-US" sz="1200" b="1" i="0" dirty="0">
                <a:solidFill>
                  <a:srgbClr val="1269E4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一键登录</a:t>
            </a:r>
            <a:endParaRPr lang="en-US" altLang="zh-CN" sz="1200" b="1" dirty="0">
              <a:solidFill>
                <a:srgbClr val="1269E4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F9EAD8-179B-BDB3-D027-B6C246AD1A1C}"/>
              </a:ext>
            </a:extLst>
          </p:cNvPr>
          <p:cNvSpPr txBox="1"/>
          <p:nvPr/>
        </p:nvSpPr>
        <p:spPr>
          <a:xfrm>
            <a:off x="11180431" y="2894205"/>
            <a:ext cx="1080000" cy="340671"/>
          </a:xfrm>
          <a:prstGeom prst="rect">
            <a:avLst/>
          </a:prstGeom>
          <a:noFill/>
        </p:spPr>
        <p:txBody>
          <a:bodyPr wrap="square" anchor="ctr">
            <a:spAutoFit/>
            <a:scene3d>
              <a:camera prst="isometricTopUp"/>
              <a:lightRig rig="threePt" dir="t"/>
            </a:scene3d>
          </a:bodyPr>
          <a:lstStyle/>
          <a:p>
            <a:pPr latinLnBrk="1">
              <a:lnSpc>
                <a:spcPct val="150000"/>
              </a:lnSpc>
            </a:pPr>
            <a:r>
              <a:rPr lang="zh-CN" altLang="en-US" sz="1200" b="1" dirty="0">
                <a:solidFill>
                  <a:srgbClr val="1269E4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号码认证</a:t>
            </a:r>
            <a:endParaRPr lang="en-US" altLang="zh-CN" sz="1200" b="1" dirty="0">
              <a:solidFill>
                <a:srgbClr val="1269E4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1CF0274-0059-6160-AFA5-56F0D7F7C13C}"/>
              </a:ext>
            </a:extLst>
          </p:cNvPr>
          <p:cNvGrpSpPr/>
          <p:nvPr/>
        </p:nvGrpSpPr>
        <p:grpSpPr>
          <a:xfrm>
            <a:off x="7236175" y="2887174"/>
            <a:ext cx="2010244" cy="4320000"/>
            <a:chOff x="5371869" y="1269000"/>
            <a:chExt cx="2010244" cy="4320000"/>
          </a:xfrm>
          <a:effectLst>
            <a:outerShdw blurRad="190500" dist="88900" dir="8100000" algn="ctr" rotWithShape="0">
              <a:srgbClr val="000000">
                <a:alpha val="52000"/>
              </a:srgbClr>
            </a:outerShdw>
          </a:effectLst>
          <a:scene3d>
            <a:camera prst="isometricTopUp"/>
            <a:lightRig rig="contrasting" dir="t"/>
          </a:scene3d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95AE5AD9-F7CF-4693-4967-13767229B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371869" y="1269000"/>
              <a:ext cx="2010244" cy="4320000"/>
            </a:xfrm>
            <a:prstGeom prst="roundRect">
              <a:avLst/>
            </a:prstGeom>
            <a:sp3d extrusionH="25400">
              <a:bevelT/>
            </a:sp3d>
          </p:spPr>
        </p:pic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F4A5F95E-10AE-5165-5AF2-58A1497385D1}"/>
                </a:ext>
              </a:extLst>
            </p:cNvPr>
            <p:cNvSpPr/>
            <p:nvPr/>
          </p:nvSpPr>
          <p:spPr>
            <a:xfrm>
              <a:off x="5425646" y="1348511"/>
              <a:ext cx="1889553" cy="4120417"/>
            </a:xfrm>
            <a:prstGeom prst="roundRect">
              <a:avLst>
                <a:gd name="adj" fmla="val 9846"/>
              </a:avLst>
            </a:prstGeom>
            <a:blipFill>
              <a:blip r:embed="rId6"/>
              <a:stretch>
                <a:fillRect/>
              </a:stretch>
            </a:blipFill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5043991B-E77E-9E7B-EEC4-C66CFF4B3293}"/>
              </a:ext>
            </a:extLst>
          </p:cNvPr>
          <p:cNvSpPr txBox="1"/>
          <p:nvPr/>
        </p:nvSpPr>
        <p:spPr>
          <a:xfrm>
            <a:off x="9041737" y="6027025"/>
            <a:ext cx="1701326" cy="340671"/>
          </a:xfrm>
          <a:prstGeom prst="rect">
            <a:avLst/>
          </a:prstGeom>
          <a:noFill/>
          <a:scene3d>
            <a:camera prst="isometricTopUp"/>
            <a:lightRig rig="threePt" dir="t"/>
          </a:scene3d>
          <a:sp3d>
            <a:bevelB/>
          </a:sp3d>
        </p:spPr>
        <p:txBody>
          <a:bodyPr wrap="square" anchor="ctr">
            <a:spAutoFit/>
            <a:sp3d/>
          </a:bodyPr>
          <a:lstStyle/>
          <a:p>
            <a:pPr latinLnBrk="1">
              <a:lnSpc>
                <a:spcPct val="150000"/>
              </a:lnSpc>
            </a:pPr>
            <a:r>
              <a:rPr lang="en-US" altLang="zh-CN" sz="1200" i="0" dirty="0">
                <a:solidFill>
                  <a:srgbClr val="1269E4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H5/</a:t>
            </a:r>
            <a:r>
              <a:rPr lang="zh-CN" altLang="en-US" sz="1200" i="0" dirty="0">
                <a:solidFill>
                  <a:srgbClr val="1269E4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小程序</a:t>
            </a:r>
            <a:r>
              <a:rPr lang="zh-CN" altLang="en-US" sz="1200" b="1" i="0" dirty="0">
                <a:solidFill>
                  <a:srgbClr val="1269E4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一键登录</a:t>
            </a:r>
            <a:endParaRPr lang="en-US" altLang="zh-CN" sz="1200" b="1" dirty="0">
              <a:solidFill>
                <a:srgbClr val="1269E4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EDE8B6E-EBA2-DA12-F6F6-E2A3C8752634}"/>
              </a:ext>
            </a:extLst>
          </p:cNvPr>
          <p:cNvSpPr txBox="1"/>
          <p:nvPr/>
        </p:nvSpPr>
        <p:spPr>
          <a:xfrm>
            <a:off x="10573041" y="4727278"/>
            <a:ext cx="1241199" cy="31989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isometricTopUp"/>
              <a:lightRig rig="threePt" dir="t"/>
            </a:scene3d>
          </a:bodyPr>
          <a:lstStyle/>
          <a:p>
            <a:pPr algn="l" latinLnBrk="1">
              <a:lnSpc>
                <a:spcPct val="150000"/>
              </a:lnSpc>
            </a:pPr>
            <a:r>
              <a:rPr lang="zh-CN" altLang="en-US" sz="1100" i="0" dirty="0">
                <a:solidFill>
                  <a:srgbClr val="333333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不需要</a:t>
            </a:r>
            <a:r>
              <a:rPr lang="zh-CN" altLang="en-US" sz="1100" dirty="0">
                <a:solidFill>
                  <a:srgbClr val="333333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输入号码</a:t>
            </a:r>
            <a:endParaRPr lang="en-US" altLang="zh-CN" sz="11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B077646-E7BC-8A5E-5400-95F206C62D7B}"/>
              </a:ext>
            </a:extLst>
          </p:cNvPr>
          <p:cNvSpPr txBox="1"/>
          <p:nvPr/>
        </p:nvSpPr>
        <p:spPr>
          <a:xfrm>
            <a:off x="9179505" y="6197360"/>
            <a:ext cx="1856339" cy="299249"/>
          </a:xfrm>
          <a:prstGeom prst="rect">
            <a:avLst/>
          </a:prstGeom>
          <a:noFill/>
          <a:scene3d>
            <a:camera prst="isometricTopUp"/>
            <a:lightRig rig="threePt" dir="t"/>
          </a:scene3d>
          <a:sp3d>
            <a:bevelB/>
          </a:sp3d>
        </p:spPr>
        <p:txBody>
          <a:bodyPr wrap="square">
            <a:spAutoFit/>
            <a:sp3d/>
          </a:bodyPr>
          <a:lstStyle/>
          <a:p>
            <a:pPr algn="ctr" latinLnBrk="1">
              <a:lnSpc>
                <a:spcPct val="150000"/>
              </a:lnSpc>
            </a:pPr>
            <a:r>
              <a:rPr lang="zh-CN" altLang="en-US" sz="1000" i="0" dirty="0">
                <a:solidFill>
                  <a:srgbClr val="333333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需要输中间</a:t>
            </a:r>
            <a:r>
              <a:rPr lang="en-US" altLang="zh-CN" sz="1000" i="0" dirty="0">
                <a:solidFill>
                  <a:srgbClr val="333333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000" i="0" dirty="0">
                <a:solidFill>
                  <a:srgbClr val="333333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位</a:t>
            </a:r>
            <a:endParaRPr lang="en-US" altLang="zh-CN" sz="10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0C85953-FF37-2A91-254D-081F80A86CC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99486" y="1302267"/>
            <a:ext cx="2010244" cy="4320000"/>
          </a:xfrm>
          <a:prstGeom prst="roundRect">
            <a:avLst>
              <a:gd name="adj" fmla="val 9330"/>
            </a:avLst>
          </a:prstGeom>
          <a:effectLst>
            <a:outerShdw blurRad="177800" dist="114300" dir="7800000" algn="ctr" rotWithShape="0">
              <a:srgbClr val="000000">
                <a:alpha val="43000"/>
              </a:srgbClr>
            </a:outerShdw>
          </a:effectLst>
          <a:scene3d>
            <a:camera prst="isometricTopUp"/>
            <a:lightRig rig="contrasting" dir="t"/>
          </a:scene3d>
          <a:sp3d extrusionH="25400">
            <a:bevelT/>
          </a:sp3d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C615588F-CBC1-CC0F-FCF1-E1093146BB7A}"/>
              </a:ext>
            </a:extLst>
          </p:cNvPr>
          <p:cNvSpPr txBox="1"/>
          <p:nvPr/>
        </p:nvSpPr>
        <p:spPr>
          <a:xfrm>
            <a:off x="350519" y="5409420"/>
            <a:ext cx="4993803" cy="617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支持移动（</a:t>
            </a:r>
            <a:r>
              <a:rPr lang="en-US" altLang="zh-CN" sz="1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2/3/4/5G</a:t>
            </a:r>
            <a:r>
              <a:rPr lang="zh-CN" altLang="en-US" sz="1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）、联通（</a:t>
            </a:r>
            <a:r>
              <a:rPr lang="en-US" altLang="zh-CN" sz="1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4/5G</a:t>
            </a:r>
            <a:r>
              <a:rPr lang="zh-CN" altLang="en-US" sz="1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）、电信（</a:t>
            </a:r>
            <a:r>
              <a:rPr lang="en-US" altLang="zh-CN" sz="1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3/4/5G)</a:t>
            </a:r>
            <a:r>
              <a:rPr lang="zh-CN" altLang="en-US" sz="1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网络</a:t>
            </a:r>
            <a:endParaRPr lang="en-US" altLang="zh-CN" sz="12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双卡手机取当前流量卡号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12B6177-57DE-093B-ED29-65E9C027F18A}"/>
              </a:ext>
            </a:extLst>
          </p:cNvPr>
          <p:cNvSpPr txBox="1"/>
          <p:nvPr/>
        </p:nvSpPr>
        <p:spPr>
          <a:xfrm>
            <a:off x="11195313" y="3050890"/>
            <a:ext cx="1241199" cy="29924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isometricTopUp"/>
              <a:lightRig rig="threePt" dir="t"/>
            </a:scene3d>
          </a:bodyPr>
          <a:lstStyle/>
          <a:p>
            <a:pPr algn="l" latinLnBrk="1">
              <a:lnSpc>
                <a:spcPct val="150000"/>
              </a:lnSpc>
            </a:pPr>
            <a:r>
              <a:rPr lang="zh-CN" altLang="en-US" sz="1000" i="0" dirty="0">
                <a:solidFill>
                  <a:srgbClr val="333333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需输入完整号码</a:t>
            </a:r>
            <a:endParaRPr lang="en-US" altLang="zh-CN" sz="1000" dirty="0">
              <a:solidFill>
                <a:srgbClr val="333333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0237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1"/>
          <p:cNvGrpSpPr/>
          <p:nvPr/>
        </p:nvGrpSpPr>
        <p:grpSpPr>
          <a:xfrm>
            <a:off x="415925" y="1497213"/>
            <a:ext cx="2141855" cy="4298315"/>
            <a:chOff x="655" y="1936"/>
            <a:chExt cx="3373" cy="6769"/>
          </a:xfrm>
        </p:grpSpPr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7" y="2135"/>
              <a:ext cx="2954" cy="6400"/>
            </a:xfrm>
            <a:prstGeom prst="rect">
              <a:avLst/>
            </a:prstGeom>
          </p:spPr>
        </p:pic>
        <p:pic>
          <p:nvPicPr>
            <p:cNvPr id="38" name="图片 37" descr="7d7024333a3b5a5ae1501b58825e8827696a45c3142b2-oxkRoV_fw65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5" y="1936"/>
              <a:ext cx="3373" cy="6769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39" name="矩形 38"/>
          <p:cNvSpPr/>
          <p:nvPr/>
        </p:nvSpPr>
        <p:spPr>
          <a:xfrm>
            <a:off x="6359413" y="2857739"/>
            <a:ext cx="1506832" cy="345440"/>
          </a:xfrm>
          <a:prstGeom prst="rect">
            <a:avLst/>
          </a:prstGeom>
          <a:solidFill>
            <a:srgbClr val="3D8BFA"/>
          </a:solidFill>
          <a:ln w="1270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授权登录</a:t>
            </a:r>
          </a:p>
        </p:txBody>
      </p:sp>
      <p:sp>
        <p:nvSpPr>
          <p:cNvPr id="40" name="矩形 39"/>
          <p:cNvSpPr/>
          <p:nvPr/>
        </p:nvSpPr>
        <p:spPr>
          <a:xfrm>
            <a:off x="746125" y="5974944"/>
            <a:ext cx="1431925" cy="342900"/>
          </a:xfrm>
          <a:prstGeom prst="rect">
            <a:avLst/>
          </a:prstGeom>
          <a:solidFill>
            <a:srgbClr val="E7E6E6"/>
          </a:solidFill>
          <a:ln w="1270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点击注册登录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2495600" y="3100408"/>
            <a:ext cx="1200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网络环境检测</a:t>
            </a:r>
            <a:endParaRPr kumimoji="1" lang="en-US" altLang="zh-CN" sz="1200" dirty="0">
              <a:latin typeface="思源黑体 CN Normal" panose="020B0400000000000000" pitchFamily="34" charset="-122"/>
              <a:ea typeface="思源黑体 CN Normal" panose="020B0400000000000000" pitchFamily="34" charset="-122"/>
              <a:sym typeface="+mn-ea"/>
            </a:endParaRPr>
          </a:p>
          <a:p>
            <a:pPr algn="ctr"/>
            <a:r>
              <a:rPr kumimoji="1" lang="zh-CN" altLang="en-US" sz="1200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进行预取号</a:t>
            </a:r>
            <a:endParaRPr kumimoji="1" lang="en-US" altLang="zh-CN" sz="1200" dirty="0">
              <a:latin typeface="思源黑体 CN Normal" panose="020B0400000000000000" pitchFamily="34" charset="-122"/>
              <a:ea typeface="思源黑体 CN Normal" panose="020B0400000000000000" pitchFamily="34" charset="-122"/>
              <a:sym typeface="+mn-ea"/>
            </a:endParaRPr>
          </a:p>
        </p:txBody>
      </p:sp>
      <p:grpSp>
        <p:nvGrpSpPr>
          <p:cNvPr id="42" name="组合 6"/>
          <p:cNvGrpSpPr/>
          <p:nvPr/>
        </p:nvGrpSpPr>
        <p:grpSpPr>
          <a:xfrm>
            <a:off x="4546600" y="5546599"/>
            <a:ext cx="1608455" cy="479425"/>
            <a:chOff x="7160" y="8441"/>
            <a:chExt cx="2533" cy="755"/>
          </a:xfrm>
        </p:grpSpPr>
        <p:cxnSp>
          <p:nvCxnSpPr>
            <p:cNvPr id="45" name="直接箭头连接符 12"/>
            <p:cNvCxnSpPr/>
            <p:nvPr/>
          </p:nvCxnSpPr>
          <p:spPr>
            <a:xfrm>
              <a:off x="7731" y="8441"/>
              <a:ext cx="1691" cy="0"/>
            </a:xfrm>
            <a:prstGeom prst="straightConnector1">
              <a:avLst/>
            </a:prstGeom>
            <a:ln w="19050">
              <a:solidFill>
                <a:srgbClr val="4584D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/>
          </p:nvSpPr>
          <p:spPr>
            <a:xfrm>
              <a:off x="7160" y="8469"/>
              <a:ext cx="2533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1200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+mn-ea"/>
                </a:rPr>
                <a:t>走短信</a:t>
              </a:r>
              <a:endParaRPr kumimoji="1" lang="en-US" altLang="zh-CN" sz="1200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endParaRPr>
            </a:p>
            <a:p>
              <a:pPr algn="ctr"/>
              <a:r>
                <a:rPr kumimoji="1" lang="zh-CN" altLang="en-US" sz="1200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+mn-ea"/>
                </a:rPr>
                <a:t>验证码方案</a:t>
              </a:r>
              <a:endParaRPr kumimoji="1" lang="zh-CN" altLang="en-US" sz="12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</p:grpSp>
      <p:cxnSp>
        <p:nvCxnSpPr>
          <p:cNvPr id="47" name="直接箭头连接符 32"/>
          <p:cNvCxnSpPr/>
          <p:nvPr/>
        </p:nvCxnSpPr>
        <p:spPr>
          <a:xfrm>
            <a:off x="4808220" y="2036600"/>
            <a:ext cx="1330325" cy="9460"/>
          </a:xfrm>
          <a:prstGeom prst="straightConnector1">
            <a:avLst/>
          </a:prstGeom>
          <a:ln w="19050">
            <a:solidFill>
              <a:srgbClr val="4584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6492436" y="6255962"/>
            <a:ext cx="1252830" cy="342900"/>
          </a:xfrm>
          <a:prstGeom prst="rect">
            <a:avLst/>
          </a:prstGeom>
          <a:solidFill>
            <a:srgbClr val="3D8BFA"/>
          </a:solidFill>
          <a:ln w="1270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填写验证码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4898919" y="1665618"/>
            <a:ext cx="1270953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kumimoji="1" lang="zh-CN" altLang="en-US" sz="12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微软雅黑" panose="020B0503020204020204" pitchFamily="34" charset="-122"/>
                <a:sym typeface="+mn-ea"/>
              </a:rPr>
              <a:t>拉起授权页</a:t>
            </a:r>
            <a:endParaRPr kumimoji="1" lang="en-US" altLang="zh-CN" sz="1200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3938732" y="1708240"/>
            <a:ext cx="808355" cy="675640"/>
          </a:xfrm>
          <a:prstGeom prst="ellipse">
            <a:avLst/>
          </a:prstGeom>
          <a:solidFill>
            <a:srgbClr val="3D8BFA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成功</a:t>
            </a:r>
          </a:p>
        </p:txBody>
      </p:sp>
      <p:sp>
        <p:nvSpPr>
          <p:cNvPr id="53" name="椭圆 52"/>
          <p:cNvSpPr/>
          <p:nvPr/>
        </p:nvSpPr>
        <p:spPr>
          <a:xfrm>
            <a:off x="3999865" y="5218024"/>
            <a:ext cx="808355" cy="675640"/>
          </a:xfrm>
          <a:prstGeom prst="ellipse">
            <a:avLst/>
          </a:prstGeom>
          <a:solidFill>
            <a:schemeClr val="bg2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失败</a:t>
            </a:r>
          </a:p>
        </p:txBody>
      </p:sp>
      <p:cxnSp>
        <p:nvCxnSpPr>
          <p:cNvPr id="54" name="肘形连接符 53"/>
          <p:cNvCxnSpPr/>
          <p:nvPr/>
        </p:nvCxnSpPr>
        <p:spPr>
          <a:xfrm>
            <a:off x="2557780" y="3561944"/>
            <a:ext cx="1442085" cy="1981200"/>
          </a:xfrm>
          <a:prstGeom prst="bentConnector3">
            <a:avLst>
              <a:gd name="adj1" fmla="val 78976"/>
            </a:avLst>
          </a:prstGeom>
          <a:ln w="19050">
            <a:solidFill>
              <a:srgbClr val="4584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图片 5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127" y="4800487"/>
            <a:ext cx="1889448" cy="118615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9" name="椭圆 58"/>
          <p:cNvSpPr/>
          <p:nvPr/>
        </p:nvSpPr>
        <p:spPr>
          <a:xfrm>
            <a:off x="9028875" y="1355683"/>
            <a:ext cx="808355" cy="675640"/>
          </a:xfrm>
          <a:prstGeom prst="ellipse">
            <a:avLst/>
          </a:prstGeom>
          <a:solidFill>
            <a:srgbClr val="3D8BFA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验证成功</a:t>
            </a:r>
          </a:p>
        </p:txBody>
      </p:sp>
      <p:sp>
        <p:nvSpPr>
          <p:cNvPr id="60" name="椭圆 59"/>
          <p:cNvSpPr/>
          <p:nvPr/>
        </p:nvSpPr>
        <p:spPr>
          <a:xfrm>
            <a:off x="9029428" y="3091180"/>
            <a:ext cx="808355" cy="675640"/>
          </a:xfrm>
          <a:prstGeom prst="ellipse">
            <a:avLst/>
          </a:prstGeom>
          <a:solidFill>
            <a:schemeClr val="bg2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验证失败</a:t>
            </a:r>
          </a:p>
        </p:txBody>
      </p:sp>
      <p:grpSp>
        <p:nvGrpSpPr>
          <p:cNvPr id="61" name="组合 15"/>
          <p:cNvGrpSpPr/>
          <p:nvPr/>
        </p:nvGrpSpPr>
        <p:grpSpPr>
          <a:xfrm>
            <a:off x="8256270" y="3488001"/>
            <a:ext cx="1759585" cy="2271438"/>
            <a:chOff x="13002" y="5302"/>
            <a:chExt cx="2771" cy="3147"/>
          </a:xfrm>
        </p:grpSpPr>
        <p:cxnSp>
          <p:nvCxnSpPr>
            <p:cNvPr id="63" name="肘形连接符 62"/>
            <p:cNvCxnSpPr/>
            <p:nvPr/>
          </p:nvCxnSpPr>
          <p:spPr>
            <a:xfrm flipH="1">
              <a:off x="13002" y="5302"/>
              <a:ext cx="2558" cy="2743"/>
            </a:xfrm>
            <a:prstGeom prst="bentConnector3">
              <a:avLst>
                <a:gd name="adj1" fmla="val -14660"/>
              </a:avLst>
            </a:prstGeom>
            <a:ln w="19050">
              <a:solidFill>
                <a:srgbClr val="4584D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本框 63"/>
            <p:cNvSpPr txBox="1"/>
            <p:nvPr/>
          </p:nvSpPr>
          <p:spPr>
            <a:xfrm>
              <a:off x="13543" y="8065"/>
              <a:ext cx="2230" cy="38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kumimoji="1" lang="zh-CN" altLang="en-US" sz="1200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+mn-ea"/>
                </a:rPr>
                <a:t>走短信验证码方案</a:t>
              </a:r>
            </a:p>
          </p:txBody>
        </p:sp>
      </p:grpSp>
      <p:cxnSp>
        <p:nvCxnSpPr>
          <p:cNvPr id="62" name="直接箭头连接符 59"/>
          <p:cNvCxnSpPr/>
          <p:nvPr/>
        </p:nvCxnSpPr>
        <p:spPr>
          <a:xfrm>
            <a:off x="9852660" y="1716530"/>
            <a:ext cx="291465" cy="0"/>
          </a:xfrm>
          <a:prstGeom prst="straightConnector1">
            <a:avLst/>
          </a:prstGeom>
          <a:ln w="19050">
            <a:solidFill>
              <a:srgbClr val="4584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肘形连接符 67"/>
          <p:cNvCxnSpPr/>
          <p:nvPr/>
        </p:nvCxnSpPr>
        <p:spPr>
          <a:xfrm flipV="1">
            <a:off x="8169720" y="1709600"/>
            <a:ext cx="859155" cy="373380"/>
          </a:xfrm>
          <a:prstGeom prst="bentConnector3">
            <a:avLst>
              <a:gd name="adj1" fmla="val 47653"/>
            </a:avLst>
          </a:prstGeom>
          <a:ln w="19050">
            <a:solidFill>
              <a:srgbClr val="4584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肘形连接符 68"/>
          <p:cNvCxnSpPr/>
          <p:nvPr/>
        </p:nvCxnSpPr>
        <p:spPr>
          <a:xfrm>
            <a:off x="8137525" y="2081620"/>
            <a:ext cx="859155" cy="1369360"/>
          </a:xfrm>
          <a:prstGeom prst="bentConnector3">
            <a:avLst>
              <a:gd name="adj1" fmla="val 51515"/>
            </a:avLst>
          </a:prstGeom>
          <a:ln w="19050">
            <a:solidFill>
              <a:srgbClr val="4584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肘形连接符 69"/>
          <p:cNvCxnSpPr/>
          <p:nvPr/>
        </p:nvCxnSpPr>
        <p:spPr>
          <a:xfrm flipV="1">
            <a:off x="2557780" y="2026951"/>
            <a:ext cx="1379220" cy="1536895"/>
          </a:xfrm>
          <a:prstGeom prst="bentConnector3">
            <a:avLst>
              <a:gd name="adj1" fmla="val 82529"/>
            </a:avLst>
          </a:prstGeom>
          <a:ln w="19050">
            <a:solidFill>
              <a:srgbClr val="4584D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91B3AA71-42C7-4E9B-8F50-A84716082C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3750" y="1011330"/>
            <a:ext cx="1476375" cy="1685925"/>
          </a:xfrm>
          <a:prstGeom prst="rect">
            <a:avLst/>
          </a:prstGeom>
          <a:ln w="3175">
            <a:solidFill>
              <a:schemeClr val="bg1">
                <a:lumMod val="75000"/>
              </a:schemeClr>
            </a:solidFill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B861041-90D4-47D7-914F-E974DF2565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5663" y="1156416"/>
            <a:ext cx="1350412" cy="112022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内容占位符 6">
            <a:extLst>
              <a:ext uri="{FF2B5EF4-FFF2-40B4-BE49-F238E27FC236}">
                <a16:creationId xmlns:a16="http://schemas.microsoft.com/office/drawing/2014/main" id="{A1184331-4C65-BC81-7E97-80838FA70E0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产品逻辑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圆角矩形 103">
            <a:extLst>
              <a:ext uri="{FF2B5EF4-FFF2-40B4-BE49-F238E27FC236}">
                <a16:creationId xmlns:a16="http://schemas.microsoft.com/office/drawing/2014/main" id="{F8B2BD47-5F5C-6CA1-F691-3D1AA8D30EF3}"/>
              </a:ext>
            </a:extLst>
          </p:cNvPr>
          <p:cNvSpPr/>
          <p:nvPr/>
        </p:nvSpPr>
        <p:spPr>
          <a:xfrm>
            <a:off x="317646" y="2100289"/>
            <a:ext cx="4073602" cy="2960810"/>
          </a:xfrm>
          <a:prstGeom prst="roundRect">
            <a:avLst>
              <a:gd name="adj" fmla="val 4612"/>
            </a:avLst>
          </a:prstGeom>
          <a:solidFill>
            <a:srgbClr val="F7F7F7"/>
          </a:solidFill>
          <a:ln w="9525" cap="flat">
            <a:solidFill>
              <a:schemeClr val="bg1">
                <a:lumMod val="75000"/>
              </a:schemeClr>
            </a:solidFill>
            <a:custDash>
              <a:ds d="380000" sp="120000"/>
            </a:custDash>
            <a:beve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endParaRPr dirty="0">
              <a:solidFill>
                <a:srgbClr val="3E39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 flipV="1">
            <a:off x="11102340" y="685165"/>
            <a:ext cx="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F98A2F7B-FA4F-B415-9CC1-48F57DA06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741" y="826478"/>
            <a:ext cx="7112804" cy="5671019"/>
          </a:xfrm>
          <a:prstGeom prst="rect">
            <a:avLst/>
          </a:prstGeom>
        </p:spPr>
      </p:pic>
      <p:sp>
        <p:nvSpPr>
          <p:cNvPr id="87" name="文本框 86">
            <a:extLst>
              <a:ext uri="{FF2B5EF4-FFF2-40B4-BE49-F238E27FC236}">
                <a16:creationId xmlns:a16="http://schemas.microsoft.com/office/drawing/2014/main" id="{7C92FA97-25A6-AF58-0172-469BEF1D8109}"/>
              </a:ext>
            </a:extLst>
          </p:cNvPr>
          <p:cNvSpPr txBox="1"/>
          <p:nvPr/>
        </p:nvSpPr>
        <p:spPr>
          <a:xfrm>
            <a:off x="350519" y="2274375"/>
            <a:ext cx="3998371" cy="2612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开发者需在</a:t>
            </a:r>
            <a:r>
              <a:rPr lang="en-US" altLang="zh-CN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APP</a:t>
            </a: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中集成微网的</a:t>
            </a:r>
            <a:r>
              <a:rPr lang="en-US" altLang="zh-CN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SDK</a:t>
            </a: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，并在服务端完成</a:t>
            </a:r>
            <a:r>
              <a:rPr lang="en-US" altLang="zh-CN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API</a:t>
            </a: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对接。全流程主要分为以下步骤：</a:t>
            </a: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en-US" altLang="zh-CN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SDK</a:t>
            </a: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初始化</a:t>
            </a:r>
            <a:endParaRPr lang="en-US" altLang="zh-CN" sz="1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预取号</a:t>
            </a:r>
            <a:endParaRPr lang="en-US" altLang="zh-CN" sz="1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拉取授权页</a:t>
            </a: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一键登录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ABD766D-EDAA-1CB7-F2B6-2B042A71C90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0519" y="223179"/>
            <a:ext cx="3594157" cy="603299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sz="3600" b="1" dirty="0">
                <a:cs typeface="微软雅黑" panose="020B0503020204020204" pitchFamily="34" charset="-122"/>
                <a:sym typeface="+mn-ea"/>
              </a:rPr>
              <a:t>一键登录 </a:t>
            </a:r>
            <a:r>
              <a:rPr lang="en-US" altLang="zh-CN" sz="2800" dirty="0"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800" dirty="0">
                <a:cs typeface="微软雅黑" panose="020B0503020204020204" pitchFamily="34" charset="-122"/>
                <a:sym typeface="+mn-ea"/>
              </a:rPr>
              <a:t>系统交互流程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连接符 20"/>
          <p:cNvCxnSpPr/>
          <p:nvPr/>
        </p:nvCxnSpPr>
        <p:spPr>
          <a:xfrm flipV="1">
            <a:off x="11102340" y="685165"/>
            <a:ext cx="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06C3BF38-D082-A059-B263-73811F81D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067" y="1711165"/>
            <a:ext cx="7410464" cy="3826467"/>
          </a:xfrm>
          <a:prstGeom prst="rect">
            <a:avLst/>
          </a:prstGeom>
        </p:spPr>
      </p:pic>
      <p:sp>
        <p:nvSpPr>
          <p:cNvPr id="71" name="圆角矩形 103">
            <a:extLst>
              <a:ext uri="{FF2B5EF4-FFF2-40B4-BE49-F238E27FC236}">
                <a16:creationId xmlns:a16="http://schemas.microsoft.com/office/drawing/2014/main" id="{3B08556F-E4CB-0C02-080C-32C64933F7E9}"/>
              </a:ext>
            </a:extLst>
          </p:cNvPr>
          <p:cNvSpPr/>
          <p:nvPr/>
        </p:nvSpPr>
        <p:spPr>
          <a:xfrm>
            <a:off x="317645" y="2100288"/>
            <a:ext cx="4165865" cy="2579867"/>
          </a:xfrm>
          <a:prstGeom prst="roundRect">
            <a:avLst>
              <a:gd name="adj" fmla="val 4612"/>
            </a:avLst>
          </a:prstGeom>
          <a:solidFill>
            <a:srgbClr val="F7F7F7"/>
          </a:solidFill>
          <a:ln w="9525" cap="flat">
            <a:solidFill>
              <a:schemeClr val="bg1">
                <a:lumMod val="75000"/>
              </a:schemeClr>
            </a:solidFill>
            <a:custDash>
              <a:ds d="380000" sp="120000"/>
            </a:custDash>
            <a:beve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endParaRPr dirty="0">
              <a:solidFill>
                <a:srgbClr val="3E39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17BD9464-D4E6-F4C4-8BA1-974F81388812}"/>
              </a:ext>
            </a:extLst>
          </p:cNvPr>
          <p:cNvSpPr txBox="1"/>
          <p:nvPr/>
        </p:nvSpPr>
        <p:spPr>
          <a:xfrm>
            <a:off x="401391" y="2299345"/>
            <a:ext cx="3998371" cy="218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开发者需在</a:t>
            </a:r>
            <a:r>
              <a:rPr lang="en-US" altLang="zh-CN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APP</a:t>
            </a: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中集成微网的</a:t>
            </a:r>
            <a:r>
              <a:rPr lang="en-US" altLang="zh-CN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SDK</a:t>
            </a: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，并在服务端完成</a:t>
            </a:r>
            <a:r>
              <a:rPr lang="en-US" altLang="zh-CN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API</a:t>
            </a: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对接。全流程主要分为以下步骤：</a:t>
            </a: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en-US" altLang="zh-CN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SDK</a:t>
            </a: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初始化（同一键登录）</a:t>
            </a:r>
            <a:endParaRPr lang="en-US" altLang="zh-CN" sz="1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获取认证参数</a:t>
            </a:r>
            <a:endParaRPr lang="en-US" altLang="zh-CN" sz="1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发起认证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0539E64-7003-1BBA-5D32-E5C2B7D8F21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0519" y="223179"/>
            <a:ext cx="4487294" cy="603299"/>
          </a:xfrm>
        </p:spPr>
        <p:txBody>
          <a:bodyPr>
            <a:normAutofit fontScale="70000" lnSpcReduction="20000"/>
          </a:bodyPr>
          <a:lstStyle/>
          <a:p>
            <a:r>
              <a:rPr lang="zh-CN" altLang="en-US" sz="3600" dirty="0"/>
              <a:t>本机号码认证 </a:t>
            </a:r>
            <a:r>
              <a:rPr lang="en-US" altLang="zh-CN" dirty="0"/>
              <a:t>-</a:t>
            </a:r>
            <a:r>
              <a:rPr lang="zh-CN" altLang="en-US" dirty="0"/>
              <a:t>系统交互流程</a:t>
            </a:r>
          </a:p>
        </p:txBody>
      </p:sp>
    </p:spTree>
    <p:extLst>
      <p:ext uri="{BB962C8B-B14F-4D97-AF65-F5344CB8AC3E}">
        <p14:creationId xmlns:p14="http://schemas.microsoft.com/office/powerpoint/2010/main" val="3417104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连接符 20"/>
          <p:cNvCxnSpPr/>
          <p:nvPr/>
        </p:nvCxnSpPr>
        <p:spPr>
          <a:xfrm flipV="1">
            <a:off x="11102340" y="685165"/>
            <a:ext cx="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圆角矩形 103">
            <a:extLst>
              <a:ext uri="{FF2B5EF4-FFF2-40B4-BE49-F238E27FC236}">
                <a16:creationId xmlns:a16="http://schemas.microsoft.com/office/drawing/2014/main" id="{3B08556F-E4CB-0C02-080C-32C64933F7E9}"/>
              </a:ext>
            </a:extLst>
          </p:cNvPr>
          <p:cNvSpPr/>
          <p:nvPr/>
        </p:nvSpPr>
        <p:spPr>
          <a:xfrm>
            <a:off x="317645" y="2100288"/>
            <a:ext cx="4165865" cy="2960810"/>
          </a:xfrm>
          <a:prstGeom prst="roundRect">
            <a:avLst>
              <a:gd name="adj" fmla="val 4612"/>
            </a:avLst>
          </a:prstGeom>
          <a:solidFill>
            <a:srgbClr val="F7F7F7"/>
          </a:solidFill>
          <a:ln w="9525" cap="flat">
            <a:solidFill>
              <a:schemeClr val="bg1">
                <a:lumMod val="75000"/>
              </a:schemeClr>
            </a:solidFill>
            <a:custDash>
              <a:ds d="380000" sp="120000"/>
            </a:custDash>
            <a:beve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endParaRPr dirty="0">
              <a:solidFill>
                <a:srgbClr val="3E393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17BD9464-D4E6-F4C4-8BA1-974F81388812}"/>
              </a:ext>
            </a:extLst>
          </p:cNvPr>
          <p:cNvSpPr txBox="1"/>
          <p:nvPr/>
        </p:nvSpPr>
        <p:spPr>
          <a:xfrm>
            <a:off x="401391" y="2272065"/>
            <a:ext cx="3998371" cy="2617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开发者需在</a:t>
            </a:r>
            <a:r>
              <a:rPr lang="en-US" altLang="zh-CN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APP</a:t>
            </a: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中集成微网的</a:t>
            </a:r>
            <a:r>
              <a:rPr lang="en-US" altLang="zh-CN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SDK</a:t>
            </a: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，并在服务端完成</a:t>
            </a:r>
            <a:r>
              <a:rPr lang="en-US" altLang="zh-CN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API</a:t>
            </a: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对接。全流程主要分为以下步骤：</a:t>
            </a: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en-US" altLang="zh-CN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JSSDK</a:t>
            </a: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初始化</a:t>
            </a:r>
            <a:endParaRPr lang="en-US" altLang="zh-CN" sz="1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预取号</a:t>
            </a:r>
            <a:endParaRPr lang="en-US" altLang="zh-CN" sz="1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拉去授权页</a:t>
            </a:r>
            <a:endParaRPr lang="en-US" altLang="zh-CN" sz="1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marL="342900" indent="-34290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1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一键登录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0539E64-7003-1BBA-5D32-E5C2B7D8F21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0519" y="223179"/>
            <a:ext cx="4487294" cy="603299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sz="3600" dirty="0"/>
              <a:t>H5</a:t>
            </a:r>
            <a:r>
              <a:rPr lang="zh-CN" altLang="en-US" sz="3600" dirty="0"/>
              <a:t>一键登录 </a:t>
            </a:r>
            <a:r>
              <a:rPr lang="en-US" altLang="zh-CN" dirty="0"/>
              <a:t>-</a:t>
            </a:r>
            <a:r>
              <a:rPr lang="zh-CN" altLang="en-US" dirty="0"/>
              <a:t>系统交互流程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8FE5CEB-9A77-18A2-87DD-082A2DFCC8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004" y="826478"/>
            <a:ext cx="7446217" cy="589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151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椭圆 62">
            <a:extLst>
              <a:ext uri="{FF2B5EF4-FFF2-40B4-BE49-F238E27FC236}">
                <a16:creationId xmlns:a16="http://schemas.microsoft.com/office/drawing/2014/main" id="{4141193A-236E-2071-9956-1D25C68FCD7A}"/>
              </a:ext>
            </a:extLst>
          </p:cNvPr>
          <p:cNvSpPr/>
          <p:nvPr/>
        </p:nvSpPr>
        <p:spPr>
          <a:xfrm>
            <a:off x="-1537912" y="-1007343"/>
            <a:ext cx="5754073" cy="5754073"/>
          </a:xfrm>
          <a:prstGeom prst="ellipse">
            <a:avLst/>
          </a:prstGeom>
          <a:solidFill>
            <a:srgbClr val="1D78FA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1D7880-33B0-4283-9E88-B7D29F71FDB4}"/>
              </a:ext>
            </a:extLst>
          </p:cNvPr>
          <p:cNvSpPr/>
          <p:nvPr/>
        </p:nvSpPr>
        <p:spPr>
          <a:xfrm>
            <a:off x="6601750" y="103725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产品介绍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50B37E-983C-4E59-A13D-D7B3B6D58423}"/>
              </a:ext>
            </a:extLst>
          </p:cNvPr>
          <p:cNvSpPr/>
          <p:nvPr/>
        </p:nvSpPr>
        <p:spPr>
          <a:xfrm>
            <a:off x="6656942" y="209005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solidFill>
                  <a:srgbClr val="1D78FA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应用场景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B73698-D95F-417B-BBA9-7764739A7C89}"/>
              </a:ext>
            </a:extLst>
          </p:cNvPr>
          <p:cNvSpPr/>
          <p:nvPr/>
        </p:nvSpPr>
        <p:spPr>
          <a:xfrm>
            <a:off x="6033890" y="4289150"/>
            <a:ext cx="14157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客户案例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18F70C-DD95-4262-82FC-BE81C80E8E1E}"/>
              </a:ext>
            </a:extLst>
          </p:cNvPr>
          <p:cNvSpPr/>
          <p:nvPr/>
        </p:nvSpPr>
        <p:spPr>
          <a:xfrm>
            <a:off x="6456652" y="3198167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产品优势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68B0D97-673D-4E2B-A895-804FD89312E6}"/>
              </a:ext>
            </a:extLst>
          </p:cNvPr>
          <p:cNvSpPr/>
          <p:nvPr/>
        </p:nvSpPr>
        <p:spPr>
          <a:xfrm>
            <a:off x="4916152" y="5364211"/>
            <a:ext cx="14771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公司概况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27229BF-B1EA-F160-9854-E1FF5857241F}"/>
              </a:ext>
            </a:extLst>
          </p:cNvPr>
          <p:cNvSpPr/>
          <p:nvPr/>
        </p:nvSpPr>
        <p:spPr>
          <a:xfrm>
            <a:off x="-995795" y="-465226"/>
            <a:ext cx="4669839" cy="4669839"/>
          </a:xfrm>
          <a:prstGeom prst="ellipse">
            <a:avLst/>
          </a:prstGeom>
          <a:gradFill flip="none" rotWithShape="1">
            <a:gsLst>
              <a:gs pos="0">
                <a:srgbClr val="1D78FA"/>
              </a:gs>
              <a:gs pos="100000">
                <a:srgbClr val="0C61DA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1170CE78-7AB8-D9E2-6B29-CFBC237FD82A}"/>
              </a:ext>
            </a:extLst>
          </p:cNvPr>
          <p:cNvSpPr/>
          <p:nvPr/>
        </p:nvSpPr>
        <p:spPr>
          <a:xfrm rot="5400000">
            <a:off x="-2269228" y="-1649238"/>
            <a:ext cx="7185379" cy="7185379"/>
          </a:xfrm>
          <a:prstGeom prst="ellipse">
            <a:avLst/>
          </a:prstGeom>
          <a:noFill/>
          <a:ln w="15875" cap="flat" cmpd="sng" algn="ctr">
            <a:gradFill>
              <a:gsLst>
                <a:gs pos="0">
                  <a:srgbClr val="1D78FA">
                    <a:alpha val="50000"/>
                  </a:srgbClr>
                </a:gs>
                <a:gs pos="100000">
                  <a:schemeClr val="accent1">
                    <a:lumMod val="100000"/>
                    <a:alpha val="5500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0B2464FD-6DEA-4C85-F149-0E973C82D18A}"/>
              </a:ext>
            </a:extLst>
          </p:cNvPr>
          <p:cNvSpPr/>
          <p:nvPr/>
        </p:nvSpPr>
        <p:spPr>
          <a:xfrm rot="5400000">
            <a:off x="-3359857" y="-2828035"/>
            <a:ext cx="9433766" cy="9433766"/>
          </a:xfrm>
          <a:prstGeom prst="ellipse">
            <a:avLst/>
          </a:prstGeom>
          <a:noFill/>
          <a:ln w="15875" cap="flat" cmpd="sng" algn="ctr">
            <a:gradFill>
              <a:gsLst>
                <a:gs pos="0">
                  <a:srgbClr val="1D78FA">
                    <a:alpha val="50000"/>
                  </a:srgbClr>
                </a:gs>
                <a:gs pos="100000">
                  <a:schemeClr val="accent1">
                    <a:lumMod val="100000"/>
                    <a:alpha val="8700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EB3390F8-A456-04F3-6D21-CE5CB26CDC93}"/>
              </a:ext>
            </a:extLst>
          </p:cNvPr>
          <p:cNvSpPr>
            <a:spLocks noChangeAspect="1"/>
          </p:cNvSpPr>
          <p:nvPr/>
        </p:nvSpPr>
        <p:spPr>
          <a:xfrm>
            <a:off x="5673890" y="908088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01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9EDCDDA5-4309-4A4E-A88C-42D92E319276}"/>
              </a:ext>
            </a:extLst>
          </p:cNvPr>
          <p:cNvGrpSpPr/>
          <p:nvPr/>
        </p:nvGrpSpPr>
        <p:grpSpPr>
          <a:xfrm>
            <a:off x="10444918" y="3564646"/>
            <a:ext cx="540000" cy="540000"/>
            <a:chOff x="13658850" y="3254376"/>
            <a:chExt cx="3821113" cy="3817938"/>
          </a:xfrm>
          <a:solidFill>
            <a:schemeClr val="bg1"/>
          </a:solidFill>
        </p:grpSpPr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3C8325D4-E2A5-48E5-9C24-894DB8F17F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58850" y="3254376"/>
              <a:ext cx="3821113" cy="3817938"/>
            </a:xfrm>
            <a:custGeom>
              <a:avLst/>
              <a:gdLst>
                <a:gd name="T0" fmla="*/ 1756 w 2048"/>
                <a:gd name="T1" fmla="*/ 228 h 2048"/>
                <a:gd name="T2" fmla="*/ 988 w 2048"/>
                <a:gd name="T3" fmla="*/ 0 h 2048"/>
                <a:gd name="T4" fmla="*/ 228 w 2048"/>
                <a:gd name="T5" fmla="*/ 292 h 2048"/>
                <a:gd name="T6" fmla="*/ 0 w 2048"/>
                <a:gd name="T7" fmla="*/ 1060 h 2048"/>
                <a:gd name="T8" fmla="*/ 292 w 2048"/>
                <a:gd name="T9" fmla="*/ 1820 h 2048"/>
                <a:gd name="T10" fmla="*/ 1060 w 2048"/>
                <a:gd name="T11" fmla="*/ 2048 h 2048"/>
                <a:gd name="T12" fmla="*/ 1820 w 2048"/>
                <a:gd name="T13" fmla="*/ 1756 h 2048"/>
                <a:gd name="T14" fmla="*/ 2048 w 2048"/>
                <a:gd name="T15" fmla="*/ 988 h 2048"/>
                <a:gd name="T16" fmla="*/ 1684 w 2048"/>
                <a:gd name="T17" fmla="*/ 364 h 2048"/>
                <a:gd name="T18" fmla="*/ 1848 w 2048"/>
                <a:gd name="T19" fmla="*/ 1056 h 2048"/>
                <a:gd name="T20" fmla="*/ 1850 w 2048"/>
                <a:gd name="T21" fmla="*/ 971 h 2048"/>
                <a:gd name="T22" fmla="*/ 1531 w 2048"/>
                <a:gd name="T23" fmla="*/ 562 h 2048"/>
                <a:gd name="T24" fmla="*/ 1486 w 2048"/>
                <a:gd name="T25" fmla="*/ 1441 h 2048"/>
                <a:gd name="T26" fmla="*/ 1375 w 2048"/>
                <a:gd name="T27" fmla="*/ 1056 h 2048"/>
                <a:gd name="T28" fmla="*/ 1295 w 2048"/>
                <a:gd name="T29" fmla="*/ 849 h 2048"/>
                <a:gd name="T30" fmla="*/ 1623 w 2048"/>
                <a:gd name="T31" fmla="*/ 992 h 2048"/>
                <a:gd name="T32" fmla="*/ 992 w 2048"/>
                <a:gd name="T33" fmla="*/ 1263 h 2048"/>
                <a:gd name="T34" fmla="*/ 1024 w 2048"/>
                <a:gd name="T35" fmla="*/ 989 h 2048"/>
                <a:gd name="T36" fmla="*/ 753 w 2048"/>
                <a:gd name="T37" fmla="*/ 849 h 2048"/>
                <a:gd name="T38" fmla="*/ 562 w 2048"/>
                <a:gd name="T39" fmla="*/ 607 h 2048"/>
                <a:gd name="T40" fmla="*/ 992 w 2048"/>
                <a:gd name="T41" fmla="*/ 712 h 2048"/>
                <a:gd name="T42" fmla="*/ 753 w 2048"/>
                <a:gd name="T43" fmla="*/ 1199 h 2048"/>
                <a:gd name="T44" fmla="*/ 737 w 2048"/>
                <a:gd name="T45" fmla="*/ 1056 h 2048"/>
                <a:gd name="T46" fmla="*/ 607 w 2048"/>
                <a:gd name="T47" fmla="*/ 1486 h 2048"/>
                <a:gd name="T48" fmla="*/ 1441 w 2048"/>
                <a:gd name="T49" fmla="*/ 562 h 2048"/>
                <a:gd name="T50" fmla="*/ 1056 w 2048"/>
                <a:gd name="T51" fmla="*/ 1263 h 2048"/>
                <a:gd name="T52" fmla="*/ 1441 w 2048"/>
                <a:gd name="T53" fmla="*/ 1486 h 2048"/>
                <a:gd name="T54" fmla="*/ 1329 w 2048"/>
                <a:gd name="T55" fmla="*/ 360 h 2048"/>
                <a:gd name="T56" fmla="*/ 1621 w 2048"/>
                <a:gd name="T57" fmla="*/ 284 h 2048"/>
                <a:gd name="T58" fmla="*/ 1077 w 2048"/>
                <a:gd name="T59" fmla="*/ 198 h 2048"/>
                <a:gd name="T60" fmla="*/ 988 w 2048"/>
                <a:gd name="T61" fmla="*/ 64 h 2048"/>
                <a:gd name="T62" fmla="*/ 971 w 2048"/>
                <a:gd name="T63" fmla="*/ 198 h 2048"/>
                <a:gd name="T64" fmla="*/ 924 w 2048"/>
                <a:gd name="T65" fmla="*/ 142 h 2048"/>
                <a:gd name="T66" fmla="*/ 924 w 2048"/>
                <a:gd name="T67" fmla="*/ 142 h 2048"/>
                <a:gd name="T68" fmla="*/ 428 w 2048"/>
                <a:gd name="T69" fmla="*/ 360 h 2048"/>
                <a:gd name="T70" fmla="*/ 381 w 2048"/>
                <a:gd name="T71" fmla="*/ 426 h 2048"/>
                <a:gd name="T72" fmla="*/ 292 w 2048"/>
                <a:gd name="T73" fmla="*/ 292 h 2048"/>
                <a:gd name="T74" fmla="*/ 142 w 2048"/>
                <a:gd name="T75" fmla="*/ 924 h 2048"/>
                <a:gd name="T76" fmla="*/ 296 w 2048"/>
                <a:gd name="T77" fmla="*/ 992 h 2048"/>
                <a:gd name="T78" fmla="*/ 200 w 2048"/>
                <a:gd name="T79" fmla="*/ 1056 h 2048"/>
                <a:gd name="T80" fmla="*/ 136 w 2048"/>
                <a:gd name="T81" fmla="*/ 988 h 2048"/>
                <a:gd name="T82" fmla="*/ 296 w 2048"/>
                <a:gd name="T83" fmla="*/ 1265 h 2048"/>
                <a:gd name="T84" fmla="*/ 292 w 2048"/>
                <a:gd name="T85" fmla="*/ 1684 h 2048"/>
                <a:gd name="T86" fmla="*/ 360 w 2048"/>
                <a:gd name="T87" fmla="*/ 1329 h 2048"/>
                <a:gd name="T88" fmla="*/ 428 w 2048"/>
                <a:gd name="T89" fmla="*/ 1688 h 2048"/>
                <a:gd name="T90" fmla="*/ 428 w 2048"/>
                <a:gd name="T91" fmla="*/ 1756 h 2048"/>
                <a:gd name="T92" fmla="*/ 873 w 2048"/>
                <a:gd name="T93" fmla="*/ 1752 h 2048"/>
                <a:gd name="T94" fmla="*/ 988 w 2048"/>
                <a:gd name="T95" fmla="*/ 1984 h 2048"/>
                <a:gd name="T96" fmla="*/ 1056 w 2048"/>
                <a:gd name="T97" fmla="*/ 1848 h 2048"/>
                <a:gd name="T98" fmla="*/ 1122 w 2048"/>
                <a:gd name="T99" fmla="*/ 1895 h 2048"/>
                <a:gd name="T100" fmla="*/ 1620 w 2048"/>
                <a:gd name="T101" fmla="*/ 1688 h 2048"/>
                <a:gd name="T102" fmla="*/ 1667 w 2048"/>
                <a:gd name="T103" fmla="*/ 1622 h 2048"/>
                <a:gd name="T104" fmla="*/ 1756 w 2048"/>
                <a:gd name="T105" fmla="*/ 1756 h 2048"/>
                <a:gd name="T106" fmla="*/ 1764 w 2048"/>
                <a:gd name="T107" fmla="*/ 1621 h 2048"/>
                <a:gd name="T108" fmla="*/ 1764 w 2048"/>
                <a:gd name="T109" fmla="*/ 1621 h 2048"/>
                <a:gd name="T110" fmla="*/ 1907 w 2048"/>
                <a:gd name="T111" fmla="*/ 924 h 2048"/>
                <a:gd name="T112" fmla="*/ 1984 w 2048"/>
                <a:gd name="T113" fmla="*/ 988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048" h="2048">
                  <a:moveTo>
                    <a:pt x="1984" y="924"/>
                  </a:moveTo>
                  <a:cubicBezTo>
                    <a:pt x="1973" y="924"/>
                    <a:pt x="1973" y="924"/>
                    <a:pt x="1973" y="924"/>
                  </a:cubicBezTo>
                  <a:cubicBezTo>
                    <a:pt x="1807" y="348"/>
                    <a:pt x="1819" y="386"/>
                    <a:pt x="1817" y="383"/>
                  </a:cubicBezTo>
                  <a:cubicBezTo>
                    <a:pt x="1821" y="371"/>
                    <a:pt x="1820" y="370"/>
                    <a:pt x="1820" y="292"/>
                  </a:cubicBezTo>
                  <a:cubicBezTo>
                    <a:pt x="1820" y="257"/>
                    <a:pt x="1791" y="228"/>
                    <a:pt x="1756" y="228"/>
                  </a:cubicBezTo>
                  <a:cubicBezTo>
                    <a:pt x="1678" y="228"/>
                    <a:pt x="1677" y="227"/>
                    <a:pt x="1665" y="231"/>
                  </a:cubicBezTo>
                  <a:cubicBezTo>
                    <a:pt x="1661" y="229"/>
                    <a:pt x="1700" y="240"/>
                    <a:pt x="1124" y="76"/>
                  </a:cubicBezTo>
                  <a:cubicBezTo>
                    <a:pt x="1124" y="64"/>
                    <a:pt x="1124" y="64"/>
                    <a:pt x="1124" y="64"/>
                  </a:cubicBezTo>
                  <a:cubicBezTo>
                    <a:pt x="1124" y="29"/>
                    <a:pt x="1095" y="0"/>
                    <a:pt x="1060" y="0"/>
                  </a:cubicBezTo>
                  <a:cubicBezTo>
                    <a:pt x="988" y="0"/>
                    <a:pt x="988" y="0"/>
                    <a:pt x="988" y="0"/>
                  </a:cubicBezTo>
                  <a:cubicBezTo>
                    <a:pt x="953" y="0"/>
                    <a:pt x="924" y="29"/>
                    <a:pt x="924" y="64"/>
                  </a:cubicBezTo>
                  <a:cubicBezTo>
                    <a:pt x="924" y="76"/>
                    <a:pt x="924" y="76"/>
                    <a:pt x="924" y="76"/>
                  </a:cubicBezTo>
                  <a:cubicBezTo>
                    <a:pt x="348" y="240"/>
                    <a:pt x="387" y="229"/>
                    <a:pt x="383" y="231"/>
                  </a:cubicBezTo>
                  <a:cubicBezTo>
                    <a:pt x="371" y="227"/>
                    <a:pt x="370" y="228"/>
                    <a:pt x="292" y="228"/>
                  </a:cubicBezTo>
                  <a:cubicBezTo>
                    <a:pt x="257" y="228"/>
                    <a:pt x="228" y="257"/>
                    <a:pt x="228" y="292"/>
                  </a:cubicBezTo>
                  <a:cubicBezTo>
                    <a:pt x="228" y="370"/>
                    <a:pt x="227" y="371"/>
                    <a:pt x="231" y="383"/>
                  </a:cubicBezTo>
                  <a:cubicBezTo>
                    <a:pt x="229" y="387"/>
                    <a:pt x="240" y="349"/>
                    <a:pt x="76" y="924"/>
                  </a:cubicBezTo>
                  <a:cubicBezTo>
                    <a:pt x="64" y="924"/>
                    <a:pt x="64" y="924"/>
                    <a:pt x="64" y="924"/>
                  </a:cubicBezTo>
                  <a:cubicBezTo>
                    <a:pt x="29" y="924"/>
                    <a:pt x="0" y="953"/>
                    <a:pt x="0" y="988"/>
                  </a:cubicBezTo>
                  <a:cubicBezTo>
                    <a:pt x="0" y="1060"/>
                    <a:pt x="0" y="1060"/>
                    <a:pt x="0" y="1060"/>
                  </a:cubicBezTo>
                  <a:cubicBezTo>
                    <a:pt x="0" y="1095"/>
                    <a:pt x="29" y="1124"/>
                    <a:pt x="64" y="1124"/>
                  </a:cubicBezTo>
                  <a:cubicBezTo>
                    <a:pt x="76" y="1124"/>
                    <a:pt x="76" y="1124"/>
                    <a:pt x="76" y="1124"/>
                  </a:cubicBezTo>
                  <a:cubicBezTo>
                    <a:pt x="241" y="1701"/>
                    <a:pt x="229" y="1661"/>
                    <a:pt x="231" y="1665"/>
                  </a:cubicBezTo>
                  <a:cubicBezTo>
                    <a:pt x="227" y="1677"/>
                    <a:pt x="228" y="1678"/>
                    <a:pt x="228" y="1756"/>
                  </a:cubicBezTo>
                  <a:cubicBezTo>
                    <a:pt x="228" y="1791"/>
                    <a:pt x="257" y="1820"/>
                    <a:pt x="292" y="1820"/>
                  </a:cubicBezTo>
                  <a:cubicBezTo>
                    <a:pt x="370" y="1820"/>
                    <a:pt x="371" y="1821"/>
                    <a:pt x="383" y="1817"/>
                  </a:cubicBezTo>
                  <a:cubicBezTo>
                    <a:pt x="387" y="1819"/>
                    <a:pt x="348" y="1808"/>
                    <a:pt x="924" y="1972"/>
                  </a:cubicBezTo>
                  <a:cubicBezTo>
                    <a:pt x="924" y="1984"/>
                    <a:pt x="924" y="1984"/>
                    <a:pt x="924" y="1984"/>
                  </a:cubicBezTo>
                  <a:cubicBezTo>
                    <a:pt x="924" y="2019"/>
                    <a:pt x="953" y="2048"/>
                    <a:pt x="988" y="2048"/>
                  </a:cubicBezTo>
                  <a:cubicBezTo>
                    <a:pt x="1060" y="2048"/>
                    <a:pt x="1060" y="2048"/>
                    <a:pt x="1060" y="2048"/>
                  </a:cubicBezTo>
                  <a:cubicBezTo>
                    <a:pt x="1095" y="2048"/>
                    <a:pt x="1124" y="2019"/>
                    <a:pt x="1124" y="1984"/>
                  </a:cubicBezTo>
                  <a:cubicBezTo>
                    <a:pt x="1124" y="1972"/>
                    <a:pt x="1124" y="1972"/>
                    <a:pt x="1124" y="1972"/>
                  </a:cubicBezTo>
                  <a:cubicBezTo>
                    <a:pt x="1700" y="1808"/>
                    <a:pt x="1661" y="1819"/>
                    <a:pt x="1665" y="1817"/>
                  </a:cubicBezTo>
                  <a:cubicBezTo>
                    <a:pt x="1677" y="1821"/>
                    <a:pt x="1678" y="1820"/>
                    <a:pt x="1756" y="1820"/>
                  </a:cubicBezTo>
                  <a:cubicBezTo>
                    <a:pt x="1791" y="1820"/>
                    <a:pt x="1820" y="1791"/>
                    <a:pt x="1820" y="1756"/>
                  </a:cubicBezTo>
                  <a:cubicBezTo>
                    <a:pt x="1820" y="1678"/>
                    <a:pt x="1821" y="1677"/>
                    <a:pt x="1817" y="1665"/>
                  </a:cubicBezTo>
                  <a:cubicBezTo>
                    <a:pt x="1819" y="1661"/>
                    <a:pt x="1807" y="1700"/>
                    <a:pt x="1973" y="1124"/>
                  </a:cubicBezTo>
                  <a:cubicBezTo>
                    <a:pt x="1984" y="1124"/>
                    <a:pt x="1984" y="1124"/>
                    <a:pt x="1984" y="1124"/>
                  </a:cubicBezTo>
                  <a:cubicBezTo>
                    <a:pt x="2019" y="1124"/>
                    <a:pt x="2048" y="1095"/>
                    <a:pt x="2048" y="1060"/>
                  </a:cubicBezTo>
                  <a:cubicBezTo>
                    <a:pt x="2048" y="988"/>
                    <a:pt x="2048" y="988"/>
                    <a:pt x="2048" y="988"/>
                  </a:cubicBezTo>
                  <a:cubicBezTo>
                    <a:pt x="2048" y="953"/>
                    <a:pt x="2019" y="924"/>
                    <a:pt x="1984" y="924"/>
                  </a:cubicBezTo>
                  <a:close/>
                  <a:moveTo>
                    <a:pt x="1684" y="292"/>
                  </a:moveTo>
                  <a:cubicBezTo>
                    <a:pt x="1756" y="292"/>
                    <a:pt x="1756" y="292"/>
                    <a:pt x="1756" y="292"/>
                  </a:cubicBezTo>
                  <a:cubicBezTo>
                    <a:pt x="1756" y="364"/>
                    <a:pt x="1756" y="364"/>
                    <a:pt x="1756" y="364"/>
                  </a:cubicBezTo>
                  <a:cubicBezTo>
                    <a:pt x="1684" y="364"/>
                    <a:pt x="1684" y="364"/>
                    <a:pt x="1684" y="364"/>
                  </a:cubicBezTo>
                  <a:lnTo>
                    <a:pt x="1684" y="292"/>
                  </a:lnTo>
                  <a:close/>
                  <a:moveTo>
                    <a:pt x="1850" y="1077"/>
                  </a:moveTo>
                  <a:cubicBezTo>
                    <a:pt x="1752" y="1175"/>
                    <a:pt x="1752" y="1175"/>
                    <a:pt x="1752" y="1175"/>
                  </a:cubicBezTo>
                  <a:cubicBezTo>
                    <a:pt x="1752" y="1056"/>
                    <a:pt x="1752" y="1056"/>
                    <a:pt x="1752" y="1056"/>
                  </a:cubicBezTo>
                  <a:cubicBezTo>
                    <a:pt x="1848" y="1056"/>
                    <a:pt x="1848" y="1056"/>
                    <a:pt x="1848" y="1056"/>
                  </a:cubicBezTo>
                  <a:cubicBezTo>
                    <a:pt x="1848" y="1062"/>
                    <a:pt x="1848" y="1068"/>
                    <a:pt x="1850" y="1077"/>
                  </a:cubicBezTo>
                  <a:close/>
                  <a:moveTo>
                    <a:pt x="1848" y="992"/>
                  </a:moveTo>
                  <a:cubicBezTo>
                    <a:pt x="1752" y="992"/>
                    <a:pt x="1752" y="992"/>
                    <a:pt x="1752" y="992"/>
                  </a:cubicBezTo>
                  <a:cubicBezTo>
                    <a:pt x="1752" y="873"/>
                    <a:pt x="1752" y="873"/>
                    <a:pt x="1752" y="873"/>
                  </a:cubicBezTo>
                  <a:cubicBezTo>
                    <a:pt x="1850" y="971"/>
                    <a:pt x="1850" y="971"/>
                    <a:pt x="1850" y="971"/>
                  </a:cubicBezTo>
                  <a:cubicBezTo>
                    <a:pt x="1848" y="980"/>
                    <a:pt x="1848" y="986"/>
                    <a:pt x="1848" y="992"/>
                  </a:cubicBezTo>
                  <a:close/>
                  <a:moveTo>
                    <a:pt x="1667" y="426"/>
                  </a:moveTo>
                  <a:cubicBezTo>
                    <a:pt x="1676" y="428"/>
                    <a:pt x="1682" y="428"/>
                    <a:pt x="1688" y="428"/>
                  </a:cubicBezTo>
                  <a:cubicBezTo>
                    <a:pt x="1688" y="719"/>
                    <a:pt x="1688" y="719"/>
                    <a:pt x="1688" y="719"/>
                  </a:cubicBezTo>
                  <a:cubicBezTo>
                    <a:pt x="1531" y="562"/>
                    <a:pt x="1531" y="562"/>
                    <a:pt x="1531" y="562"/>
                  </a:cubicBezTo>
                  <a:lnTo>
                    <a:pt x="1667" y="426"/>
                  </a:lnTo>
                  <a:close/>
                  <a:moveTo>
                    <a:pt x="1623" y="1056"/>
                  </a:moveTo>
                  <a:cubicBezTo>
                    <a:pt x="1688" y="1056"/>
                    <a:pt x="1688" y="1056"/>
                    <a:pt x="1688" y="1056"/>
                  </a:cubicBezTo>
                  <a:cubicBezTo>
                    <a:pt x="1688" y="1239"/>
                    <a:pt x="1688" y="1239"/>
                    <a:pt x="1688" y="1239"/>
                  </a:cubicBezTo>
                  <a:cubicBezTo>
                    <a:pt x="1486" y="1441"/>
                    <a:pt x="1486" y="1441"/>
                    <a:pt x="1486" y="1441"/>
                  </a:cubicBezTo>
                  <a:cubicBezTo>
                    <a:pt x="1263" y="1217"/>
                    <a:pt x="1263" y="1217"/>
                    <a:pt x="1263" y="1217"/>
                  </a:cubicBezTo>
                  <a:cubicBezTo>
                    <a:pt x="1295" y="1199"/>
                    <a:pt x="1295" y="1199"/>
                    <a:pt x="1295" y="1199"/>
                  </a:cubicBezTo>
                  <a:cubicBezTo>
                    <a:pt x="1305" y="1193"/>
                    <a:pt x="1311" y="1182"/>
                    <a:pt x="1311" y="1171"/>
                  </a:cubicBezTo>
                  <a:cubicBezTo>
                    <a:pt x="1311" y="1056"/>
                    <a:pt x="1311" y="1056"/>
                    <a:pt x="1311" y="1056"/>
                  </a:cubicBezTo>
                  <a:cubicBezTo>
                    <a:pt x="1375" y="1056"/>
                    <a:pt x="1375" y="1056"/>
                    <a:pt x="1375" y="1056"/>
                  </a:cubicBezTo>
                  <a:cubicBezTo>
                    <a:pt x="1392" y="1056"/>
                    <a:pt x="1407" y="1042"/>
                    <a:pt x="1407" y="1024"/>
                  </a:cubicBezTo>
                  <a:cubicBezTo>
                    <a:pt x="1407" y="1006"/>
                    <a:pt x="1392" y="992"/>
                    <a:pt x="1375" y="992"/>
                  </a:cubicBezTo>
                  <a:cubicBezTo>
                    <a:pt x="1311" y="992"/>
                    <a:pt x="1311" y="992"/>
                    <a:pt x="1311" y="992"/>
                  </a:cubicBezTo>
                  <a:cubicBezTo>
                    <a:pt x="1311" y="877"/>
                    <a:pt x="1311" y="877"/>
                    <a:pt x="1311" y="877"/>
                  </a:cubicBezTo>
                  <a:cubicBezTo>
                    <a:pt x="1311" y="866"/>
                    <a:pt x="1305" y="855"/>
                    <a:pt x="1295" y="849"/>
                  </a:cubicBezTo>
                  <a:cubicBezTo>
                    <a:pt x="1263" y="831"/>
                    <a:pt x="1263" y="831"/>
                    <a:pt x="1263" y="831"/>
                  </a:cubicBezTo>
                  <a:cubicBezTo>
                    <a:pt x="1486" y="607"/>
                    <a:pt x="1486" y="607"/>
                    <a:pt x="1486" y="607"/>
                  </a:cubicBezTo>
                  <a:cubicBezTo>
                    <a:pt x="1688" y="809"/>
                    <a:pt x="1688" y="809"/>
                    <a:pt x="1688" y="809"/>
                  </a:cubicBezTo>
                  <a:cubicBezTo>
                    <a:pt x="1688" y="992"/>
                    <a:pt x="1688" y="992"/>
                    <a:pt x="1688" y="992"/>
                  </a:cubicBezTo>
                  <a:cubicBezTo>
                    <a:pt x="1623" y="992"/>
                    <a:pt x="1623" y="992"/>
                    <a:pt x="1623" y="992"/>
                  </a:cubicBezTo>
                  <a:cubicBezTo>
                    <a:pt x="1605" y="992"/>
                    <a:pt x="1591" y="1006"/>
                    <a:pt x="1591" y="1024"/>
                  </a:cubicBezTo>
                  <a:cubicBezTo>
                    <a:pt x="1591" y="1042"/>
                    <a:pt x="1605" y="1056"/>
                    <a:pt x="1623" y="1056"/>
                  </a:cubicBezTo>
                  <a:close/>
                  <a:moveTo>
                    <a:pt x="898" y="990"/>
                  </a:moveTo>
                  <a:cubicBezTo>
                    <a:pt x="992" y="1044"/>
                    <a:pt x="992" y="1044"/>
                    <a:pt x="992" y="1044"/>
                  </a:cubicBezTo>
                  <a:cubicBezTo>
                    <a:pt x="992" y="1263"/>
                    <a:pt x="992" y="1263"/>
                    <a:pt x="992" y="1263"/>
                  </a:cubicBezTo>
                  <a:cubicBezTo>
                    <a:pt x="801" y="1153"/>
                    <a:pt x="801" y="1153"/>
                    <a:pt x="801" y="1153"/>
                  </a:cubicBezTo>
                  <a:cubicBezTo>
                    <a:pt x="801" y="895"/>
                    <a:pt x="801" y="895"/>
                    <a:pt x="801" y="895"/>
                  </a:cubicBezTo>
                  <a:cubicBezTo>
                    <a:pt x="1024" y="767"/>
                    <a:pt x="1024" y="767"/>
                    <a:pt x="1024" y="767"/>
                  </a:cubicBezTo>
                  <a:cubicBezTo>
                    <a:pt x="1216" y="878"/>
                    <a:pt x="1216" y="878"/>
                    <a:pt x="1216" y="878"/>
                  </a:cubicBezTo>
                  <a:cubicBezTo>
                    <a:pt x="1024" y="989"/>
                    <a:pt x="1024" y="989"/>
                    <a:pt x="1024" y="989"/>
                  </a:cubicBezTo>
                  <a:cubicBezTo>
                    <a:pt x="930" y="935"/>
                    <a:pt x="930" y="935"/>
                    <a:pt x="930" y="935"/>
                  </a:cubicBezTo>
                  <a:cubicBezTo>
                    <a:pt x="914" y="926"/>
                    <a:pt x="895" y="931"/>
                    <a:pt x="886" y="946"/>
                  </a:cubicBezTo>
                  <a:cubicBezTo>
                    <a:pt x="877" y="962"/>
                    <a:pt x="882" y="981"/>
                    <a:pt x="898" y="990"/>
                  </a:cubicBezTo>
                  <a:close/>
                  <a:moveTo>
                    <a:pt x="785" y="831"/>
                  </a:moveTo>
                  <a:cubicBezTo>
                    <a:pt x="753" y="849"/>
                    <a:pt x="753" y="849"/>
                    <a:pt x="753" y="849"/>
                  </a:cubicBezTo>
                  <a:cubicBezTo>
                    <a:pt x="743" y="855"/>
                    <a:pt x="737" y="866"/>
                    <a:pt x="737" y="877"/>
                  </a:cubicBezTo>
                  <a:cubicBezTo>
                    <a:pt x="737" y="992"/>
                    <a:pt x="737" y="992"/>
                    <a:pt x="737" y="992"/>
                  </a:cubicBezTo>
                  <a:cubicBezTo>
                    <a:pt x="360" y="992"/>
                    <a:pt x="360" y="992"/>
                    <a:pt x="360" y="992"/>
                  </a:cubicBezTo>
                  <a:cubicBezTo>
                    <a:pt x="360" y="809"/>
                    <a:pt x="360" y="809"/>
                    <a:pt x="360" y="809"/>
                  </a:cubicBezTo>
                  <a:cubicBezTo>
                    <a:pt x="562" y="607"/>
                    <a:pt x="562" y="607"/>
                    <a:pt x="562" y="607"/>
                  </a:cubicBezTo>
                  <a:lnTo>
                    <a:pt x="785" y="831"/>
                  </a:lnTo>
                  <a:close/>
                  <a:moveTo>
                    <a:pt x="607" y="562"/>
                  </a:moveTo>
                  <a:cubicBezTo>
                    <a:pt x="809" y="360"/>
                    <a:pt x="809" y="360"/>
                    <a:pt x="809" y="360"/>
                  </a:cubicBezTo>
                  <a:cubicBezTo>
                    <a:pt x="992" y="360"/>
                    <a:pt x="992" y="360"/>
                    <a:pt x="992" y="360"/>
                  </a:cubicBezTo>
                  <a:cubicBezTo>
                    <a:pt x="992" y="712"/>
                    <a:pt x="992" y="712"/>
                    <a:pt x="992" y="712"/>
                  </a:cubicBezTo>
                  <a:cubicBezTo>
                    <a:pt x="843" y="798"/>
                    <a:pt x="843" y="798"/>
                    <a:pt x="843" y="798"/>
                  </a:cubicBezTo>
                  <a:lnTo>
                    <a:pt x="607" y="562"/>
                  </a:lnTo>
                  <a:close/>
                  <a:moveTo>
                    <a:pt x="737" y="1056"/>
                  </a:moveTo>
                  <a:cubicBezTo>
                    <a:pt x="737" y="1171"/>
                    <a:pt x="737" y="1171"/>
                    <a:pt x="737" y="1171"/>
                  </a:cubicBezTo>
                  <a:cubicBezTo>
                    <a:pt x="737" y="1182"/>
                    <a:pt x="743" y="1193"/>
                    <a:pt x="753" y="1199"/>
                  </a:cubicBezTo>
                  <a:cubicBezTo>
                    <a:pt x="785" y="1217"/>
                    <a:pt x="785" y="1217"/>
                    <a:pt x="785" y="1217"/>
                  </a:cubicBezTo>
                  <a:cubicBezTo>
                    <a:pt x="562" y="1441"/>
                    <a:pt x="562" y="1441"/>
                    <a:pt x="562" y="1441"/>
                  </a:cubicBezTo>
                  <a:cubicBezTo>
                    <a:pt x="360" y="1239"/>
                    <a:pt x="360" y="1239"/>
                    <a:pt x="360" y="1239"/>
                  </a:cubicBezTo>
                  <a:cubicBezTo>
                    <a:pt x="360" y="1056"/>
                    <a:pt x="360" y="1056"/>
                    <a:pt x="360" y="1056"/>
                  </a:cubicBezTo>
                  <a:lnTo>
                    <a:pt x="737" y="1056"/>
                  </a:lnTo>
                  <a:close/>
                  <a:moveTo>
                    <a:pt x="843" y="1250"/>
                  </a:moveTo>
                  <a:cubicBezTo>
                    <a:pt x="992" y="1336"/>
                    <a:pt x="992" y="1336"/>
                    <a:pt x="992" y="1336"/>
                  </a:cubicBezTo>
                  <a:cubicBezTo>
                    <a:pt x="992" y="1688"/>
                    <a:pt x="992" y="1688"/>
                    <a:pt x="992" y="1688"/>
                  </a:cubicBezTo>
                  <a:cubicBezTo>
                    <a:pt x="809" y="1688"/>
                    <a:pt x="809" y="1688"/>
                    <a:pt x="809" y="1688"/>
                  </a:cubicBezTo>
                  <a:cubicBezTo>
                    <a:pt x="607" y="1486"/>
                    <a:pt x="607" y="1486"/>
                    <a:pt x="607" y="1486"/>
                  </a:cubicBezTo>
                  <a:lnTo>
                    <a:pt x="843" y="1250"/>
                  </a:lnTo>
                  <a:close/>
                  <a:moveTo>
                    <a:pt x="1056" y="712"/>
                  </a:moveTo>
                  <a:cubicBezTo>
                    <a:pt x="1056" y="360"/>
                    <a:pt x="1056" y="360"/>
                    <a:pt x="1056" y="360"/>
                  </a:cubicBezTo>
                  <a:cubicBezTo>
                    <a:pt x="1239" y="360"/>
                    <a:pt x="1239" y="360"/>
                    <a:pt x="1239" y="360"/>
                  </a:cubicBezTo>
                  <a:cubicBezTo>
                    <a:pt x="1441" y="562"/>
                    <a:pt x="1441" y="562"/>
                    <a:pt x="1441" y="562"/>
                  </a:cubicBezTo>
                  <a:cubicBezTo>
                    <a:pt x="1205" y="798"/>
                    <a:pt x="1205" y="798"/>
                    <a:pt x="1205" y="798"/>
                  </a:cubicBezTo>
                  <a:lnTo>
                    <a:pt x="1056" y="712"/>
                  </a:lnTo>
                  <a:close/>
                  <a:moveTo>
                    <a:pt x="1247" y="934"/>
                  </a:moveTo>
                  <a:cubicBezTo>
                    <a:pt x="1247" y="1153"/>
                    <a:pt x="1247" y="1153"/>
                    <a:pt x="1247" y="1153"/>
                  </a:cubicBezTo>
                  <a:cubicBezTo>
                    <a:pt x="1056" y="1263"/>
                    <a:pt x="1056" y="1263"/>
                    <a:pt x="1056" y="1263"/>
                  </a:cubicBezTo>
                  <a:cubicBezTo>
                    <a:pt x="1056" y="1044"/>
                    <a:pt x="1056" y="1044"/>
                    <a:pt x="1056" y="1044"/>
                  </a:cubicBezTo>
                  <a:lnTo>
                    <a:pt x="1247" y="934"/>
                  </a:lnTo>
                  <a:close/>
                  <a:moveTo>
                    <a:pt x="1056" y="1336"/>
                  </a:moveTo>
                  <a:cubicBezTo>
                    <a:pt x="1205" y="1250"/>
                    <a:pt x="1205" y="1250"/>
                    <a:pt x="1205" y="1250"/>
                  </a:cubicBezTo>
                  <a:cubicBezTo>
                    <a:pt x="1441" y="1486"/>
                    <a:pt x="1441" y="1486"/>
                    <a:pt x="1441" y="1486"/>
                  </a:cubicBezTo>
                  <a:cubicBezTo>
                    <a:pt x="1239" y="1688"/>
                    <a:pt x="1239" y="1688"/>
                    <a:pt x="1239" y="1688"/>
                  </a:cubicBezTo>
                  <a:cubicBezTo>
                    <a:pt x="1056" y="1688"/>
                    <a:pt x="1056" y="1688"/>
                    <a:pt x="1056" y="1688"/>
                  </a:cubicBezTo>
                  <a:lnTo>
                    <a:pt x="1056" y="1336"/>
                  </a:lnTo>
                  <a:close/>
                  <a:moveTo>
                    <a:pt x="1486" y="517"/>
                  </a:moveTo>
                  <a:cubicBezTo>
                    <a:pt x="1329" y="360"/>
                    <a:pt x="1329" y="360"/>
                    <a:pt x="1329" y="360"/>
                  </a:cubicBezTo>
                  <a:cubicBezTo>
                    <a:pt x="1620" y="360"/>
                    <a:pt x="1620" y="360"/>
                    <a:pt x="1620" y="360"/>
                  </a:cubicBezTo>
                  <a:cubicBezTo>
                    <a:pt x="1620" y="366"/>
                    <a:pt x="1620" y="372"/>
                    <a:pt x="1622" y="381"/>
                  </a:cubicBezTo>
                  <a:lnTo>
                    <a:pt x="1486" y="517"/>
                  </a:lnTo>
                  <a:close/>
                  <a:moveTo>
                    <a:pt x="1124" y="142"/>
                  </a:moveTo>
                  <a:cubicBezTo>
                    <a:pt x="1621" y="284"/>
                    <a:pt x="1621" y="284"/>
                    <a:pt x="1621" y="284"/>
                  </a:cubicBezTo>
                  <a:cubicBezTo>
                    <a:pt x="1620" y="287"/>
                    <a:pt x="1620" y="289"/>
                    <a:pt x="1620" y="292"/>
                  </a:cubicBezTo>
                  <a:cubicBezTo>
                    <a:pt x="1620" y="298"/>
                    <a:pt x="1659" y="296"/>
                    <a:pt x="1265" y="296"/>
                  </a:cubicBezTo>
                  <a:cubicBezTo>
                    <a:pt x="1122" y="153"/>
                    <a:pt x="1122" y="153"/>
                    <a:pt x="1122" y="153"/>
                  </a:cubicBezTo>
                  <a:cubicBezTo>
                    <a:pt x="1123" y="149"/>
                    <a:pt x="1123" y="146"/>
                    <a:pt x="1124" y="142"/>
                  </a:cubicBezTo>
                  <a:close/>
                  <a:moveTo>
                    <a:pt x="1077" y="198"/>
                  </a:moveTo>
                  <a:cubicBezTo>
                    <a:pt x="1175" y="296"/>
                    <a:pt x="1175" y="296"/>
                    <a:pt x="1175" y="296"/>
                  </a:cubicBezTo>
                  <a:cubicBezTo>
                    <a:pt x="1056" y="296"/>
                    <a:pt x="1056" y="296"/>
                    <a:pt x="1056" y="296"/>
                  </a:cubicBezTo>
                  <a:cubicBezTo>
                    <a:pt x="1056" y="200"/>
                    <a:pt x="1056" y="200"/>
                    <a:pt x="1056" y="200"/>
                  </a:cubicBezTo>
                  <a:cubicBezTo>
                    <a:pt x="1062" y="200"/>
                    <a:pt x="1068" y="200"/>
                    <a:pt x="1077" y="198"/>
                  </a:cubicBezTo>
                  <a:close/>
                  <a:moveTo>
                    <a:pt x="988" y="64"/>
                  </a:moveTo>
                  <a:cubicBezTo>
                    <a:pt x="1060" y="64"/>
                    <a:pt x="1060" y="64"/>
                    <a:pt x="1060" y="64"/>
                  </a:cubicBezTo>
                  <a:cubicBezTo>
                    <a:pt x="1060" y="136"/>
                    <a:pt x="1060" y="136"/>
                    <a:pt x="1060" y="136"/>
                  </a:cubicBezTo>
                  <a:cubicBezTo>
                    <a:pt x="988" y="136"/>
                    <a:pt x="988" y="136"/>
                    <a:pt x="988" y="136"/>
                  </a:cubicBezTo>
                  <a:cubicBezTo>
                    <a:pt x="988" y="63"/>
                    <a:pt x="988" y="64"/>
                    <a:pt x="988" y="64"/>
                  </a:cubicBezTo>
                  <a:close/>
                  <a:moveTo>
                    <a:pt x="971" y="198"/>
                  </a:moveTo>
                  <a:cubicBezTo>
                    <a:pt x="980" y="200"/>
                    <a:pt x="986" y="200"/>
                    <a:pt x="992" y="200"/>
                  </a:cubicBezTo>
                  <a:cubicBezTo>
                    <a:pt x="992" y="296"/>
                    <a:pt x="992" y="296"/>
                    <a:pt x="992" y="296"/>
                  </a:cubicBezTo>
                  <a:cubicBezTo>
                    <a:pt x="873" y="296"/>
                    <a:pt x="873" y="296"/>
                    <a:pt x="873" y="296"/>
                  </a:cubicBezTo>
                  <a:lnTo>
                    <a:pt x="971" y="198"/>
                  </a:lnTo>
                  <a:close/>
                  <a:moveTo>
                    <a:pt x="924" y="142"/>
                  </a:moveTo>
                  <a:cubicBezTo>
                    <a:pt x="925" y="146"/>
                    <a:pt x="925" y="149"/>
                    <a:pt x="926" y="153"/>
                  </a:cubicBezTo>
                  <a:cubicBezTo>
                    <a:pt x="783" y="296"/>
                    <a:pt x="783" y="296"/>
                    <a:pt x="783" y="296"/>
                  </a:cubicBezTo>
                  <a:cubicBezTo>
                    <a:pt x="388" y="296"/>
                    <a:pt x="428" y="298"/>
                    <a:pt x="428" y="292"/>
                  </a:cubicBezTo>
                  <a:cubicBezTo>
                    <a:pt x="428" y="289"/>
                    <a:pt x="428" y="287"/>
                    <a:pt x="427" y="284"/>
                  </a:cubicBezTo>
                  <a:lnTo>
                    <a:pt x="924" y="142"/>
                  </a:lnTo>
                  <a:close/>
                  <a:moveTo>
                    <a:pt x="428" y="360"/>
                  </a:moveTo>
                  <a:cubicBezTo>
                    <a:pt x="719" y="360"/>
                    <a:pt x="719" y="360"/>
                    <a:pt x="719" y="360"/>
                  </a:cubicBezTo>
                  <a:cubicBezTo>
                    <a:pt x="562" y="517"/>
                    <a:pt x="562" y="517"/>
                    <a:pt x="562" y="517"/>
                  </a:cubicBezTo>
                  <a:cubicBezTo>
                    <a:pt x="426" y="381"/>
                    <a:pt x="426" y="381"/>
                    <a:pt x="426" y="381"/>
                  </a:cubicBezTo>
                  <a:cubicBezTo>
                    <a:pt x="428" y="372"/>
                    <a:pt x="428" y="366"/>
                    <a:pt x="428" y="360"/>
                  </a:cubicBezTo>
                  <a:close/>
                  <a:moveTo>
                    <a:pt x="381" y="426"/>
                  </a:moveTo>
                  <a:cubicBezTo>
                    <a:pt x="517" y="562"/>
                    <a:pt x="517" y="562"/>
                    <a:pt x="517" y="562"/>
                  </a:cubicBezTo>
                  <a:cubicBezTo>
                    <a:pt x="360" y="719"/>
                    <a:pt x="360" y="719"/>
                    <a:pt x="360" y="719"/>
                  </a:cubicBezTo>
                  <a:cubicBezTo>
                    <a:pt x="360" y="428"/>
                    <a:pt x="360" y="428"/>
                    <a:pt x="360" y="428"/>
                  </a:cubicBezTo>
                  <a:cubicBezTo>
                    <a:pt x="366" y="428"/>
                    <a:pt x="372" y="428"/>
                    <a:pt x="381" y="426"/>
                  </a:cubicBezTo>
                  <a:close/>
                  <a:moveTo>
                    <a:pt x="292" y="292"/>
                  </a:moveTo>
                  <a:cubicBezTo>
                    <a:pt x="364" y="292"/>
                    <a:pt x="364" y="292"/>
                    <a:pt x="364" y="292"/>
                  </a:cubicBezTo>
                  <a:cubicBezTo>
                    <a:pt x="364" y="364"/>
                    <a:pt x="364" y="364"/>
                    <a:pt x="364" y="364"/>
                  </a:cubicBezTo>
                  <a:cubicBezTo>
                    <a:pt x="292" y="364"/>
                    <a:pt x="292" y="364"/>
                    <a:pt x="292" y="364"/>
                  </a:cubicBezTo>
                  <a:cubicBezTo>
                    <a:pt x="292" y="292"/>
                    <a:pt x="292" y="292"/>
                    <a:pt x="292" y="292"/>
                  </a:cubicBezTo>
                  <a:close/>
                  <a:moveTo>
                    <a:pt x="284" y="427"/>
                  </a:moveTo>
                  <a:cubicBezTo>
                    <a:pt x="289" y="428"/>
                    <a:pt x="291" y="428"/>
                    <a:pt x="296" y="428"/>
                  </a:cubicBezTo>
                  <a:cubicBezTo>
                    <a:pt x="296" y="783"/>
                    <a:pt x="296" y="783"/>
                    <a:pt x="296" y="783"/>
                  </a:cubicBezTo>
                  <a:cubicBezTo>
                    <a:pt x="153" y="926"/>
                    <a:pt x="153" y="926"/>
                    <a:pt x="153" y="926"/>
                  </a:cubicBezTo>
                  <a:cubicBezTo>
                    <a:pt x="149" y="925"/>
                    <a:pt x="146" y="925"/>
                    <a:pt x="142" y="924"/>
                  </a:cubicBezTo>
                  <a:lnTo>
                    <a:pt x="284" y="427"/>
                  </a:lnTo>
                  <a:close/>
                  <a:moveTo>
                    <a:pt x="200" y="992"/>
                  </a:moveTo>
                  <a:cubicBezTo>
                    <a:pt x="200" y="986"/>
                    <a:pt x="200" y="980"/>
                    <a:pt x="198" y="971"/>
                  </a:cubicBezTo>
                  <a:cubicBezTo>
                    <a:pt x="296" y="873"/>
                    <a:pt x="296" y="873"/>
                    <a:pt x="296" y="873"/>
                  </a:cubicBezTo>
                  <a:cubicBezTo>
                    <a:pt x="296" y="992"/>
                    <a:pt x="296" y="992"/>
                    <a:pt x="296" y="992"/>
                  </a:cubicBezTo>
                  <a:lnTo>
                    <a:pt x="200" y="992"/>
                  </a:lnTo>
                  <a:close/>
                  <a:moveTo>
                    <a:pt x="296" y="1056"/>
                  </a:moveTo>
                  <a:cubicBezTo>
                    <a:pt x="296" y="1175"/>
                    <a:pt x="296" y="1175"/>
                    <a:pt x="296" y="1175"/>
                  </a:cubicBezTo>
                  <a:cubicBezTo>
                    <a:pt x="198" y="1077"/>
                    <a:pt x="198" y="1077"/>
                    <a:pt x="198" y="1077"/>
                  </a:cubicBezTo>
                  <a:cubicBezTo>
                    <a:pt x="200" y="1068"/>
                    <a:pt x="200" y="1062"/>
                    <a:pt x="200" y="1056"/>
                  </a:cubicBezTo>
                  <a:lnTo>
                    <a:pt x="296" y="1056"/>
                  </a:lnTo>
                  <a:close/>
                  <a:moveTo>
                    <a:pt x="136" y="1060"/>
                  </a:moveTo>
                  <a:cubicBezTo>
                    <a:pt x="112" y="1060"/>
                    <a:pt x="91" y="1060"/>
                    <a:pt x="64" y="1060"/>
                  </a:cubicBezTo>
                  <a:cubicBezTo>
                    <a:pt x="64" y="988"/>
                    <a:pt x="64" y="988"/>
                    <a:pt x="64" y="988"/>
                  </a:cubicBezTo>
                  <a:cubicBezTo>
                    <a:pt x="136" y="988"/>
                    <a:pt x="136" y="988"/>
                    <a:pt x="136" y="988"/>
                  </a:cubicBezTo>
                  <a:lnTo>
                    <a:pt x="136" y="1060"/>
                  </a:lnTo>
                  <a:close/>
                  <a:moveTo>
                    <a:pt x="284" y="1621"/>
                  </a:moveTo>
                  <a:cubicBezTo>
                    <a:pt x="142" y="1124"/>
                    <a:pt x="142" y="1124"/>
                    <a:pt x="142" y="1124"/>
                  </a:cubicBezTo>
                  <a:cubicBezTo>
                    <a:pt x="146" y="1123"/>
                    <a:pt x="149" y="1123"/>
                    <a:pt x="153" y="1122"/>
                  </a:cubicBezTo>
                  <a:cubicBezTo>
                    <a:pt x="296" y="1265"/>
                    <a:pt x="296" y="1265"/>
                    <a:pt x="296" y="1265"/>
                  </a:cubicBezTo>
                  <a:cubicBezTo>
                    <a:pt x="296" y="1620"/>
                    <a:pt x="296" y="1620"/>
                    <a:pt x="296" y="1620"/>
                  </a:cubicBezTo>
                  <a:cubicBezTo>
                    <a:pt x="291" y="1620"/>
                    <a:pt x="289" y="1620"/>
                    <a:pt x="284" y="1621"/>
                  </a:cubicBezTo>
                  <a:close/>
                  <a:moveTo>
                    <a:pt x="364" y="1756"/>
                  </a:moveTo>
                  <a:cubicBezTo>
                    <a:pt x="292" y="1756"/>
                    <a:pt x="292" y="1756"/>
                    <a:pt x="292" y="1756"/>
                  </a:cubicBezTo>
                  <a:cubicBezTo>
                    <a:pt x="292" y="1684"/>
                    <a:pt x="292" y="1684"/>
                    <a:pt x="292" y="1684"/>
                  </a:cubicBezTo>
                  <a:cubicBezTo>
                    <a:pt x="364" y="1684"/>
                    <a:pt x="364" y="1684"/>
                    <a:pt x="364" y="1684"/>
                  </a:cubicBezTo>
                  <a:cubicBezTo>
                    <a:pt x="364" y="1754"/>
                    <a:pt x="364" y="1756"/>
                    <a:pt x="364" y="1756"/>
                  </a:cubicBezTo>
                  <a:close/>
                  <a:moveTo>
                    <a:pt x="381" y="1622"/>
                  </a:moveTo>
                  <a:cubicBezTo>
                    <a:pt x="372" y="1620"/>
                    <a:pt x="366" y="1620"/>
                    <a:pt x="360" y="1620"/>
                  </a:cubicBezTo>
                  <a:cubicBezTo>
                    <a:pt x="360" y="1329"/>
                    <a:pt x="360" y="1329"/>
                    <a:pt x="360" y="1329"/>
                  </a:cubicBezTo>
                  <a:cubicBezTo>
                    <a:pt x="517" y="1486"/>
                    <a:pt x="517" y="1486"/>
                    <a:pt x="517" y="1486"/>
                  </a:cubicBezTo>
                  <a:lnTo>
                    <a:pt x="381" y="1622"/>
                  </a:lnTo>
                  <a:close/>
                  <a:moveTo>
                    <a:pt x="562" y="1531"/>
                  </a:moveTo>
                  <a:cubicBezTo>
                    <a:pt x="719" y="1688"/>
                    <a:pt x="719" y="1688"/>
                    <a:pt x="719" y="1688"/>
                  </a:cubicBezTo>
                  <a:cubicBezTo>
                    <a:pt x="428" y="1688"/>
                    <a:pt x="428" y="1688"/>
                    <a:pt x="428" y="1688"/>
                  </a:cubicBezTo>
                  <a:cubicBezTo>
                    <a:pt x="428" y="1682"/>
                    <a:pt x="428" y="1676"/>
                    <a:pt x="426" y="1667"/>
                  </a:cubicBezTo>
                  <a:lnTo>
                    <a:pt x="562" y="1531"/>
                  </a:lnTo>
                  <a:close/>
                  <a:moveTo>
                    <a:pt x="924" y="1906"/>
                  </a:moveTo>
                  <a:cubicBezTo>
                    <a:pt x="427" y="1764"/>
                    <a:pt x="427" y="1764"/>
                    <a:pt x="427" y="1764"/>
                  </a:cubicBezTo>
                  <a:cubicBezTo>
                    <a:pt x="428" y="1761"/>
                    <a:pt x="428" y="1759"/>
                    <a:pt x="428" y="1756"/>
                  </a:cubicBezTo>
                  <a:cubicBezTo>
                    <a:pt x="428" y="1750"/>
                    <a:pt x="389" y="1752"/>
                    <a:pt x="783" y="1752"/>
                  </a:cubicBezTo>
                  <a:cubicBezTo>
                    <a:pt x="926" y="1895"/>
                    <a:pt x="926" y="1895"/>
                    <a:pt x="926" y="1895"/>
                  </a:cubicBezTo>
                  <a:cubicBezTo>
                    <a:pt x="925" y="1899"/>
                    <a:pt x="925" y="1902"/>
                    <a:pt x="924" y="1906"/>
                  </a:cubicBezTo>
                  <a:close/>
                  <a:moveTo>
                    <a:pt x="971" y="1850"/>
                  </a:moveTo>
                  <a:cubicBezTo>
                    <a:pt x="873" y="1752"/>
                    <a:pt x="873" y="1752"/>
                    <a:pt x="873" y="1752"/>
                  </a:cubicBezTo>
                  <a:cubicBezTo>
                    <a:pt x="992" y="1752"/>
                    <a:pt x="992" y="1752"/>
                    <a:pt x="992" y="1752"/>
                  </a:cubicBezTo>
                  <a:cubicBezTo>
                    <a:pt x="992" y="1848"/>
                    <a:pt x="992" y="1848"/>
                    <a:pt x="992" y="1848"/>
                  </a:cubicBezTo>
                  <a:cubicBezTo>
                    <a:pt x="986" y="1848"/>
                    <a:pt x="980" y="1848"/>
                    <a:pt x="971" y="1850"/>
                  </a:cubicBezTo>
                  <a:close/>
                  <a:moveTo>
                    <a:pt x="1060" y="1984"/>
                  </a:moveTo>
                  <a:cubicBezTo>
                    <a:pt x="988" y="1984"/>
                    <a:pt x="988" y="1984"/>
                    <a:pt x="988" y="1984"/>
                  </a:cubicBezTo>
                  <a:cubicBezTo>
                    <a:pt x="988" y="1912"/>
                    <a:pt x="988" y="1912"/>
                    <a:pt x="988" y="1912"/>
                  </a:cubicBezTo>
                  <a:cubicBezTo>
                    <a:pt x="1060" y="1912"/>
                    <a:pt x="1060" y="1912"/>
                    <a:pt x="1060" y="1912"/>
                  </a:cubicBezTo>
                  <a:cubicBezTo>
                    <a:pt x="1060" y="1985"/>
                    <a:pt x="1060" y="1984"/>
                    <a:pt x="1060" y="1984"/>
                  </a:cubicBezTo>
                  <a:close/>
                  <a:moveTo>
                    <a:pt x="1077" y="1850"/>
                  </a:moveTo>
                  <a:cubicBezTo>
                    <a:pt x="1068" y="1848"/>
                    <a:pt x="1062" y="1848"/>
                    <a:pt x="1056" y="1848"/>
                  </a:cubicBezTo>
                  <a:cubicBezTo>
                    <a:pt x="1056" y="1752"/>
                    <a:pt x="1056" y="1752"/>
                    <a:pt x="1056" y="1752"/>
                  </a:cubicBezTo>
                  <a:cubicBezTo>
                    <a:pt x="1175" y="1752"/>
                    <a:pt x="1175" y="1752"/>
                    <a:pt x="1175" y="1752"/>
                  </a:cubicBezTo>
                  <a:lnTo>
                    <a:pt x="1077" y="1850"/>
                  </a:lnTo>
                  <a:close/>
                  <a:moveTo>
                    <a:pt x="1124" y="1906"/>
                  </a:moveTo>
                  <a:cubicBezTo>
                    <a:pt x="1123" y="1902"/>
                    <a:pt x="1123" y="1899"/>
                    <a:pt x="1122" y="1895"/>
                  </a:cubicBezTo>
                  <a:cubicBezTo>
                    <a:pt x="1265" y="1752"/>
                    <a:pt x="1265" y="1752"/>
                    <a:pt x="1265" y="1752"/>
                  </a:cubicBezTo>
                  <a:cubicBezTo>
                    <a:pt x="1660" y="1752"/>
                    <a:pt x="1620" y="1750"/>
                    <a:pt x="1620" y="1756"/>
                  </a:cubicBezTo>
                  <a:cubicBezTo>
                    <a:pt x="1620" y="1759"/>
                    <a:pt x="1620" y="1761"/>
                    <a:pt x="1621" y="1764"/>
                  </a:cubicBezTo>
                  <a:lnTo>
                    <a:pt x="1124" y="1906"/>
                  </a:lnTo>
                  <a:close/>
                  <a:moveTo>
                    <a:pt x="1620" y="1688"/>
                  </a:moveTo>
                  <a:cubicBezTo>
                    <a:pt x="1329" y="1688"/>
                    <a:pt x="1329" y="1688"/>
                    <a:pt x="1329" y="1688"/>
                  </a:cubicBezTo>
                  <a:cubicBezTo>
                    <a:pt x="1486" y="1531"/>
                    <a:pt x="1486" y="1531"/>
                    <a:pt x="1486" y="1531"/>
                  </a:cubicBezTo>
                  <a:cubicBezTo>
                    <a:pt x="1622" y="1667"/>
                    <a:pt x="1622" y="1667"/>
                    <a:pt x="1622" y="1667"/>
                  </a:cubicBezTo>
                  <a:cubicBezTo>
                    <a:pt x="1620" y="1676"/>
                    <a:pt x="1620" y="1682"/>
                    <a:pt x="1620" y="1688"/>
                  </a:cubicBezTo>
                  <a:close/>
                  <a:moveTo>
                    <a:pt x="1667" y="1622"/>
                  </a:moveTo>
                  <a:cubicBezTo>
                    <a:pt x="1531" y="1486"/>
                    <a:pt x="1531" y="1486"/>
                    <a:pt x="1531" y="1486"/>
                  </a:cubicBezTo>
                  <a:cubicBezTo>
                    <a:pt x="1688" y="1329"/>
                    <a:pt x="1688" y="1329"/>
                    <a:pt x="1688" y="1329"/>
                  </a:cubicBezTo>
                  <a:cubicBezTo>
                    <a:pt x="1688" y="1620"/>
                    <a:pt x="1688" y="1620"/>
                    <a:pt x="1688" y="1620"/>
                  </a:cubicBezTo>
                  <a:cubicBezTo>
                    <a:pt x="1682" y="1620"/>
                    <a:pt x="1676" y="1620"/>
                    <a:pt x="1667" y="1622"/>
                  </a:cubicBezTo>
                  <a:close/>
                  <a:moveTo>
                    <a:pt x="1756" y="1756"/>
                  </a:moveTo>
                  <a:cubicBezTo>
                    <a:pt x="1684" y="1756"/>
                    <a:pt x="1684" y="1756"/>
                    <a:pt x="1684" y="1756"/>
                  </a:cubicBezTo>
                  <a:cubicBezTo>
                    <a:pt x="1684" y="1684"/>
                    <a:pt x="1684" y="1684"/>
                    <a:pt x="1684" y="1684"/>
                  </a:cubicBezTo>
                  <a:cubicBezTo>
                    <a:pt x="1756" y="1684"/>
                    <a:pt x="1756" y="1684"/>
                    <a:pt x="1756" y="1684"/>
                  </a:cubicBezTo>
                  <a:lnTo>
                    <a:pt x="1756" y="1756"/>
                  </a:lnTo>
                  <a:close/>
                  <a:moveTo>
                    <a:pt x="1764" y="1621"/>
                  </a:moveTo>
                  <a:cubicBezTo>
                    <a:pt x="1759" y="1620"/>
                    <a:pt x="1757" y="1620"/>
                    <a:pt x="1752" y="1620"/>
                  </a:cubicBezTo>
                  <a:cubicBezTo>
                    <a:pt x="1752" y="1265"/>
                    <a:pt x="1752" y="1265"/>
                    <a:pt x="1752" y="1265"/>
                  </a:cubicBezTo>
                  <a:cubicBezTo>
                    <a:pt x="1895" y="1122"/>
                    <a:pt x="1895" y="1122"/>
                    <a:pt x="1895" y="1122"/>
                  </a:cubicBezTo>
                  <a:cubicBezTo>
                    <a:pt x="1899" y="1123"/>
                    <a:pt x="1903" y="1123"/>
                    <a:pt x="1907" y="1124"/>
                  </a:cubicBezTo>
                  <a:lnTo>
                    <a:pt x="1764" y="1621"/>
                  </a:lnTo>
                  <a:close/>
                  <a:moveTo>
                    <a:pt x="1895" y="926"/>
                  </a:moveTo>
                  <a:cubicBezTo>
                    <a:pt x="1752" y="783"/>
                    <a:pt x="1752" y="783"/>
                    <a:pt x="1752" y="783"/>
                  </a:cubicBezTo>
                  <a:cubicBezTo>
                    <a:pt x="1752" y="428"/>
                    <a:pt x="1752" y="428"/>
                    <a:pt x="1752" y="428"/>
                  </a:cubicBezTo>
                  <a:cubicBezTo>
                    <a:pt x="1757" y="428"/>
                    <a:pt x="1759" y="428"/>
                    <a:pt x="1764" y="427"/>
                  </a:cubicBezTo>
                  <a:cubicBezTo>
                    <a:pt x="1907" y="924"/>
                    <a:pt x="1907" y="924"/>
                    <a:pt x="1907" y="924"/>
                  </a:cubicBezTo>
                  <a:cubicBezTo>
                    <a:pt x="1903" y="925"/>
                    <a:pt x="1899" y="925"/>
                    <a:pt x="1895" y="926"/>
                  </a:cubicBezTo>
                  <a:close/>
                  <a:moveTo>
                    <a:pt x="1984" y="1060"/>
                  </a:moveTo>
                  <a:cubicBezTo>
                    <a:pt x="1912" y="1060"/>
                    <a:pt x="1912" y="1060"/>
                    <a:pt x="1912" y="1060"/>
                  </a:cubicBezTo>
                  <a:cubicBezTo>
                    <a:pt x="1912" y="988"/>
                    <a:pt x="1912" y="988"/>
                    <a:pt x="1912" y="988"/>
                  </a:cubicBezTo>
                  <a:cubicBezTo>
                    <a:pt x="1984" y="988"/>
                    <a:pt x="1984" y="988"/>
                    <a:pt x="1984" y="988"/>
                  </a:cubicBezTo>
                  <a:cubicBezTo>
                    <a:pt x="1984" y="1060"/>
                    <a:pt x="1984" y="1060"/>
                    <a:pt x="1984" y="106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Freeform 21">
              <a:extLst>
                <a:ext uri="{FF2B5EF4-FFF2-40B4-BE49-F238E27FC236}">
                  <a16:creationId xmlns:a16="http://schemas.microsoft.com/office/drawing/2014/main" id="{AEA3D71B-6FAA-43FA-AF7C-FAB839D7F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1250" y="5103813"/>
              <a:ext cx="142875" cy="119063"/>
            </a:xfrm>
            <a:custGeom>
              <a:avLst/>
              <a:gdLst>
                <a:gd name="T0" fmla="*/ 45 w 77"/>
                <a:gd name="T1" fmla="*/ 0 h 64"/>
                <a:gd name="T2" fmla="*/ 45 w 77"/>
                <a:gd name="T3" fmla="*/ 64 h 64"/>
                <a:gd name="T4" fmla="*/ 77 w 77"/>
                <a:gd name="T5" fmla="*/ 32 h 64"/>
                <a:gd name="T6" fmla="*/ 45 w 77"/>
                <a:gd name="T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64">
                  <a:moveTo>
                    <a:pt x="45" y="0"/>
                  </a:moveTo>
                  <a:cubicBezTo>
                    <a:pt x="0" y="0"/>
                    <a:pt x="0" y="64"/>
                    <a:pt x="45" y="64"/>
                  </a:cubicBezTo>
                  <a:cubicBezTo>
                    <a:pt x="62" y="64"/>
                    <a:pt x="77" y="50"/>
                    <a:pt x="77" y="32"/>
                  </a:cubicBezTo>
                  <a:cubicBezTo>
                    <a:pt x="77" y="14"/>
                    <a:pt x="62" y="0"/>
                    <a:pt x="45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73B72845-8322-4922-8EC3-9B0946C6FA64}"/>
              </a:ext>
            </a:extLst>
          </p:cNvPr>
          <p:cNvSpPr/>
          <p:nvPr/>
        </p:nvSpPr>
        <p:spPr>
          <a:xfrm>
            <a:off x="1132119" y="1051168"/>
            <a:ext cx="1034259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5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目 </a:t>
            </a:r>
            <a:endParaRPr lang="en-US" altLang="zh-CN" sz="54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r>
              <a:rPr lang="zh-CN" altLang="en-US" sz="5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录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37F63F99-A3C7-F4EE-7C3D-4D4D41389E13}"/>
              </a:ext>
            </a:extLst>
          </p:cNvPr>
          <p:cNvSpPr/>
          <p:nvPr/>
        </p:nvSpPr>
        <p:spPr>
          <a:xfrm>
            <a:off x="7733965" y="5041996"/>
            <a:ext cx="1681202" cy="1681202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66A845AC-E601-BBEB-6FAA-9CB43227DBFA}"/>
              </a:ext>
            </a:extLst>
          </p:cNvPr>
          <p:cNvSpPr/>
          <p:nvPr/>
        </p:nvSpPr>
        <p:spPr>
          <a:xfrm>
            <a:off x="10369239" y="3944379"/>
            <a:ext cx="691357" cy="691357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8480D32-50E5-8D39-5388-097B302373C9}"/>
              </a:ext>
            </a:extLst>
          </p:cNvPr>
          <p:cNvSpPr/>
          <p:nvPr/>
        </p:nvSpPr>
        <p:spPr>
          <a:xfrm>
            <a:off x="9564134" y="1507846"/>
            <a:ext cx="1164412" cy="1164412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93A660FB-EEBA-AB90-A73D-C0EA36C8C4D9}"/>
              </a:ext>
            </a:extLst>
          </p:cNvPr>
          <p:cNvSpPr>
            <a:spLocks noChangeAspect="1"/>
          </p:cNvSpPr>
          <p:nvPr/>
        </p:nvSpPr>
        <p:spPr>
          <a:xfrm>
            <a:off x="5678907" y="1983149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02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41B2470C-8894-9179-94B5-106A521E769C}"/>
              </a:ext>
            </a:extLst>
          </p:cNvPr>
          <p:cNvSpPr>
            <a:spLocks noChangeAspect="1"/>
          </p:cNvSpPr>
          <p:nvPr/>
        </p:nvSpPr>
        <p:spPr>
          <a:xfrm>
            <a:off x="5487737" y="3058210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03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66517BFE-8853-290E-964B-5BA5B033A0BB}"/>
              </a:ext>
            </a:extLst>
          </p:cNvPr>
          <p:cNvSpPr>
            <a:spLocks noChangeAspect="1"/>
          </p:cNvSpPr>
          <p:nvPr/>
        </p:nvSpPr>
        <p:spPr>
          <a:xfrm>
            <a:off x="4988036" y="4133271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D469AB11-BEDA-E9CE-CB07-1F0EA993E79C}"/>
              </a:ext>
            </a:extLst>
          </p:cNvPr>
          <p:cNvSpPr>
            <a:spLocks noChangeAspect="1"/>
          </p:cNvSpPr>
          <p:nvPr/>
        </p:nvSpPr>
        <p:spPr>
          <a:xfrm>
            <a:off x="3941164" y="5208331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05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D4670546-1D29-3A3A-D8AF-2DD7D5A4B38F}"/>
              </a:ext>
            </a:extLst>
          </p:cNvPr>
          <p:cNvSpPr/>
          <p:nvPr/>
        </p:nvSpPr>
        <p:spPr>
          <a:xfrm>
            <a:off x="1072030" y="5191240"/>
            <a:ext cx="691357" cy="691357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7540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C92B230F-26CB-29F1-534A-1A0B4C0ED29F}"/>
              </a:ext>
            </a:extLst>
          </p:cNvPr>
          <p:cNvSpPr/>
          <p:nvPr/>
        </p:nvSpPr>
        <p:spPr>
          <a:xfrm>
            <a:off x="-4676" y="0"/>
            <a:ext cx="3138401" cy="6858000"/>
          </a:xfrm>
          <a:prstGeom prst="rect">
            <a:avLst/>
          </a:prstGeom>
          <a:solidFill>
            <a:srgbClr val="1D7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C40CDCFA-6A6F-F7A9-8344-71FF6417A46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58" b="22140"/>
          <a:stretch>
            <a:fillRect/>
          </a:stretch>
        </p:blipFill>
        <p:spPr>
          <a:xfrm rot="3049533" flipH="1">
            <a:off x="-2421127" y="1567256"/>
            <a:ext cx="7067416" cy="5339607"/>
          </a:xfrm>
          <a:custGeom>
            <a:avLst/>
            <a:gdLst>
              <a:gd name="connsiteX0" fmla="*/ 6990474 w 7505299"/>
              <a:gd name="connsiteY0" fmla="*/ 0 h 5339607"/>
              <a:gd name="connsiteX1" fmla="*/ 7505298 w 7505299"/>
              <a:gd name="connsiteY1" fmla="*/ 589070 h 5339607"/>
              <a:gd name="connsiteX2" fmla="*/ 7505299 w 7505299"/>
              <a:gd name="connsiteY2" fmla="*/ 1008071 h 5339607"/>
              <a:gd name="connsiteX3" fmla="*/ 2549080 w 7505299"/>
              <a:gd name="connsiteY3" fmla="*/ 5339607 h 5339607"/>
              <a:gd name="connsiteX4" fmla="*/ 0 w 7505299"/>
              <a:gd name="connsiteY4" fmla="*/ 2422905 h 5339607"/>
              <a:gd name="connsiteX5" fmla="*/ 2772331 w 7505299"/>
              <a:gd name="connsiteY5" fmla="*/ 0 h 5339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05299" h="5339607">
                <a:moveTo>
                  <a:pt x="6990474" y="0"/>
                </a:moveTo>
                <a:lnTo>
                  <a:pt x="7505298" y="589070"/>
                </a:lnTo>
                <a:lnTo>
                  <a:pt x="7505299" y="1008071"/>
                </a:lnTo>
                <a:lnTo>
                  <a:pt x="2549080" y="5339607"/>
                </a:lnTo>
                <a:lnTo>
                  <a:pt x="0" y="2422905"/>
                </a:lnTo>
                <a:lnTo>
                  <a:pt x="2772331" y="0"/>
                </a:lnTo>
                <a:close/>
              </a:path>
            </a:pathLst>
          </a:custGeom>
        </p:spPr>
      </p:pic>
      <p:sp>
        <p:nvSpPr>
          <p:cNvPr id="126" name="矩形: 圆角 125">
            <a:extLst>
              <a:ext uri="{FF2B5EF4-FFF2-40B4-BE49-F238E27FC236}">
                <a16:creationId xmlns:a16="http://schemas.microsoft.com/office/drawing/2014/main" id="{83232E6E-B000-8FFE-A707-80E58BFFE39C}"/>
              </a:ext>
            </a:extLst>
          </p:cNvPr>
          <p:cNvSpPr/>
          <p:nvPr/>
        </p:nvSpPr>
        <p:spPr>
          <a:xfrm>
            <a:off x="1497347" y="4994859"/>
            <a:ext cx="9720000" cy="1188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17500" dist="139700" dir="2700000" algn="ctr" rotWithShape="0">
              <a:srgbClr val="3D8BFA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EBB42A7F-C9BC-DE7D-73AE-3289ED24303A}"/>
              </a:ext>
            </a:extLst>
          </p:cNvPr>
          <p:cNvSpPr/>
          <p:nvPr/>
        </p:nvSpPr>
        <p:spPr>
          <a:xfrm>
            <a:off x="1497347" y="3213900"/>
            <a:ext cx="9720000" cy="1188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17500" dist="139700" dir="2700000" algn="ctr" rotWithShape="0">
              <a:srgbClr val="3D8BFA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FAE2F6D-C36D-299B-4EFE-740ECA99611F}"/>
              </a:ext>
            </a:extLst>
          </p:cNvPr>
          <p:cNvSpPr/>
          <p:nvPr/>
        </p:nvSpPr>
        <p:spPr>
          <a:xfrm>
            <a:off x="1497347" y="1432941"/>
            <a:ext cx="9720000" cy="1188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17500" dist="139700" dir="2700000" algn="ctr" rotWithShape="0">
              <a:srgbClr val="3D8BFA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F2E8C91-02BD-3CDB-CCDC-2BBEE84F79D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应用场景</a:t>
            </a: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AC4F1AD7-35CD-5DD5-D5B6-F57D60A46B9D}"/>
              </a:ext>
            </a:extLst>
          </p:cNvPr>
          <p:cNvGrpSpPr/>
          <p:nvPr/>
        </p:nvGrpSpPr>
        <p:grpSpPr>
          <a:xfrm>
            <a:off x="3585711" y="1818128"/>
            <a:ext cx="1489109" cy="395398"/>
            <a:chOff x="438751" y="3208360"/>
            <a:chExt cx="1301817" cy="395398"/>
          </a:xfrm>
        </p:grpSpPr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B0597432-6922-35DE-33C6-D4B5CEA64D03}"/>
                </a:ext>
              </a:extLst>
            </p:cNvPr>
            <p:cNvSpPr txBox="1"/>
            <p:nvPr/>
          </p:nvSpPr>
          <p:spPr>
            <a:xfrm>
              <a:off x="526982" y="3234426"/>
              <a:ext cx="11253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注册</a:t>
              </a:r>
              <a:r>
                <a:rPr lang="en-US" altLang="zh-CN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/</a:t>
              </a:r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登录</a:t>
              </a:r>
            </a:p>
          </p:txBody>
        </p:sp>
        <p:sp>
          <p:nvSpPr>
            <p:cNvPr id="78" name="矩形: 圆角 77">
              <a:extLst>
                <a:ext uri="{FF2B5EF4-FFF2-40B4-BE49-F238E27FC236}">
                  <a16:creationId xmlns:a16="http://schemas.microsoft.com/office/drawing/2014/main" id="{EC3C80AE-E699-A102-35A6-87101D99638C}"/>
                </a:ext>
              </a:extLst>
            </p:cNvPr>
            <p:cNvSpPr/>
            <p:nvPr/>
          </p:nvSpPr>
          <p:spPr>
            <a:xfrm>
              <a:off x="438751" y="3208360"/>
              <a:ext cx="1301817" cy="395398"/>
            </a:xfrm>
            <a:prstGeom prst="roundRect">
              <a:avLst/>
            </a:prstGeom>
            <a:noFill/>
            <a:ln w="22225">
              <a:gradFill flip="none" rotWithShape="1">
                <a:gsLst>
                  <a:gs pos="0">
                    <a:srgbClr val="1D78FA"/>
                  </a:gs>
                  <a:gs pos="100000">
                    <a:srgbClr val="00FF9A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F513A785-DDD9-EC9B-C36D-67124461B441}"/>
              </a:ext>
            </a:extLst>
          </p:cNvPr>
          <p:cNvGrpSpPr/>
          <p:nvPr/>
        </p:nvGrpSpPr>
        <p:grpSpPr>
          <a:xfrm>
            <a:off x="5526805" y="1818128"/>
            <a:ext cx="1489109" cy="395398"/>
            <a:chOff x="438751" y="3208360"/>
            <a:chExt cx="1301817" cy="395398"/>
          </a:xfrm>
        </p:grpSpPr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DBFD2B4C-3B9C-C9BC-E720-7F7F4CB2723F}"/>
                </a:ext>
              </a:extLst>
            </p:cNvPr>
            <p:cNvSpPr txBox="1"/>
            <p:nvPr/>
          </p:nvSpPr>
          <p:spPr>
            <a:xfrm>
              <a:off x="526982" y="3234426"/>
              <a:ext cx="11253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权益领取</a:t>
              </a:r>
            </a:p>
          </p:txBody>
        </p:sp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2E897D4F-81AC-2D04-3E50-18BEEF011365}"/>
                </a:ext>
              </a:extLst>
            </p:cNvPr>
            <p:cNvSpPr/>
            <p:nvPr/>
          </p:nvSpPr>
          <p:spPr>
            <a:xfrm>
              <a:off x="438751" y="3208360"/>
              <a:ext cx="1301817" cy="395398"/>
            </a:xfrm>
            <a:prstGeom prst="roundRect">
              <a:avLst/>
            </a:prstGeom>
            <a:noFill/>
            <a:ln w="22225">
              <a:gradFill flip="none" rotWithShape="1">
                <a:gsLst>
                  <a:gs pos="0">
                    <a:srgbClr val="1D78FA"/>
                  </a:gs>
                  <a:gs pos="100000">
                    <a:srgbClr val="00FF9A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E7232768-7B9C-D76F-9D0A-67C59203E450}"/>
              </a:ext>
            </a:extLst>
          </p:cNvPr>
          <p:cNvGrpSpPr/>
          <p:nvPr/>
        </p:nvGrpSpPr>
        <p:grpSpPr>
          <a:xfrm>
            <a:off x="7442435" y="1818128"/>
            <a:ext cx="1489109" cy="395398"/>
            <a:chOff x="438751" y="3208360"/>
            <a:chExt cx="1301817" cy="395398"/>
          </a:xfrm>
        </p:grpSpPr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35A138E7-6189-F7F3-F1A2-5CE72A362E0A}"/>
                </a:ext>
              </a:extLst>
            </p:cNvPr>
            <p:cNvSpPr txBox="1"/>
            <p:nvPr/>
          </p:nvSpPr>
          <p:spPr>
            <a:xfrm>
              <a:off x="526982" y="3234426"/>
              <a:ext cx="11253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互动操作</a:t>
              </a:r>
            </a:p>
          </p:txBody>
        </p:sp>
        <p:sp>
          <p:nvSpPr>
            <p:cNvPr id="90" name="矩形: 圆角 89">
              <a:extLst>
                <a:ext uri="{FF2B5EF4-FFF2-40B4-BE49-F238E27FC236}">
                  <a16:creationId xmlns:a16="http://schemas.microsoft.com/office/drawing/2014/main" id="{07301775-9C8E-5DFF-4896-A61B1C0C3E30}"/>
                </a:ext>
              </a:extLst>
            </p:cNvPr>
            <p:cNvSpPr/>
            <p:nvPr/>
          </p:nvSpPr>
          <p:spPr>
            <a:xfrm>
              <a:off x="438751" y="3208360"/>
              <a:ext cx="1301817" cy="395398"/>
            </a:xfrm>
            <a:prstGeom prst="roundRect">
              <a:avLst/>
            </a:prstGeom>
            <a:noFill/>
            <a:ln w="22225">
              <a:gradFill flip="none" rotWithShape="1">
                <a:gsLst>
                  <a:gs pos="0">
                    <a:srgbClr val="1D78FA"/>
                  </a:gs>
                  <a:gs pos="100000">
                    <a:srgbClr val="00FF9A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DC20BC6D-9227-3082-CB7B-08529A9F4A71}"/>
              </a:ext>
            </a:extLst>
          </p:cNvPr>
          <p:cNvGrpSpPr/>
          <p:nvPr/>
        </p:nvGrpSpPr>
        <p:grpSpPr>
          <a:xfrm>
            <a:off x="9383529" y="1818128"/>
            <a:ext cx="1489109" cy="395398"/>
            <a:chOff x="438751" y="3208360"/>
            <a:chExt cx="1301817" cy="395398"/>
          </a:xfrm>
        </p:grpSpPr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771F8D36-3D26-AB92-2BE8-14113E570AE8}"/>
                </a:ext>
              </a:extLst>
            </p:cNvPr>
            <p:cNvSpPr txBox="1"/>
            <p:nvPr/>
          </p:nvSpPr>
          <p:spPr>
            <a:xfrm>
              <a:off x="526982" y="3234426"/>
              <a:ext cx="11253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业务授权</a:t>
              </a:r>
            </a:p>
          </p:txBody>
        </p:sp>
        <p:sp>
          <p:nvSpPr>
            <p:cNvPr id="93" name="矩形: 圆角 92">
              <a:extLst>
                <a:ext uri="{FF2B5EF4-FFF2-40B4-BE49-F238E27FC236}">
                  <a16:creationId xmlns:a16="http://schemas.microsoft.com/office/drawing/2014/main" id="{7FCE1850-9218-5508-AFF4-91CAECEBAF2B}"/>
                </a:ext>
              </a:extLst>
            </p:cNvPr>
            <p:cNvSpPr/>
            <p:nvPr/>
          </p:nvSpPr>
          <p:spPr>
            <a:xfrm>
              <a:off x="438751" y="3208360"/>
              <a:ext cx="1301817" cy="395398"/>
            </a:xfrm>
            <a:prstGeom prst="roundRect">
              <a:avLst/>
            </a:prstGeom>
            <a:noFill/>
            <a:ln w="22225">
              <a:gradFill flip="none" rotWithShape="1">
                <a:gsLst>
                  <a:gs pos="0">
                    <a:srgbClr val="1D78FA"/>
                  </a:gs>
                  <a:gs pos="100000">
                    <a:srgbClr val="00FF9A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B364BE0C-CD2D-F0C4-21DB-259D3A3985B0}"/>
              </a:ext>
            </a:extLst>
          </p:cNvPr>
          <p:cNvGrpSpPr/>
          <p:nvPr/>
        </p:nvGrpSpPr>
        <p:grpSpPr>
          <a:xfrm>
            <a:off x="3585711" y="3612099"/>
            <a:ext cx="1489109" cy="395398"/>
            <a:chOff x="438751" y="3208360"/>
            <a:chExt cx="1301817" cy="395398"/>
          </a:xfrm>
        </p:grpSpPr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6A13D19C-89AE-F3E9-C422-700589007E48}"/>
                </a:ext>
              </a:extLst>
            </p:cNvPr>
            <p:cNvSpPr txBox="1"/>
            <p:nvPr/>
          </p:nvSpPr>
          <p:spPr>
            <a:xfrm>
              <a:off x="526982" y="3234426"/>
              <a:ext cx="11253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修改密码</a:t>
              </a:r>
            </a:p>
          </p:txBody>
        </p:sp>
        <p:sp>
          <p:nvSpPr>
            <p:cNvPr id="96" name="矩形: 圆角 95">
              <a:extLst>
                <a:ext uri="{FF2B5EF4-FFF2-40B4-BE49-F238E27FC236}">
                  <a16:creationId xmlns:a16="http://schemas.microsoft.com/office/drawing/2014/main" id="{0BE473B4-37AE-26B7-773D-122B3BD15156}"/>
                </a:ext>
              </a:extLst>
            </p:cNvPr>
            <p:cNvSpPr/>
            <p:nvPr/>
          </p:nvSpPr>
          <p:spPr>
            <a:xfrm>
              <a:off x="438751" y="3208360"/>
              <a:ext cx="1301817" cy="395398"/>
            </a:xfrm>
            <a:prstGeom prst="roundRect">
              <a:avLst/>
            </a:prstGeom>
            <a:noFill/>
            <a:ln w="22225">
              <a:gradFill flip="none" rotWithShape="1">
                <a:gsLst>
                  <a:gs pos="0">
                    <a:srgbClr val="1D78FA"/>
                  </a:gs>
                  <a:gs pos="100000">
                    <a:srgbClr val="00FF9A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3E9FBF77-EA56-B849-2A75-4ACA46DF5A3D}"/>
              </a:ext>
            </a:extLst>
          </p:cNvPr>
          <p:cNvGrpSpPr/>
          <p:nvPr/>
        </p:nvGrpSpPr>
        <p:grpSpPr>
          <a:xfrm>
            <a:off x="5526805" y="3612099"/>
            <a:ext cx="1489109" cy="395398"/>
            <a:chOff x="438751" y="3208360"/>
            <a:chExt cx="1301817" cy="395398"/>
          </a:xfrm>
        </p:grpSpPr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07A15D1A-018C-5ABF-DE82-DC556B476D64}"/>
                </a:ext>
              </a:extLst>
            </p:cNvPr>
            <p:cNvSpPr txBox="1"/>
            <p:nvPr/>
          </p:nvSpPr>
          <p:spPr>
            <a:xfrm>
              <a:off x="526982" y="3234426"/>
              <a:ext cx="11253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换绑手机号</a:t>
              </a:r>
            </a:p>
          </p:txBody>
        </p:sp>
        <p:sp>
          <p:nvSpPr>
            <p:cNvPr id="99" name="矩形: 圆角 98">
              <a:extLst>
                <a:ext uri="{FF2B5EF4-FFF2-40B4-BE49-F238E27FC236}">
                  <a16:creationId xmlns:a16="http://schemas.microsoft.com/office/drawing/2014/main" id="{98DD0380-6DE9-1DE0-8AC0-EE8D0A8D42E4}"/>
                </a:ext>
              </a:extLst>
            </p:cNvPr>
            <p:cNvSpPr/>
            <p:nvPr/>
          </p:nvSpPr>
          <p:spPr>
            <a:xfrm>
              <a:off x="438751" y="3208360"/>
              <a:ext cx="1301817" cy="395398"/>
            </a:xfrm>
            <a:prstGeom prst="roundRect">
              <a:avLst/>
            </a:prstGeom>
            <a:noFill/>
            <a:ln w="22225">
              <a:gradFill flip="none" rotWithShape="1">
                <a:gsLst>
                  <a:gs pos="0">
                    <a:srgbClr val="1D78FA"/>
                  </a:gs>
                  <a:gs pos="100000">
                    <a:srgbClr val="00FF9A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D6EEA4D-A849-C5BE-ADBD-235C5342CED9}"/>
              </a:ext>
            </a:extLst>
          </p:cNvPr>
          <p:cNvGrpSpPr/>
          <p:nvPr/>
        </p:nvGrpSpPr>
        <p:grpSpPr>
          <a:xfrm>
            <a:off x="7442435" y="3612099"/>
            <a:ext cx="1489109" cy="395398"/>
            <a:chOff x="438751" y="3208360"/>
            <a:chExt cx="1301817" cy="395398"/>
          </a:xfrm>
        </p:grpSpPr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E2C3DC00-6332-FFED-6A96-B0D3E4C5BE84}"/>
                </a:ext>
              </a:extLst>
            </p:cNvPr>
            <p:cNvSpPr txBox="1"/>
            <p:nvPr/>
          </p:nvSpPr>
          <p:spPr>
            <a:xfrm>
              <a:off x="526982" y="3234426"/>
              <a:ext cx="11253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注销账号</a:t>
              </a:r>
            </a:p>
          </p:txBody>
        </p:sp>
        <p:sp>
          <p:nvSpPr>
            <p:cNvPr id="102" name="矩形: 圆角 101">
              <a:extLst>
                <a:ext uri="{FF2B5EF4-FFF2-40B4-BE49-F238E27FC236}">
                  <a16:creationId xmlns:a16="http://schemas.microsoft.com/office/drawing/2014/main" id="{7C064959-9E99-9FA9-82CC-6C11EA02A3D8}"/>
                </a:ext>
              </a:extLst>
            </p:cNvPr>
            <p:cNvSpPr/>
            <p:nvPr/>
          </p:nvSpPr>
          <p:spPr>
            <a:xfrm>
              <a:off x="438751" y="3208360"/>
              <a:ext cx="1301817" cy="395398"/>
            </a:xfrm>
            <a:prstGeom prst="roundRect">
              <a:avLst/>
            </a:prstGeom>
            <a:noFill/>
            <a:ln w="22225">
              <a:gradFill flip="none" rotWithShape="1">
                <a:gsLst>
                  <a:gs pos="0">
                    <a:srgbClr val="1D78FA"/>
                  </a:gs>
                  <a:gs pos="100000">
                    <a:srgbClr val="00FF9A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17009C7F-43B8-E79F-CAF6-B68DC58B722B}"/>
              </a:ext>
            </a:extLst>
          </p:cNvPr>
          <p:cNvGrpSpPr/>
          <p:nvPr/>
        </p:nvGrpSpPr>
        <p:grpSpPr>
          <a:xfrm>
            <a:off x="3627982" y="5425059"/>
            <a:ext cx="1489109" cy="395398"/>
            <a:chOff x="438751" y="3208360"/>
            <a:chExt cx="1301817" cy="395398"/>
          </a:xfrm>
        </p:grpSpPr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CE5D5D6C-E4B9-43E8-A063-D85F5469C9C0}"/>
                </a:ext>
              </a:extLst>
            </p:cNvPr>
            <p:cNvSpPr txBox="1"/>
            <p:nvPr/>
          </p:nvSpPr>
          <p:spPr>
            <a:xfrm>
              <a:off x="526982" y="3234426"/>
              <a:ext cx="11253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交易</a:t>
              </a:r>
              <a:r>
                <a:rPr lang="en-US" altLang="zh-CN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/</a:t>
              </a:r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提现</a:t>
              </a:r>
            </a:p>
          </p:txBody>
        </p:sp>
        <p:sp>
          <p:nvSpPr>
            <p:cNvPr id="105" name="矩形: 圆角 104">
              <a:extLst>
                <a:ext uri="{FF2B5EF4-FFF2-40B4-BE49-F238E27FC236}">
                  <a16:creationId xmlns:a16="http://schemas.microsoft.com/office/drawing/2014/main" id="{5E18C5F1-4BAF-E703-4EBE-A801FDC7FC12}"/>
                </a:ext>
              </a:extLst>
            </p:cNvPr>
            <p:cNvSpPr/>
            <p:nvPr/>
          </p:nvSpPr>
          <p:spPr>
            <a:xfrm>
              <a:off x="438751" y="3208360"/>
              <a:ext cx="1301817" cy="395398"/>
            </a:xfrm>
            <a:prstGeom prst="roundRect">
              <a:avLst/>
            </a:prstGeom>
            <a:noFill/>
            <a:ln w="22225">
              <a:gradFill flip="none" rotWithShape="1">
                <a:gsLst>
                  <a:gs pos="0">
                    <a:srgbClr val="1D78FA"/>
                  </a:gs>
                  <a:gs pos="100000">
                    <a:srgbClr val="00FF9A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F8F9C118-0136-7DE7-EE34-D05686031CEB}"/>
              </a:ext>
            </a:extLst>
          </p:cNvPr>
          <p:cNvGrpSpPr/>
          <p:nvPr/>
        </p:nvGrpSpPr>
        <p:grpSpPr>
          <a:xfrm>
            <a:off x="5449994" y="5425059"/>
            <a:ext cx="1814705" cy="395398"/>
            <a:chOff x="438751" y="3208360"/>
            <a:chExt cx="1301817" cy="395398"/>
          </a:xfrm>
        </p:grpSpPr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57BFAA96-CFE0-5544-F08F-93995D02EA05}"/>
                </a:ext>
              </a:extLst>
            </p:cNvPr>
            <p:cNvSpPr txBox="1"/>
            <p:nvPr/>
          </p:nvSpPr>
          <p:spPr>
            <a:xfrm>
              <a:off x="526982" y="3234426"/>
              <a:ext cx="11253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查看重要信息</a:t>
              </a:r>
              <a:endParaRPr lang="en-US" altLang="zh-CN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D800E7D2-D985-5152-39CB-1DD5F1CC2C9A}"/>
                </a:ext>
              </a:extLst>
            </p:cNvPr>
            <p:cNvSpPr/>
            <p:nvPr/>
          </p:nvSpPr>
          <p:spPr>
            <a:xfrm>
              <a:off x="438751" y="3208360"/>
              <a:ext cx="1301817" cy="395398"/>
            </a:xfrm>
            <a:prstGeom prst="roundRect">
              <a:avLst/>
            </a:prstGeom>
            <a:noFill/>
            <a:ln w="22225">
              <a:gradFill flip="none" rotWithShape="1">
                <a:gsLst>
                  <a:gs pos="0">
                    <a:srgbClr val="1D78FA"/>
                  </a:gs>
                  <a:gs pos="100000">
                    <a:srgbClr val="00FF9A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B648232B-204B-3348-C1F2-995907403CAC}"/>
              </a:ext>
            </a:extLst>
          </p:cNvPr>
          <p:cNvGrpSpPr/>
          <p:nvPr/>
        </p:nvGrpSpPr>
        <p:grpSpPr>
          <a:xfrm>
            <a:off x="7555596" y="5425059"/>
            <a:ext cx="1476000" cy="395398"/>
            <a:chOff x="438751" y="3208360"/>
            <a:chExt cx="1301817" cy="395398"/>
          </a:xfrm>
        </p:grpSpPr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012C82E8-AD76-B87E-B30A-235E248E3AF9}"/>
                </a:ext>
              </a:extLst>
            </p:cNvPr>
            <p:cNvSpPr txBox="1"/>
            <p:nvPr/>
          </p:nvSpPr>
          <p:spPr>
            <a:xfrm>
              <a:off x="526982" y="3234426"/>
              <a:ext cx="11253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抽奖</a:t>
              </a:r>
            </a:p>
          </p:txBody>
        </p:sp>
        <p:sp>
          <p:nvSpPr>
            <p:cNvPr id="117" name="矩形: 圆角 116">
              <a:extLst>
                <a:ext uri="{FF2B5EF4-FFF2-40B4-BE49-F238E27FC236}">
                  <a16:creationId xmlns:a16="http://schemas.microsoft.com/office/drawing/2014/main" id="{DCF3C8AE-337E-66E0-2B7E-B34EA91E73FD}"/>
                </a:ext>
              </a:extLst>
            </p:cNvPr>
            <p:cNvSpPr/>
            <p:nvPr/>
          </p:nvSpPr>
          <p:spPr>
            <a:xfrm>
              <a:off x="438751" y="3208360"/>
              <a:ext cx="1301817" cy="395398"/>
            </a:xfrm>
            <a:prstGeom prst="roundRect">
              <a:avLst/>
            </a:prstGeom>
            <a:noFill/>
            <a:ln w="22225">
              <a:gradFill flip="none" rotWithShape="1">
                <a:gsLst>
                  <a:gs pos="0">
                    <a:srgbClr val="1D78FA"/>
                  </a:gs>
                  <a:gs pos="100000">
                    <a:srgbClr val="00FF9A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CEACFA74-E34F-B8F8-26B2-5F7FC12DA38E}"/>
              </a:ext>
            </a:extLst>
          </p:cNvPr>
          <p:cNvGrpSpPr/>
          <p:nvPr/>
        </p:nvGrpSpPr>
        <p:grpSpPr>
          <a:xfrm>
            <a:off x="9396638" y="5425059"/>
            <a:ext cx="1476000" cy="395398"/>
            <a:chOff x="438751" y="3208360"/>
            <a:chExt cx="1301817" cy="395398"/>
          </a:xfrm>
        </p:grpSpPr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216471D0-D4AE-0308-43E9-78EA715FEE14}"/>
                </a:ext>
              </a:extLst>
            </p:cNvPr>
            <p:cNvSpPr txBox="1"/>
            <p:nvPr/>
          </p:nvSpPr>
          <p:spPr>
            <a:xfrm>
              <a:off x="526982" y="3234426"/>
              <a:ext cx="11253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积分兑换</a:t>
              </a:r>
            </a:p>
          </p:txBody>
        </p:sp>
        <p:sp>
          <p:nvSpPr>
            <p:cNvPr id="120" name="矩形: 圆角 119">
              <a:extLst>
                <a:ext uri="{FF2B5EF4-FFF2-40B4-BE49-F238E27FC236}">
                  <a16:creationId xmlns:a16="http://schemas.microsoft.com/office/drawing/2014/main" id="{680AD1A4-6915-C1C7-7EEB-C1B532E67797}"/>
                </a:ext>
              </a:extLst>
            </p:cNvPr>
            <p:cNvSpPr/>
            <p:nvPr/>
          </p:nvSpPr>
          <p:spPr>
            <a:xfrm>
              <a:off x="438751" y="3208360"/>
              <a:ext cx="1301817" cy="395398"/>
            </a:xfrm>
            <a:prstGeom prst="roundRect">
              <a:avLst/>
            </a:prstGeom>
            <a:noFill/>
            <a:ln w="22225">
              <a:gradFill flip="none" rotWithShape="1">
                <a:gsLst>
                  <a:gs pos="0">
                    <a:srgbClr val="1D78FA"/>
                  </a:gs>
                  <a:gs pos="100000">
                    <a:srgbClr val="00FF9A"/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BF25BE49-1E10-1E97-F7D4-EA03CAF9606D}"/>
              </a:ext>
            </a:extLst>
          </p:cNvPr>
          <p:cNvSpPr txBox="1"/>
          <p:nvPr/>
        </p:nvSpPr>
        <p:spPr>
          <a:xfrm>
            <a:off x="1753136" y="178935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业务优化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1095A333-75DE-C976-3121-A68D93005EB7}"/>
              </a:ext>
            </a:extLst>
          </p:cNvPr>
          <p:cNvSpPr txBox="1"/>
          <p:nvPr/>
        </p:nvSpPr>
        <p:spPr>
          <a:xfrm>
            <a:off x="1753136" y="361925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账号管理</a:t>
            </a: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83523041-63EF-1A2B-66E1-EBEEC6A996A7}"/>
              </a:ext>
            </a:extLst>
          </p:cNvPr>
          <p:cNvSpPr txBox="1"/>
          <p:nvPr/>
        </p:nvSpPr>
        <p:spPr>
          <a:xfrm>
            <a:off x="1753136" y="542505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风险防控</a:t>
            </a:r>
          </a:p>
        </p:txBody>
      </p:sp>
    </p:spTree>
    <p:extLst>
      <p:ext uri="{BB962C8B-B14F-4D97-AF65-F5344CB8AC3E}">
        <p14:creationId xmlns:p14="http://schemas.microsoft.com/office/powerpoint/2010/main" val="495302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椭圆 29">
            <a:extLst>
              <a:ext uri="{FF2B5EF4-FFF2-40B4-BE49-F238E27FC236}">
                <a16:creationId xmlns:a16="http://schemas.microsoft.com/office/drawing/2014/main" id="{F95EFE0E-E3AE-A5D7-47DD-7C501E9E7FD9}"/>
              </a:ext>
            </a:extLst>
          </p:cNvPr>
          <p:cNvSpPr/>
          <p:nvPr/>
        </p:nvSpPr>
        <p:spPr>
          <a:xfrm>
            <a:off x="8920458" y="3056366"/>
            <a:ext cx="6115959" cy="6115959"/>
          </a:xfrm>
          <a:prstGeom prst="ellipse">
            <a:avLst/>
          </a:prstGeom>
          <a:solidFill>
            <a:srgbClr val="1D78FA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402B35A1-12BA-C934-5F10-428D480631E2}"/>
              </a:ext>
            </a:extLst>
          </p:cNvPr>
          <p:cNvSpPr/>
          <p:nvPr/>
        </p:nvSpPr>
        <p:spPr>
          <a:xfrm>
            <a:off x="9530765" y="3666673"/>
            <a:ext cx="4963535" cy="4963535"/>
          </a:xfrm>
          <a:prstGeom prst="ellipse">
            <a:avLst/>
          </a:prstGeom>
          <a:gradFill flip="none" rotWithShape="1">
            <a:gsLst>
              <a:gs pos="0">
                <a:srgbClr val="1D78FA"/>
              </a:gs>
              <a:gs pos="100000">
                <a:srgbClr val="0C61DA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F2E8C91-02BD-3CDB-CCDC-2BBEE84F79D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业务优化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116256A-4A23-60C7-3E16-EA16B484D0D8}"/>
              </a:ext>
            </a:extLst>
          </p:cNvPr>
          <p:cNvGrpSpPr/>
          <p:nvPr/>
        </p:nvGrpSpPr>
        <p:grpSpPr>
          <a:xfrm>
            <a:off x="599578" y="1622271"/>
            <a:ext cx="2948672" cy="1886538"/>
            <a:chOff x="777168" y="2084961"/>
            <a:chExt cx="2948672" cy="1886538"/>
          </a:xfrm>
        </p:grpSpPr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0434035-32A7-56DC-2E7A-F63D532250FD}"/>
                </a:ext>
              </a:extLst>
            </p:cNvPr>
            <p:cNvSpPr/>
            <p:nvPr/>
          </p:nvSpPr>
          <p:spPr>
            <a:xfrm>
              <a:off x="777168" y="2282660"/>
              <a:ext cx="2948672" cy="1688839"/>
            </a:xfrm>
            <a:prstGeom prst="roundRect">
              <a:avLst>
                <a:gd name="adj" fmla="val 4970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dist="889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1D012AFE-9B55-780A-8F6F-CBE02B013C39}"/>
                </a:ext>
              </a:extLst>
            </p:cNvPr>
            <p:cNvGrpSpPr/>
            <p:nvPr/>
          </p:nvGrpSpPr>
          <p:grpSpPr>
            <a:xfrm>
              <a:off x="1448947" y="2084961"/>
              <a:ext cx="1489109" cy="395398"/>
              <a:chOff x="438751" y="3208360"/>
              <a:chExt cx="1301817" cy="395398"/>
            </a:xfrm>
          </p:grpSpPr>
          <p:sp>
            <p:nvSpPr>
              <p:cNvPr id="59" name="矩形: 圆角 58">
                <a:extLst>
                  <a:ext uri="{FF2B5EF4-FFF2-40B4-BE49-F238E27FC236}">
                    <a16:creationId xmlns:a16="http://schemas.microsoft.com/office/drawing/2014/main" id="{2B9793B3-0877-4243-4D8A-FE380D6B78E3}"/>
                  </a:ext>
                </a:extLst>
              </p:cNvPr>
              <p:cNvSpPr/>
              <p:nvPr/>
            </p:nvSpPr>
            <p:spPr>
              <a:xfrm>
                <a:off x="438751" y="3208360"/>
                <a:ext cx="1301817" cy="395398"/>
              </a:xfrm>
              <a:prstGeom prst="roundRect">
                <a:avLst/>
              </a:prstGeom>
              <a:solidFill>
                <a:srgbClr val="1D78FA"/>
              </a:solidFill>
              <a:ln w="222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0189A8E0-E348-E206-6C64-79BE7D043783}"/>
                  </a:ext>
                </a:extLst>
              </p:cNvPr>
              <p:cNvSpPr txBox="1"/>
              <p:nvPr/>
            </p:nvSpPr>
            <p:spPr>
              <a:xfrm>
                <a:off x="559188" y="3236782"/>
                <a:ext cx="11253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注册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/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登录</a:t>
                </a:r>
              </a:p>
            </p:txBody>
          </p:sp>
        </p:grp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744EA4DC-9B5A-CC87-9997-9BAD166492D4}"/>
                </a:ext>
              </a:extLst>
            </p:cNvPr>
            <p:cNvSpPr txBox="1"/>
            <p:nvPr/>
          </p:nvSpPr>
          <p:spPr>
            <a:xfrm>
              <a:off x="821525" y="2621214"/>
              <a:ext cx="2859958" cy="11495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一键操作，快速获取号码登录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升级用户体验，助力用户转化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授权页面支持部分自定义设计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产品流程及交互由合作方决定</a:t>
              </a: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9D727357-FB5D-C10C-4A89-6320F2D7B98F}"/>
              </a:ext>
            </a:extLst>
          </p:cNvPr>
          <p:cNvGrpSpPr/>
          <p:nvPr/>
        </p:nvGrpSpPr>
        <p:grpSpPr>
          <a:xfrm>
            <a:off x="4220029" y="1650693"/>
            <a:ext cx="2948672" cy="1886538"/>
            <a:chOff x="777168" y="2084961"/>
            <a:chExt cx="2948672" cy="1886538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53FB31ED-D546-A71C-196D-FE412233D41B}"/>
                </a:ext>
              </a:extLst>
            </p:cNvPr>
            <p:cNvSpPr/>
            <p:nvPr/>
          </p:nvSpPr>
          <p:spPr>
            <a:xfrm>
              <a:off x="777168" y="2282660"/>
              <a:ext cx="2948672" cy="1688839"/>
            </a:xfrm>
            <a:prstGeom prst="roundRect">
              <a:avLst>
                <a:gd name="adj" fmla="val 4970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dist="889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EC10262D-87B7-EFB3-987A-7B91ACD17B6F}"/>
                </a:ext>
              </a:extLst>
            </p:cNvPr>
            <p:cNvGrpSpPr/>
            <p:nvPr/>
          </p:nvGrpSpPr>
          <p:grpSpPr>
            <a:xfrm>
              <a:off x="1448947" y="2084961"/>
              <a:ext cx="1489109" cy="395398"/>
              <a:chOff x="438751" y="3208360"/>
              <a:chExt cx="1301817" cy="395398"/>
            </a:xfrm>
          </p:grpSpPr>
          <p:sp>
            <p:nvSpPr>
              <p:cNvPr id="70" name="矩形: 圆角 69">
                <a:extLst>
                  <a:ext uri="{FF2B5EF4-FFF2-40B4-BE49-F238E27FC236}">
                    <a16:creationId xmlns:a16="http://schemas.microsoft.com/office/drawing/2014/main" id="{065B536A-843C-7DA6-E121-DD7000BDA880}"/>
                  </a:ext>
                </a:extLst>
              </p:cNvPr>
              <p:cNvSpPr/>
              <p:nvPr/>
            </p:nvSpPr>
            <p:spPr>
              <a:xfrm>
                <a:off x="438751" y="3208360"/>
                <a:ext cx="1301817" cy="395398"/>
              </a:xfrm>
              <a:prstGeom prst="roundRect">
                <a:avLst/>
              </a:prstGeom>
              <a:solidFill>
                <a:srgbClr val="1D78FA"/>
              </a:solidFill>
              <a:ln w="222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6AC08B2E-B168-DE13-EF5E-BC6EECAA7DAB}"/>
                  </a:ext>
                </a:extLst>
              </p:cNvPr>
              <p:cNvSpPr txBox="1"/>
              <p:nvPr/>
            </p:nvSpPr>
            <p:spPr>
              <a:xfrm>
                <a:off x="559188" y="3236782"/>
                <a:ext cx="11253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互动操作</a:t>
                </a:r>
              </a:p>
            </p:txBody>
          </p:sp>
        </p:grp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6A58AF03-9A83-0D91-77B2-703CC95C1E57}"/>
                </a:ext>
              </a:extLst>
            </p:cNvPr>
            <p:cNvSpPr txBox="1"/>
            <p:nvPr/>
          </p:nvSpPr>
          <p:spPr>
            <a:xfrm>
              <a:off x="811122" y="2621214"/>
              <a:ext cx="2859958" cy="11495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点赞、转评、留言等用户互动场景，一键登录</a:t>
              </a:r>
              <a:endPara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用户无需等待</a:t>
              </a:r>
              <a:endPara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提升账号活跃度</a:t>
              </a: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E54F0C7-4AE1-AAEF-C5F1-2CACD202C87E}"/>
              </a:ext>
            </a:extLst>
          </p:cNvPr>
          <p:cNvGrpSpPr/>
          <p:nvPr/>
        </p:nvGrpSpPr>
        <p:grpSpPr>
          <a:xfrm>
            <a:off x="633532" y="4227658"/>
            <a:ext cx="2948672" cy="1886538"/>
            <a:chOff x="777168" y="2084961"/>
            <a:chExt cx="2948672" cy="1886538"/>
          </a:xfrm>
        </p:grpSpPr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2BFAADB2-425C-8744-560D-0D1955856884}"/>
                </a:ext>
              </a:extLst>
            </p:cNvPr>
            <p:cNvSpPr/>
            <p:nvPr/>
          </p:nvSpPr>
          <p:spPr>
            <a:xfrm>
              <a:off x="777168" y="2282660"/>
              <a:ext cx="2948672" cy="1688839"/>
            </a:xfrm>
            <a:prstGeom prst="roundRect">
              <a:avLst>
                <a:gd name="adj" fmla="val 4970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dist="889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D15752A8-F106-6A31-E93D-5F951A3E22DB}"/>
                </a:ext>
              </a:extLst>
            </p:cNvPr>
            <p:cNvGrpSpPr/>
            <p:nvPr/>
          </p:nvGrpSpPr>
          <p:grpSpPr>
            <a:xfrm>
              <a:off x="1448947" y="2084961"/>
              <a:ext cx="1489109" cy="395398"/>
              <a:chOff x="438751" y="3208360"/>
              <a:chExt cx="1301817" cy="395398"/>
            </a:xfrm>
          </p:grpSpPr>
          <p:sp>
            <p:nvSpPr>
              <p:cNvPr id="80" name="矩形: 圆角 79">
                <a:extLst>
                  <a:ext uri="{FF2B5EF4-FFF2-40B4-BE49-F238E27FC236}">
                    <a16:creationId xmlns:a16="http://schemas.microsoft.com/office/drawing/2014/main" id="{EBF3CC51-E56A-B2BA-5246-7D2033BA4303}"/>
                  </a:ext>
                </a:extLst>
              </p:cNvPr>
              <p:cNvSpPr/>
              <p:nvPr/>
            </p:nvSpPr>
            <p:spPr>
              <a:xfrm>
                <a:off x="438751" y="3208360"/>
                <a:ext cx="1301817" cy="395398"/>
              </a:xfrm>
              <a:prstGeom prst="roundRect">
                <a:avLst/>
              </a:prstGeom>
              <a:solidFill>
                <a:srgbClr val="1D78FA"/>
              </a:solidFill>
              <a:ln w="222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AF7B8107-417E-8D97-DC2E-D7210DA71069}"/>
                  </a:ext>
                </a:extLst>
              </p:cNvPr>
              <p:cNvSpPr txBox="1"/>
              <p:nvPr/>
            </p:nvSpPr>
            <p:spPr>
              <a:xfrm>
                <a:off x="559188" y="3236782"/>
                <a:ext cx="11253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权益领取</a:t>
                </a:r>
              </a:p>
            </p:txBody>
          </p:sp>
        </p:grp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7AC24C34-03A3-C598-6115-231DF350CD34}"/>
                </a:ext>
              </a:extLst>
            </p:cNvPr>
            <p:cNvSpPr txBox="1"/>
            <p:nvPr/>
          </p:nvSpPr>
          <p:spPr>
            <a:xfrm>
              <a:off x="802190" y="2721850"/>
              <a:ext cx="2859958" cy="8802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用户权益领取场景，快速登录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操作便捷，参与速度更快</a:t>
              </a:r>
              <a:endPara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有效提升转化效果</a:t>
              </a: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4A4A7FD0-5EB1-0A1A-DEB4-2002341386E1}"/>
              </a:ext>
            </a:extLst>
          </p:cNvPr>
          <p:cNvGrpSpPr/>
          <p:nvPr/>
        </p:nvGrpSpPr>
        <p:grpSpPr>
          <a:xfrm>
            <a:off x="4253983" y="4227658"/>
            <a:ext cx="2948672" cy="1886538"/>
            <a:chOff x="777168" y="2084961"/>
            <a:chExt cx="2948672" cy="1886538"/>
          </a:xfrm>
        </p:grpSpPr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F7E6953A-2EC2-3AA0-573F-0EE03E12B252}"/>
                </a:ext>
              </a:extLst>
            </p:cNvPr>
            <p:cNvSpPr/>
            <p:nvPr/>
          </p:nvSpPr>
          <p:spPr>
            <a:xfrm>
              <a:off x="777168" y="2282660"/>
              <a:ext cx="2948672" cy="1688839"/>
            </a:xfrm>
            <a:prstGeom prst="roundRect">
              <a:avLst>
                <a:gd name="adj" fmla="val 4970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dist="889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4B98376F-F271-5D37-69E8-EE62302E4CDD}"/>
                </a:ext>
              </a:extLst>
            </p:cNvPr>
            <p:cNvGrpSpPr/>
            <p:nvPr/>
          </p:nvGrpSpPr>
          <p:grpSpPr>
            <a:xfrm>
              <a:off x="1448947" y="2084961"/>
              <a:ext cx="1489109" cy="395398"/>
              <a:chOff x="438751" y="3208360"/>
              <a:chExt cx="1301817" cy="395398"/>
            </a:xfrm>
          </p:grpSpPr>
          <p:sp>
            <p:nvSpPr>
              <p:cNvPr id="108" name="矩形: 圆角 107">
                <a:extLst>
                  <a:ext uri="{FF2B5EF4-FFF2-40B4-BE49-F238E27FC236}">
                    <a16:creationId xmlns:a16="http://schemas.microsoft.com/office/drawing/2014/main" id="{24AD9279-DBFC-08A3-D4B3-06B2AFCEEF7A}"/>
                  </a:ext>
                </a:extLst>
              </p:cNvPr>
              <p:cNvSpPr/>
              <p:nvPr/>
            </p:nvSpPr>
            <p:spPr>
              <a:xfrm>
                <a:off x="438751" y="3208360"/>
                <a:ext cx="1301817" cy="395398"/>
              </a:xfrm>
              <a:prstGeom prst="roundRect">
                <a:avLst/>
              </a:prstGeom>
              <a:solidFill>
                <a:srgbClr val="1D78FA"/>
              </a:solidFill>
              <a:ln w="222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D71C033D-D0AE-7202-7C5D-C2543D4150B9}"/>
                  </a:ext>
                </a:extLst>
              </p:cNvPr>
              <p:cNvSpPr txBox="1"/>
              <p:nvPr/>
            </p:nvSpPr>
            <p:spPr>
              <a:xfrm>
                <a:off x="559188" y="3236782"/>
                <a:ext cx="11253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业务授权</a:t>
                </a:r>
              </a:p>
            </p:txBody>
          </p:sp>
        </p:grp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4711D442-B900-2E07-3B92-3E10189BC930}"/>
                </a:ext>
              </a:extLst>
            </p:cNvPr>
            <p:cNvSpPr txBox="1"/>
            <p:nvPr/>
          </p:nvSpPr>
          <p:spPr>
            <a:xfrm>
              <a:off x="811122" y="2621214"/>
              <a:ext cx="2859958" cy="11495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APP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跳转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H5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授权页面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一键授权关联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优化用户体验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提升营销转化</a:t>
              </a:r>
            </a:p>
          </p:txBody>
        </p:sp>
      </p:grpSp>
      <p:pic>
        <p:nvPicPr>
          <p:cNvPr id="47" name="图片 46">
            <a:extLst>
              <a:ext uri="{FF2B5EF4-FFF2-40B4-BE49-F238E27FC236}">
                <a16:creationId xmlns:a16="http://schemas.microsoft.com/office/drawing/2014/main" id="{FDF7D258-1937-22A9-99C7-58D02F6B03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128" y="1152830"/>
            <a:ext cx="2424751" cy="52107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077561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椭圆 41">
            <a:extLst>
              <a:ext uri="{FF2B5EF4-FFF2-40B4-BE49-F238E27FC236}">
                <a16:creationId xmlns:a16="http://schemas.microsoft.com/office/drawing/2014/main" id="{DB05D639-C4E7-B915-551B-5118AA913C6E}"/>
              </a:ext>
            </a:extLst>
          </p:cNvPr>
          <p:cNvSpPr/>
          <p:nvPr/>
        </p:nvSpPr>
        <p:spPr>
          <a:xfrm>
            <a:off x="4981599" y="3476334"/>
            <a:ext cx="691357" cy="691357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BF045016-56BD-8D80-5FFE-5AD9AF451476}"/>
              </a:ext>
            </a:extLst>
          </p:cNvPr>
          <p:cNvSpPr/>
          <p:nvPr/>
        </p:nvSpPr>
        <p:spPr>
          <a:xfrm>
            <a:off x="3675292" y="-749532"/>
            <a:ext cx="1681202" cy="1681202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BB6FE649-667D-8BC5-6271-9A6D206530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2400000">
            <a:off x="5767675" y="4064364"/>
            <a:ext cx="1591445" cy="3420000"/>
          </a:xfrm>
          <a:prstGeom prst="roundRect">
            <a:avLst>
              <a:gd name="adj" fmla="val 12311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E18B5C6-F025-7EF2-F909-1F8C4D7EF78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账号管理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68BF1DA-4463-F104-066C-E9855ED88983}"/>
              </a:ext>
            </a:extLst>
          </p:cNvPr>
          <p:cNvGrpSpPr/>
          <p:nvPr/>
        </p:nvGrpSpPr>
        <p:grpSpPr>
          <a:xfrm>
            <a:off x="573880" y="1364849"/>
            <a:ext cx="4155378" cy="1262012"/>
            <a:chOff x="5384406" y="2166989"/>
            <a:chExt cx="4155378" cy="1262012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97DD3F6-7847-FEDD-F7D4-A451D30CD8DE}"/>
                </a:ext>
              </a:extLst>
            </p:cNvPr>
            <p:cNvSpPr/>
            <p:nvPr/>
          </p:nvSpPr>
          <p:spPr>
            <a:xfrm>
              <a:off x="5637249" y="2166989"/>
              <a:ext cx="3902535" cy="1262011"/>
            </a:xfrm>
            <a:prstGeom prst="roundRect">
              <a:avLst>
                <a:gd name="adj" fmla="val 4970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dist="889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284787B-D42C-205D-97C1-93410E9312F3}"/>
                </a:ext>
              </a:extLst>
            </p:cNvPr>
            <p:cNvGrpSpPr/>
            <p:nvPr/>
          </p:nvGrpSpPr>
          <p:grpSpPr>
            <a:xfrm>
              <a:off x="5384406" y="2166989"/>
              <a:ext cx="396000" cy="1262012"/>
              <a:chOff x="-1502767" y="3241058"/>
              <a:chExt cx="1349431" cy="395398"/>
            </a:xfrm>
          </p:grpSpPr>
          <p:sp>
            <p:nvSpPr>
              <p:cNvPr id="8" name="矩形: 圆角 7">
                <a:extLst>
                  <a:ext uri="{FF2B5EF4-FFF2-40B4-BE49-F238E27FC236}">
                    <a16:creationId xmlns:a16="http://schemas.microsoft.com/office/drawing/2014/main" id="{2520602D-29D4-9AF9-903C-CAD5DC21B11E}"/>
                  </a:ext>
                </a:extLst>
              </p:cNvPr>
              <p:cNvSpPr/>
              <p:nvPr/>
            </p:nvSpPr>
            <p:spPr>
              <a:xfrm>
                <a:off x="-1502767" y="3241058"/>
                <a:ext cx="1349431" cy="395398"/>
              </a:xfrm>
              <a:prstGeom prst="roundRect">
                <a:avLst/>
              </a:prstGeom>
              <a:solidFill>
                <a:srgbClr val="1D78FA"/>
              </a:solidFill>
              <a:ln w="222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2530F0E3-1B7A-54A9-22D8-1FD4CE3FB6EC}"/>
                  </a:ext>
                </a:extLst>
              </p:cNvPr>
              <p:cNvSpPr txBox="1"/>
              <p:nvPr/>
            </p:nvSpPr>
            <p:spPr>
              <a:xfrm>
                <a:off x="-1419467" y="3257073"/>
                <a:ext cx="1182830" cy="3375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修改密码</a:t>
                </a:r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768B739-6002-4A64-3812-26DA34DC0A3F}"/>
                </a:ext>
              </a:extLst>
            </p:cNvPr>
            <p:cNvSpPr txBox="1"/>
            <p:nvPr/>
          </p:nvSpPr>
          <p:spPr>
            <a:xfrm>
              <a:off x="5984359" y="2218105"/>
              <a:ext cx="2859958" cy="11495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本机号码安全校验</a:t>
              </a:r>
              <a:endPara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保障密码修改安全操作</a:t>
              </a:r>
              <a:endPara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简化验证码操作等待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提升产品使用体验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69ABA3F-E0FE-C7C0-1446-44271755C694}"/>
              </a:ext>
            </a:extLst>
          </p:cNvPr>
          <p:cNvGrpSpPr/>
          <p:nvPr/>
        </p:nvGrpSpPr>
        <p:grpSpPr>
          <a:xfrm>
            <a:off x="573378" y="3070872"/>
            <a:ext cx="4155378" cy="1347260"/>
            <a:chOff x="5384406" y="2166984"/>
            <a:chExt cx="4155378" cy="1347260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25FECE17-D4A3-CFBD-BD27-D75B7079FBAE}"/>
                </a:ext>
              </a:extLst>
            </p:cNvPr>
            <p:cNvSpPr/>
            <p:nvPr/>
          </p:nvSpPr>
          <p:spPr>
            <a:xfrm>
              <a:off x="5637249" y="2166989"/>
              <a:ext cx="3902535" cy="1262011"/>
            </a:xfrm>
            <a:prstGeom prst="roundRect">
              <a:avLst>
                <a:gd name="adj" fmla="val 4970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dist="889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24F7508E-2D01-D867-8143-A3A29EAC6A31}"/>
                </a:ext>
              </a:extLst>
            </p:cNvPr>
            <p:cNvGrpSpPr/>
            <p:nvPr/>
          </p:nvGrpSpPr>
          <p:grpSpPr>
            <a:xfrm>
              <a:off x="5384406" y="2166984"/>
              <a:ext cx="396000" cy="1347260"/>
              <a:chOff x="-1502767" y="3241058"/>
              <a:chExt cx="1349431" cy="422107"/>
            </a:xfrm>
          </p:grpSpPr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id="{B986E4D3-C4F7-88B5-E7E5-79D0FABACF79}"/>
                  </a:ext>
                </a:extLst>
              </p:cNvPr>
              <p:cNvSpPr/>
              <p:nvPr/>
            </p:nvSpPr>
            <p:spPr>
              <a:xfrm>
                <a:off x="-1502767" y="3241058"/>
                <a:ext cx="1349431" cy="395398"/>
              </a:xfrm>
              <a:prstGeom prst="roundRect">
                <a:avLst/>
              </a:prstGeom>
              <a:solidFill>
                <a:srgbClr val="1D78FA"/>
              </a:solidFill>
              <a:ln w="222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D787F30-173D-EAC7-7D8E-17DE1C41FCDB}"/>
                  </a:ext>
                </a:extLst>
              </p:cNvPr>
              <p:cNvSpPr txBox="1"/>
              <p:nvPr/>
            </p:nvSpPr>
            <p:spPr>
              <a:xfrm>
                <a:off x="-1419467" y="3248521"/>
                <a:ext cx="1182831" cy="4146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换绑手机号</a:t>
                </a:r>
              </a:p>
            </p:txBody>
          </p: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5417DBC-E02E-C0F6-8311-D18D21D8D3AA}"/>
                </a:ext>
              </a:extLst>
            </p:cNvPr>
            <p:cNvSpPr txBox="1"/>
            <p:nvPr/>
          </p:nvSpPr>
          <p:spPr>
            <a:xfrm>
              <a:off x="5984359" y="2218105"/>
              <a:ext cx="2859958" cy="11495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一键绑定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/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更换为本机号码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高效识别用户身份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轻松提升用户黏性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更好更快更安全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E2C79BF-365B-EF73-C188-10B8A8F7CEB2}"/>
              </a:ext>
            </a:extLst>
          </p:cNvPr>
          <p:cNvGrpSpPr/>
          <p:nvPr/>
        </p:nvGrpSpPr>
        <p:grpSpPr>
          <a:xfrm>
            <a:off x="573880" y="4862145"/>
            <a:ext cx="4155378" cy="1262012"/>
            <a:chOff x="5384406" y="2166989"/>
            <a:chExt cx="4155378" cy="1262012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D0C85E5E-0E62-904F-482E-BFDE8E1397E7}"/>
                </a:ext>
              </a:extLst>
            </p:cNvPr>
            <p:cNvSpPr/>
            <p:nvPr/>
          </p:nvSpPr>
          <p:spPr>
            <a:xfrm>
              <a:off x="5637249" y="2166989"/>
              <a:ext cx="3902535" cy="1262011"/>
            </a:xfrm>
            <a:prstGeom prst="roundRect">
              <a:avLst>
                <a:gd name="adj" fmla="val 4970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dist="889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687686C-8EB0-60B7-68F9-41FA01B1594F}"/>
                </a:ext>
              </a:extLst>
            </p:cNvPr>
            <p:cNvGrpSpPr/>
            <p:nvPr/>
          </p:nvGrpSpPr>
          <p:grpSpPr>
            <a:xfrm>
              <a:off x="5384406" y="2166989"/>
              <a:ext cx="396000" cy="1262012"/>
              <a:chOff x="-1502767" y="3241058"/>
              <a:chExt cx="1349431" cy="395398"/>
            </a:xfrm>
          </p:grpSpPr>
          <p:sp>
            <p:nvSpPr>
              <p:cNvPr id="20" name="矩形: 圆角 19">
                <a:extLst>
                  <a:ext uri="{FF2B5EF4-FFF2-40B4-BE49-F238E27FC236}">
                    <a16:creationId xmlns:a16="http://schemas.microsoft.com/office/drawing/2014/main" id="{95D80C84-0A81-D725-31F6-390208D72C21}"/>
                  </a:ext>
                </a:extLst>
              </p:cNvPr>
              <p:cNvSpPr/>
              <p:nvPr/>
            </p:nvSpPr>
            <p:spPr>
              <a:xfrm>
                <a:off x="-1502767" y="3241058"/>
                <a:ext cx="1349431" cy="395398"/>
              </a:xfrm>
              <a:prstGeom prst="roundRect">
                <a:avLst/>
              </a:prstGeom>
              <a:solidFill>
                <a:srgbClr val="1D78FA"/>
              </a:solidFill>
              <a:ln w="222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F96EB32-53C5-FED1-C6D1-ECC4925C4A00}"/>
                  </a:ext>
                </a:extLst>
              </p:cNvPr>
              <p:cNvSpPr txBox="1"/>
              <p:nvPr/>
            </p:nvSpPr>
            <p:spPr>
              <a:xfrm>
                <a:off x="-1419467" y="3257073"/>
                <a:ext cx="1182831" cy="3375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注销账号</a:t>
                </a: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1258044-C671-A548-4883-0940CB5EBFFD}"/>
                </a:ext>
              </a:extLst>
            </p:cNvPr>
            <p:cNvSpPr txBox="1"/>
            <p:nvPr/>
          </p:nvSpPr>
          <p:spPr>
            <a:xfrm>
              <a:off x="5984359" y="2316593"/>
              <a:ext cx="2859958" cy="8802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本机号码身份校验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安全注销应用账号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提高账号管理保障</a:t>
              </a:r>
            </a:p>
          </p:txBody>
        </p:sp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7653A633-6823-377C-120D-17F657A0AE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2400000">
            <a:off x="10614370" y="-1730959"/>
            <a:ext cx="1591444" cy="3420000"/>
          </a:xfrm>
          <a:prstGeom prst="roundRect">
            <a:avLst>
              <a:gd name="adj" fmla="val 12937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2B5F033-A366-F463-3985-1D2D51B82F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2400000">
            <a:off x="10490437" y="1281791"/>
            <a:ext cx="1541189" cy="3312000"/>
          </a:xfrm>
          <a:prstGeom prst="roundRect">
            <a:avLst>
              <a:gd name="adj" fmla="val 11894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A60E6A00-D045-944F-CA8E-E09CB9CB51D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400000">
            <a:off x="10614371" y="4090141"/>
            <a:ext cx="1591444" cy="34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D4AE4BC0-0680-D47E-5C7C-31C540567A42}"/>
              </a:ext>
            </a:extLst>
          </p:cNvPr>
          <p:cNvGrpSpPr>
            <a:grpSpLocks noChangeAspect="1"/>
          </p:cNvGrpSpPr>
          <p:nvPr/>
        </p:nvGrpSpPr>
        <p:grpSpPr>
          <a:xfrm rot="18620198">
            <a:off x="7243025" y="5090561"/>
            <a:ext cx="3420000" cy="1594243"/>
            <a:chOff x="6576927" y="1130891"/>
            <a:chExt cx="4665123" cy="2174669"/>
          </a:xfrm>
        </p:grpSpPr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8618386B-BF7F-4434-A706-B662D5938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6200000">
              <a:off x="7822154" y="-114336"/>
              <a:ext cx="2174669" cy="4665123"/>
            </a:xfrm>
            <a:prstGeom prst="round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71DB0796-6B15-95C1-3AF5-5A64F90002F7}"/>
                </a:ext>
              </a:extLst>
            </p:cNvPr>
            <p:cNvSpPr/>
            <p:nvPr/>
          </p:nvSpPr>
          <p:spPr>
            <a:xfrm>
              <a:off x="6614785" y="1199098"/>
              <a:ext cx="4563251" cy="2047800"/>
            </a:xfrm>
            <a:prstGeom prst="roundRect">
              <a:avLst/>
            </a:prstGeom>
            <a:blipFill>
              <a:blip r:embed="rId7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C4108022-594D-86F6-8740-5F037FCD946E}"/>
              </a:ext>
            </a:extLst>
          </p:cNvPr>
          <p:cNvGrpSpPr>
            <a:grpSpLocks noChangeAspect="1"/>
          </p:cNvGrpSpPr>
          <p:nvPr/>
        </p:nvGrpSpPr>
        <p:grpSpPr>
          <a:xfrm rot="2400000">
            <a:off x="8155021" y="1071174"/>
            <a:ext cx="1624948" cy="3492000"/>
            <a:chOff x="306832" y="1329070"/>
            <a:chExt cx="2010244" cy="4320000"/>
          </a:xfrm>
        </p:grpSpPr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9DA1B57A-FAFD-A648-E7E6-6C72F429B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06832" y="1329070"/>
              <a:ext cx="2010244" cy="4320000"/>
            </a:xfrm>
            <a:prstGeom prst="round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0788CC14-E60B-81C4-1186-3DD9E1B8197F}"/>
                </a:ext>
              </a:extLst>
            </p:cNvPr>
            <p:cNvSpPr/>
            <p:nvPr/>
          </p:nvSpPr>
          <p:spPr>
            <a:xfrm>
              <a:off x="352553" y="1385154"/>
              <a:ext cx="1902968" cy="4199860"/>
            </a:xfrm>
            <a:prstGeom prst="roundRect">
              <a:avLst>
                <a:gd name="adj" fmla="val 15123"/>
              </a:avLst>
            </a:prstGeom>
            <a:blipFill>
              <a:blip r:embed="rId9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37701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E18B5C6-F025-7EF2-F909-1F8C4D7EF78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风险防控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6A6526B-107D-D19F-1053-7F530A0BFC6C}"/>
              </a:ext>
            </a:extLst>
          </p:cNvPr>
          <p:cNvGrpSpPr/>
          <p:nvPr/>
        </p:nvGrpSpPr>
        <p:grpSpPr>
          <a:xfrm>
            <a:off x="2623889" y="1453234"/>
            <a:ext cx="2948672" cy="1886538"/>
            <a:chOff x="777168" y="2084961"/>
            <a:chExt cx="2948672" cy="1886538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150E06C3-93C9-7DC1-C022-DB233F5D494B}"/>
                </a:ext>
              </a:extLst>
            </p:cNvPr>
            <p:cNvSpPr/>
            <p:nvPr/>
          </p:nvSpPr>
          <p:spPr>
            <a:xfrm>
              <a:off x="777168" y="2282660"/>
              <a:ext cx="2948672" cy="1688839"/>
            </a:xfrm>
            <a:prstGeom prst="roundRect">
              <a:avLst>
                <a:gd name="adj" fmla="val 4970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dist="889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097BAFE5-39EA-A24F-E9D0-20226B3EB32B}"/>
                </a:ext>
              </a:extLst>
            </p:cNvPr>
            <p:cNvGrpSpPr/>
            <p:nvPr/>
          </p:nvGrpSpPr>
          <p:grpSpPr>
            <a:xfrm>
              <a:off x="1448947" y="2084961"/>
              <a:ext cx="1489109" cy="395398"/>
              <a:chOff x="438751" y="3208360"/>
              <a:chExt cx="1301817" cy="395398"/>
            </a:xfrm>
          </p:grpSpPr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id="{B6468560-FD88-AC91-3939-8E7DA5636065}"/>
                  </a:ext>
                </a:extLst>
              </p:cNvPr>
              <p:cNvSpPr/>
              <p:nvPr/>
            </p:nvSpPr>
            <p:spPr>
              <a:xfrm>
                <a:off x="438751" y="3208360"/>
                <a:ext cx="1301817" cy="395398"/>
              </a:xfrm>
              <a:prstGeom prst="roundRect">
                <a:avLst/>
              </a:prstGeom>
              <a:solidFill>
                <a:srgbClr val="1D78FA"/>
              </a:solidFill>
              <a:ln w="222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6C838CD8-1229-F1D1-BA6D-0D55004FFFA1}"/>
                  </a:ext>
                </a:extLst>
              </p:cNvPr>
              <p:cNvSpPr txBox="1"/>
              <p:nvPr/>
            </p:nvSpPr>
            <p:spPr>
              <a:xfrm>
                <a:off x="559188" y="3236782"/>
                <a:ext cx="11253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交易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/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提现</a:t>
                </a:r>
              </a:p>
            </p:txBody>
          </p: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DE6B8CE-8ADD-803F-1585-D135E6584897}"/>
                </a:ext>
              </a:extLst>
            </p:cNvPr>
            <p:cNvSpPr txBox="1"/>
            <p:nvPr/>
          </p:nvSpPr>
          <p:spPr>
            <a:xfrm>
              <a:off x="821525" y="2621214"/>
              <a:ext cx="2859958" cy="11495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提现、付款、还款等交易场景，快速校验用户身份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后台校验，用户无感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保障环境安全防控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DA9C963-F569-14F0-3996-0E9E1950C6B6}"/>
              </a:ext>
            </a:extLst>
          </p:cNvPr>
          <p:cNvGrpSpPr/>
          <p:nvPr/>
        </p:nvGrpSpPr>
        <p:grpSpPr>
          <a:xfrm>
            <a:off x="5033208" y="4184191"/>
            <a:ext cx="2948672" cy="1886538"/>
            <a:chOff x="777168" y="2084961"/>
            <a:chExt cx="2948672" cy="1886538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DE6104C8-34C5-6625-3481-981F188701AB}"/>
                </a:ext>
              </a:extLst>
            </p:cNvPr>
            <p:cNvSpPr/>
            <p:nvPr/>
          </p:nvSpPr>
          <p:spPr>
            <a:xfrm>
              <a:off x="777168" y="2282660"/>
              <a:ext cx="2948672" cy="1688839"/>
            </a:xfrm>
            <a:prstGeom prst="roundRect">
              <a:avLst>
                <a:gd name="adj" fmla="val 4970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dist="889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04C01A40-442A-B136-699F-9715636FB895}"/>
                </a:ext>
              </a:extLst>
            </p:cNvPr>
            <p:cNvGrpSpPr/>
            <p:nvPr/>
          </p:nvGrpSpPr>
          <p:grpSpPr>
            <a:xfrm>
              <a:off x="1448947" y="2084961"/>
              <a:ext cx="1489109" cy="395398"/>
              <a:chOff x="438751" y="3208360"/>
              <a:chExt cx="1301817" cy="395398"/>
            </a:xfrm>
          </p:grpSpPr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67CCD940-0B7D-5E3B-43EA-EEE532AD86CE}"/>
                  </a:ext>
                </a:extLst>
              </p:cNvPr>
              <p:cNvSpPr/>
              <p:nvPr/>
            </p:nvSpPr>
            <p:spPr>
              <a:xfrm>
                <a:off x="438751" y="3208360"/>
                <a:ext cx="1301817" cy="395398"/>
              </a:xfrm>
              <a:prstGeom prst="roundRect">
                <a:avLst/>
              </a:prstGeom>
              <a:solidFill>
                <a:srgbClr val="1D78FA"/>
              </a:solidFill>
              <a:ln w="222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AE6AF8D-76AB-736B-41BF-9964A2994654}"/>
                  </a:ext>
                </a:extLst>
              </p:cNvPr>
              <p:cNvSpPr txBox="1"/>
              <p:nvPr/>
            </p:nvSpPr>
            <p:spPr>
              <a:xfrm>
                <a:off x="559188" y="3236782"/>
                <a:ext cx="11253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抽奖</a:t>
                </a:r>
              </a:p>
            </p:txBody>
          </p: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467E069-9C7A-0594-3F66-85A0C983AEFA}"/>
                </a:ext>
              </a:extLst>
            </p:cNvPr>
            <p:cNvSpPr txBox="1"/>
            <p:nvPr/>
          </p:nvSpPr>
          <p:spPr>
            <a:xfrm>
              <a:off x="821525" y="2713140"/>
              <a:ext cx="2859958" cy="8802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手机号一键快捷登录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简化使用流程</a:t>
              </a:r>
              <a:endPara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提升用户体验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8157004-8ED7-E4E8-F970-DEC32891967C}"/>
              </a:ext>
            </a:extLst>
          </p:cNvPr>
          <p:cNvGrpSpPr/>
          <p:nvPr/>
        </p:nvGrpSpPr>
        <p:grpSpPr>
          <a:xfrm>
            <a:off x="8997226" y="4184191"/>
            <a:ext cx="2948672" cy="1886538"/>
            <a:chOff x="777168" y="2084961"/>
            <a:chExt cx="2948672" cy="1886538"/>
          </a:xfrm>
        </p:grpSpPr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FD07A4A4-CC24-49E3-6021-0265D7B63185}"/>
                </a:ext>
              </a:extLst>
            </p:cNvPr>
            <p:cNvSpPr/>
            <p:nvPr/>
          </p:nvSpPr>
          <p:spPr>
            <a:xfrm>
              <a:off x="777168" y="2282660"/>
              <a:ext cx="2948672" cy="1688839"/>
            </a:xfrm>
            <a:prstGeom prst="roundRect">
              <a:avLst>
                <a:gd name="adj" fmla="val 4970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dist="889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6B78FA6A-0FCD-F8B3-9446-5B180767BCAD}"/>
                </a:ext>
              </a:extLst>
            </p:cNvPr>
            <p:cNvGrpSpPr/>
            <p:nvPr/>
          </p:nvGrpSpPr>
          <p:grpSpPr>
            <a:xfrm>
              <a:off x="1448947" y="2084961"/>
              <a:ext cx="1489109" cy="395398"/>
              <a:chOff x="438751" y="3208360"/>
              <a:chExt cx="1301817" cy="395398"/>
            </a:xfrm>
          </p:grpSpPr>
          <p:sp>
            <p:nvSpPr>
              <p:cNvPr id="30" name="矩形: 圆角 29">
                <a:extLst>
                  <a:ext uri="{FF2B5EF4-FFF2-40B4-BE49-F238E27FC236}">
                    <a16:creationId xmlns:a16="http://schemas.microsoft.com/office/drawing/2014/main" id="{7BF59D36-BD04-CDCD-8ACC-9F7BC11F113C}"/>
                  </a:ext>
                </a:extLst>
              </p:cNvPr>
              <p:cNvSpPr/>
              <p:nvPr/>
            </p:nvSpPr>
            <p:spPr>
              <a:xfrm>
                <a:off x="438751" y="3208360"/>
                <a:ext cx="1301817" cy="395398"/>
              </a:xfrm>
              <a:prstGeom prst="roundRect">
                <a:avLst/>
              </a:prstGeom>
              <a:solidFill>
                <a:srgbClr val="1D78FA"/>
              </a:solidFill>
              <a:ln w="222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85D3491-C66F-2A71-FBDF-3FF2E3A183F0}"/>
                  </a:ext>
                </a:extLst>
              </p:cNvPr>
              <p:cNvSpPr txBox="1"/>
              <p:nvPr/>
            </p:nvSpPr>
            <p:spPr>
              <a:xfrm>
                <a:off x="559188" y="3236782"/>
                <a:ext cx="112535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积分兑换</a:t>
                </a:r>
              </a:p>
            </p:txBody>
          </p:sp>
        </p:grp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D5FE44BC-4A01-9DAA-AAFE-D6B3A2A0C77F}"/>
                </a:ext>
              </a:extLst>
            </p:cNvPr>
            <p:cNvSpPr txBox="1"/>
            <p:nvPr/>
          </p:nvSpPr>
          <p:spPr>
            <a:xfrm>
              <a:off x="821525" y="2686958"/>
              <a:ext cx="2859958" cy="8802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一键登录快速参与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参与速度更快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用户使用体验更好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56C96D1-1371-1B27-D2C7-5CEA932F5123}"/>
              </a:ext>
            </a:extLst>
          </p:cNvPr>
          <p:cNvGrpSpPr/>
          <p:nvPr/>
        </p:nvGrpSpPr>
        <p:grpSpPr>
          <a:xfrm>
            <a:off x="6720333" y="1368595"/>
            <a:ext cx="2948672" cy="1886538"/>
            <a:chOff x="777168" y="2084961"/>
            <a:chExt cx="2948672" cy="1886538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889F4133-93C4-EE01-26CE-23C216B49037}"/>
                </a:ext>
              </a:extLst>
            </p:cNvPr>
            <p:cNvSpPr/>
            <p:nvPr/>
          </p:nvSpPr>
          <p:spPr>
            <a:xfrm>
              <a:off x="777168" y="2282660"/>
              <a:ext cx="2948672" cy="1688839"/>
            </a:xfrm>
            <a:prstGeom prst="roundRect">
              <a:avLst>
                <a:gd name="adj" fmla="val 4970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dist="889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6787749B-B3B8-7584-B295-8661B9F7ABAE}"/>
                </a:ext>
              </a:extLst>
            </p:cNvPr>
            <p:cNvGrpSpPr/>
            <p:nvPr/>
          </p:nvGrpSpPr>
          <p:grpSpPr>
            <a:xfrm>
              <a:off x="1448947" y="2084961"/>
              <a:ext cx="1543637" cy="395398"/>
              <a:chOff x="438751" y="3208360"/>
              <a:chExt cx="1349487" cy="395398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782F3632-8992-F3B6-66F3-CC5ECF5CC1E6}"/>
                  </a:ext>
                </a:extLst>
              </p:cNvPr>
              <p:cNvSpPr/>
              <p:nvPr/>
            </p:nvSpPr>
            <p:spPr>
              <a:xfrm>
                <a:off x="438751" y="3208360"/>
                <a:ext cx="1301817" cy="395398"/>
              </a:xfrm>
              <a:prstGeom prst="roundRect">
                <a:avLst/>
              </a:prstGeom>
              <a:solidFill>
                <a:srgbClr val="1D78FA"/>
              </a:solidFill>
              <a:ln w="222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45D4CCFB-32E6-60B5-1605-67F794ABE2AA}"/>
                  </a:ext>
                </a:extLst>
              </p:cNvPr>
              <p:cNvSpPr txBox="1"/>
              <p:nvPr/>
            </p:nvSpPr>
            <p:spPr>
              <a:xfrm>
                <a:off x="466665" y="3236782"/>
                <a:ext cx="132157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查看重要信息</a:t>
                </a:r>
              </a:p>
            </p:txBody>
          </p:sp>
        </p:grp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0BEC5D6-DE65-20EB-EAF2-8396EF0B6490}"/>
                </a:ext>
              </a:extLst>
            </p:cNvPr>
            <p:cNvSpPr txBox="1"/>
            <p:nvPr/>
          </p:nvSpPr>
          <p:spPr>
            <a:xfrm>
              <a:off x="821525" y="2621214"/>
              <a:ext cx="2859958" cy="11495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查看银行卡号等重要内容场景，无感调用本机号码校验</a:t>
              </a: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提升用户体验</a:t>
              </a:r>
              <a:endPara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  <a:p>
              <a:pPr marL="285750" indent="-285750">
                <a:lnSpc>
                  <a:spcPct val="125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保障使用环境安全</a:t>
              </a:r>
            </a:p>
          </p:txBody>
        </p:sp>
      </p:grpSp>
      <p:sp>
        <p:nvSpPr>
          <p:cNvPr id="38" name="椭圆 37">
            <a:extLst>
              <a:ext uri="{FF2B5EF4-FFF2-40B4-BE49-F238E27FC236}">
                <a16:creationId xmlns:a16="http://schemas.microsoft.com/office/drawing/2014/main" id="{3E7717E1-25C7-CEDC-5C42-D74DB941E45A}"/>
              </a:ext>
            </a:extLst>
          </p:cNvPr>
          <p:cNvSpPr/>
          <p:nvPr/>
        </p:nvSpPr>
        <p:spPr>
          <a:xfrm>
            <a:off x="-2413808" y="3130550"/>
            <a:ext cx="5754073" cy="5754073"/>
          </a:xfrm>
          <a:prstGeom prst="ellipse">
            <a:avLst/>
          </a:prstGeom>
          <a:solidFill>
            <a:srgbClr val="1D78FA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9EE557BC-4BA5-CA04-F16D-F4AE60DEFD9E}"/>
              </a:ext>
            </a:extLst>
          </p:cNvPr>
          <p:cNvSpPr/>
          <p:nvPr/>
        </p:nvSpPr>
        <p:spPr>
          <a:xfrm>
            <a:off x="-1871691" y="3672667"/>
            <a:ext cx="4669839" cy="4669839"/>
          </a:xfrm>
          <a:prstGeom prst="ellipse">
            <a:avLst/>
          </a:prstGeom>
          <a:gradFill flip="none" rotWithShape="1">
            <a:gsLst>
              <a:gs pos="0">
                <a:srgbClr val="1D78FA"/>
              </a:gs>
              <a:gs pos="100000">
                <a:srgbClr val="0C61DA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361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椭圆 62">
            <a:extLst>
              <a:ext uri="{FF2B5EF4-FFF2-40B4-BE49-F238E27FC236}">
                <a16:creationId xmlns:a16="http://schemas.microsoft.com/office/drawing/2014/main" id="{4141193A-236E-2071-9956-1D25C68FCD7A}"/>
              </a:ext>
            </a:extLst>
          </p:cNvPr>
          <p:cNvSpPr/>
          <p:nvPr/>
        </p:nvSpPr>
        <p:spPr>
          <a:xfrm>
            <a:off x="-1537912" y="-1007343"/>
            <a:ext cx="5754073" cy="5754073"/>
          </a:xfrm>
          <a:prstGeom prst="ellipse">
            <a:avLst/>
          </a:prstGeom>
          <a:solidFill>
            <a:srgbClr val="1D78FA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1D7880-33B0-4283-9E88-B7D29F71FDB4}"/>
              </a:ext>
            </a:extLst>
          </p:cNvPr>
          <p:cNvSpPr/>
          <p:nvPr/>
        </p:nvSpPr>
        <p:spPr>
          <a:xfrm>
            <a:off x="6601750" y="103725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产品介绍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50B37E-983C-4E59-A13D-D7B3B6D58423}"/>
              </a:ext>
            </a:extLst>
          </p:cNvPr>
          <p:cNvSpPr/>
          <p:nvPr/>
        </p:nvSpPr>
        <p:spPr>
          <a:xfrm>
            <a:off x="6656942" y="209005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应用场景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B73698-D95F-417B-BBA9-7764739A7C89}"/>
              </a:ext>
            </a:extLst>
          </p:cNvPr>
          <p:cNvSpPr/>
          <p:nvPr/>
        </p:nvSpPr>
        <p:spPr>
          <a:xfrm>
            <a:off x="6033890" y="4289150"/>
            <a:ext cx="14157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客户案例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18F70C-DD95-4262-82FC-BE81C80E8E1E}"/>
              </a:ext>
            </a:extLst>
          </p:cNvPr>
          <p:cNvSpPr/>
          <p:nvPr/>
        </p:nvSpPr>
        <p:spPr>
          <a:xfrm>
            <a:off x="6456652" y="3198167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solidFill>
                  <a:srgbClr val="1D78FA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产品优势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68B0D97-673D-4E2B-A895-804FD89312E6}"/>
              </a:ext>
            </a:extLst>
          </p:cNvPr>
          <p:cNvSpPr/>
          <p:nvPr/>
        </p:nvSpPr>
        <p:spPr>
          <a:xfrm>
            <a:off x="4916152" y="5364211"/>
            <a:ext cx="14771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公司概况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27229BF-B1EA-F160-9854-E1FF5857241F}"/>
              </a:ext>
            </a:extLst>
          </p:cNvPr>
          <p:cNvSpPr/>
          <p:nvPr/>
        </p:nvSpPr>
        <p:spPr>
          <a:xfrm>
            <a:off x="-995795" y="-465226"/>
            <a:ext cx="4669839" cy="4669839"/>
          </a:xfrm>
          <a:prstGeom prst="ellipse">
            <a:avLst/>
          </a:prstGeom>
          <a:gradFill flip="none" rotWithShape="1">
            <a:gsLst>
              <a:gs pos="0">
                <a:srgbClr val="1D78FA"/>
              </a:gs>
              <a:gs pos="100000">
                <a:srgbClr val="0C61DA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1170CE78-7AB8-D9E2-6B29-CFBC237FD82A}"/>
              </a:ext>
            </a:extLst>
          </p:cNvPr>
          <p:cNvSpPr/>
          <p:nvPr/>
        </p:nvSpPr>
        <p:spPr>
          <a:xfrm rot="5400000">
            <a:off x="-2269228" y="-1649238"/>
            <a:ext cx="7185379" cy="7185379"/>
          </a:xfrm>
          <a:prstGeom prst="ellipse">
            <a:avLst/>
          </a:prstGeom>
          <a:noFill/>
          <a:ln w="15875" cap="flat" cmpd="sng" algn="ctr">
            <a:gradFill>
              <a:gsLst>
                <a:gs pos="0">
                  <a:srgbClr val="1D78FA">
                    <a:alpha val="50000"/>
                  </a:srgbClr>
                </a:gs>
                <a:gs pos="100000">
                  <a:schemeClr val="accent1">
                    <a:lumMod val="100000"/>
                    <a:alpha val="5500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0B2464FD-6DEA-4C85-F149-0E973C82D18A}"/>
              </a:ext>
            </a:extLst>
          </p:cNvPr>
          <p:cNvSpPr/>
          <p:nvPr/>
        </p:nvSpPr>
        <p:spPr>
          <a:xfrm rot="5400000">
            <a:off x="-3359857" y="-2828035"/>
            <a:ext cx="9433766" cy="9433766"/>
          </a:xfrm>
          <a:prstGeom prst="ellipse">
            <a:avLst/>
          </a:prstGeom>
          <a:noFill/>
          <a:ln w="15875" cap="flat" cmpd="sng" algn="ctr">
            <a:gradFill>
              <a:gsLst>
                <a:gs pos="0">
                  <a:srgbClr val="1D78FA">
                    <a:alpha val="50000"/>
                  </a:srgbClr>
                </a:gs>
                <a:gs pos="100000">
                  <a:schemeClr val="accent1">
                    <a:lumMod val="100000"/>
                    <a:alpha val="8700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EB3390F8-A456-04F3-6D21-CE5CB26CDC93}"/>
              </a:ext>
            </a:extLst>
          </p:cNvPr>
          <p:cNvSpPr>
            <a:spLocks noChangeAspect="1"/>
          </p:cNvSpPr>
          <p:nvPr/>
        </p:nvSpPr>
        <p:spPr>
          <a:xfrm>
            <a:off x="5673890" y="908088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01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9EDCDDA5-4309-4A4E-A88C-42D92E319276}"/>
              </a:ext>
            </a:extLst>
          </p:cNvPr>
          <p:cNvGrpSpPr/>
          <p:nvPr/>
        </p:nvGrpSpPr>
        <p:grpSpPr>
          <a:xfrm>
            <a:off x="10444918" y="3564646"/>
            <a:ext cx="540000" cy="540000"/>
            <a:chOff x="13658850" y="3254376"/>
            <a:chExt cx="3821113" cy="3817938"/>
          </a:xfrm>
          <a:solidFill>
            <a:schemeClr val="bg1"/>
          </a:solidFill>
        </p:grpSpPr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3C8325D4-E2A5-48E5-9C24-894DB8F17F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58850" y="3254376"/>
              <a:ext cx="3821113" cy="3817938"/>
            </a:xfrm>
            <a:custGeom>
              <a:avLst/>
              <a:gdLst>
                <a:gd name="T0" fmla="*/ 1756 w 2048"/>
                <a:gd name="T1" fmla="*/ 228 h 2048"/>
                <a:gd name="T2" fmla="*/ 988 w 2048"/>
                <a:gd name="T3" fmla="*/ 0 h 2048"/>
                <a:gd name="T4" fmla="*/ 228 w 2048"/>
                <a:gd name="T5" fmla="*/ 292 h 2048"/>
                <a:gd name="T6" fmla="*/ 0 w 2048"/>
                <a:gd name="T7" fmla="*/ 1060 h 2048"/>
                <a:gd name="T8" fmla="*/ 292 w 2048"/>
                <a:gd name="T9" fmla="*/ 1820 h 2048"/>
                <a:gd name="T10" fmla="*/ 1060 w 2048"/>
                <a:gd name="T11" fmla="*/ 2048 h 2048"/>
                <a:gd name="T12" fmla="*/ 1820 w 2048"/>
                <a:gd name="T13" fmla="*/ 1756 h 2048"/>
                <a:gd name="T14" fmla="*/ 2048 w 2048"/>
                <a:gd name="T15" fmla="*/ 988 h 2048"/>
                <a:gd name="T16" fmla="*/ 1684 w 2048"/>
                <a:gd name="T17" fmla="*/ 364 h 2048"/>
                <a:gd name="T18" fmla="*/ 1848 w 2048"/>
                <a:gd name="T19" fmla="*/ 1056 h 2048"/>
                <a:gd name="T20" fmla="*/ 1850 w 2048"/>
                <a:gd name="T21" fmla="*/ 971 h 2048"/>
                <a:gd name="T22" fmla="*/ 1531 w 2048"/>
                <a:gd name="T23" fmla="*/ 562 h 2048"/>
                <a:gd name="T24" fmla="*/ 1486 w 2048"/>
                <a:gd name="T25" fmla="*/ 1441 h 2048"/>
                <a:gd name="T26" fmla="*/ 1375 w 2048"/>
                <a:gd name="T27" fmla="*/ 1056 h 2048"/>
                <a:gd name="T28" fmla="*/ 1295 w 2048"/>
                <a:gd name="T29" fmla="*/ 849 h 2048"/>
                <a:gd name="T30" fmla="*/ 1623 w 2048"/>
                <a:gd name="T31" fmla="*/ 992 h 2048"/>
                <a:gd name="T32" fmla="*/ 992 w 2048"/>
                <a:gd name="T33" fmla="*/ 1263 h 2048"/>
                <a:gd name="T34" fmla="*/ 1024 w 2048"/>
                <a:gd name="T35" fmla="*/ 989 h 2048"/>
                <a:gd name="T36" fmla="*/ 753 w 2048"/>
                <a:gd name="T37" fmla="*/ 849 h 2048"/>
                <a:gd name="T38" fmla="*/ 562 w 2048"/>
                <a:gd name="T39" fmla="*/ 607 h 2048"/>
                <a:gd name="T40" fmla="*/ 992 w 2048"/>
                <a:gd name="T41" fmla="*/ 712 h 2048"/>
                <a:gd name="T42" fmla="*/ 753 w 2048"/>
                <a:gd name="T43" fmla="*/ 1199 h 2048"/>
                <a:gd name="T44" fmla="*/ 737 w 2048"/>
                <a:gd name="T45" fmla="*/ 1056 h 2048"/>
                <a:gd name="T46" fmla="*/ 607 w 2048"/>
                <a:gd name="T47" fmla="*/ 1486 h 2048"/>
                <a:gd name="T48" fmla="*/ 1441 w 2048"/>
                <a:gd name="T49" fmla="*/ 562 h 2048"/>
                <a:gd name="T50" fmla="*/ 1056 w 2048"/>
                <a:gd name="T51" fmla="*/ 1263 h 2048"/>
                <a:gd name="T52" fmla="*/ 1441 w 2048"/>
                <a:gd name="T53" fmla="*/ 1486 h 2048"/>
                <a:gd name="T54" fmla="*/ 1329 w 2048"/>
                <a:gd name="T55" fmla="*/ 360 h 2048"/>
                <a:gd name="T56" fmla="*/ 1621 w 2048"/>
                <a:gd name="T57" fmla="*/ 284 h 2048"/>
                <a:gd name="T58" fmla="*/ 1077 w 2048"/>
                <a:gd name="T59" fmla="*/ 198 h 2048"/>
                <a:gd name="T60" fmla="*/ 988 w 2048"/>
                <a:gd name="T61" fmla="*/ 64 h 2048"/>
                <a:gd name="T62" fmla="*/ 971 w 2048"/>
                <a:gd name="T63" fmla="*/ 198 h 2048"/>
                <a:gd name="T64" fmla="*/ 924 w 2048"/>
                <a:gd name="T65" fmla="*/ 142 h 2048"/>
                <a:gd name="T66" fmla="*/ 924 w 2048"/>
                <a:gd name="T67" fmla="*/ 142 h 2048"/>
                <a:gd name="T68" fmla="*/ 428 w 2048"/>
                <a:gd name="T69" fmla="*/ 360 h 2048"/>
                <a:gd name="T70" fmla="*/ 381 w 2048"/>
                <a:gd name="T71" fmla="*/ 426 h 2048"/>
                <a:gd name="T72" fmla="*/ 292 w 2048"/>
                <a:gd name="T73" fmla="*/ 292 h 2048"/>
                <a:gd name="T74" fmla="*/ 142 w 2048"/>
                <a:gd name="T75" fmla="*/ 924 h 2048"/>
                <a:gd name="T76" fmla="*/ 296 w 2048"/>
                <a:gd name="T77" fmla="*/ 992 h 2048"/>
                <a:gd name="T78" fmla="*/ 200 w 2048"/>
                <a:gd name="T79" fmla="*/ 1056 h 2048"/>
                <a:gd name="T80" fmla="*/ 136 w 2048"/>
                <a:gd name="T81" fmla="*/ 988 h 2048"/>
                <a:gd name="T82" fmla="*/ 296 w 2048"/>
                <a:gd name="T83" fmla="*/ 1265 h 2048"/>
                <a:gd name="T84" fmla="*/ 292 w 2048"/>
                <a:gd name="T85" fmla="*/ 1684 h 2048"/>
                <a:gd name="T86" fmla="*/ 360 w 2048"/>
                <a:gd name="T87" fmla="*/ 1329 h 2048"/>
                <a:gd name="T88" fmla="*/ 428 w 2048"/>
                <a:gd name="T89" fmla="*/ 1688 h 2048"/>
                <a:gd name="T90" fmla="*/ 428 w 2048"/>
                <a:gd name="T91" fmla="*/ 1756 h 2048"/>
                <a:gd name="T92" fmla="*/ 873 w 2048"/>
                <a:gd name="T93" fmla="*/ 1752 h 2048"/>
                <a:gd name="T94" fmla="*/ 988 w 2048"/>
                <a:gd name="T95" fmla="*/ 1984 h 2048"/>
                <a:gd name="T96" fmla="*/ 1056 w 2048"/>
                <a:gd name="T97" fmla="*/ 1848 h 2048"/>
                <a:gd name="T98" fmla="*/ 1122 w 2048"/>
                <a:gd name="T99" fmla="*/ 1895 h 2048"/>
                <a:gd name="T100" fmla="*/ 1620 w 2048"/>
                <a:gd name="T101" fmla="*/ 1688 h 2048"/>
                <a:gd name="T102" fmla="*/ 1667 w 2048"/>
                <a:gd name="T103" fmla="*/ 1622 h 2048"/>
                <a:gd name="T104" fmla="*/ 1756 w 2048"/>
                <a:gd name="T105" fmla="*/ 1756 h 2048"/>
                <a:gd name="T106" fmla="*/ 1764 w 2048"/>
                <a:gd name="T107" fmla="*/ 1621 h 2048"/>
                <a:gd name="T108" fmla="*/ 1764 w 2048"/>
                <a:gd name="T109" fmla="*/ 1621 h 2048"/>
                <a:gd name="T110" fmla="*/ 1907 w 2048"/>
                <a:gd name="T111" fmla="*/ 924 h 2048"/>
                <a:gd name="T112" fmla="*/ 1984 w 2048"/>
                <a:gd name="T113" fmla="*/ 988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048" h="2048">
                  <a:moveTo>
                    <a:pt x="1984" y="924"/>
                  </a:moveTo>
                  <a:cubicBezTo>
                    <a:pt x="1973" y="924"/>
                    <a:pt x="1973" y="924"/>
                    <a:pt x="1973" y="924"/>
                  </a:cubicBezTo>
                  <a:cubicBezTo>
                    <a:pt x="1807" y="348"/>
                    <a:pt x="1819" y="386"/>
                    <a:pt x="1817" y="383"/>
                  </a:cubicBezTo>
                  <a:cubicBezTo>
                    <a:pt x="1821" y="371"/>
                    <a:pt x="1820" y="370"/>
                    <a:pt x="1820" y="292"/>
                  </a:cubicBezTo>
                  <a:cubicBezTo>
                    <a:pt x="1820" y="257"/>
                    <a:pt x="1791" y="228"/>
                    <a:pt x="1756" y="228"/>
                  </a:cubicBezTo>
                  <a:cubicBezTo>
                    <a:pt x="1678" y="228"/>
                    <a:pt x="1677" y="227"/>
                    <a:pt x="1665" y="231"/>
                  </a:cubicBezTo>
                  <a:cubicBezTo>
                    <a:pt x="1661" y="229"/>
                    <a:pt x="1700" y="240"/>
                    <a:pt x="1124" y="76"/>
                  </a:cubicBezTo>
                  <a:cubicBezTo>
                    <a:pt x="1124" y="64"/>
                    <a:pt x="1124" y="64"/>
                    <a:pt x="1124" y="64"/>
                  </a:cubicBezTo>
                  <a:cubicBezTo>
                    <a:pt x="1124" y="29"/>
                    <a:pt x="1095" y="0"/>
                    <a:pt x="1060" y="0"/>
                  </a:cubicBezTo>
                  <a:cubicBezTo>
                    <a:pt x="988" y="0"/>
                    <a:pt x="988" y="0"/>
                    <a:pt x="988" y="0"/>
                  </a:cubicBezTo>
                  <a:cubicBezTo>
                    <a:pt x="953" y="0"/>
                    <a:pt x="924" y="29"/>
                    <a:pt x="924" y="64"/>
                  </a:cubicBezTo>
                  <a:cubicBezTo>
                    <a:pt x="924" y="76"/>
                    <a:pt x="924" y="76"/>
                    <a:pt x="924" y="76"/>
                  </a:cubicBezTo>
                  <a:cubicBezTo>
                    <a:pt x="348" y="240"/>
                    <a:pt x="387" y="229"/>
                    <a:pt x="383" y="231"/>
                  </a:cubicBezTo>
                  <a:cubicBezTo>
                    <a:pt x="371" y="227"/>
                    <a:pt x="370" y="228"/>
                    <a:pt x="292" y="228"/>
                  </a:cubicBezTo>
                  <a:cubicBezTo>
                    <a:pt x="257" y="228"/>
                    <a:pt x="228" y="257"/>
                    <a:pt x="228" y="292"/>
                  </a:cubicBezTo>
                  <a:cubicBezTo>
                    <a:pt x="228" y="370"/>
                    <a:pt x="227" y="371"/>
                    <a:pt x="231" y="383"/>
                  </a:cubicBezTo>
                  <a:cubicBezTo>
                    <a:pt x="229" y="387"/>
                    <a:pt x="240" y="349"/>
                    <a:pt x="76" y="924"/>
                  </a:cubicBezTo>
                  <a:cubicBezTo>
                    <a:pt x="64" y="924"/>
                    <a:pt x="64" y="924"/>
                    <a:pt x="64" y="924"/>
                  </a:cubicBezTo>
                  <a:cubicBezTo>
                    <a:pt x="29" y="924"/>
                    <a:pt x="0" y="953"/>
                    <a:pt x="0" y="988"/>
                  </a:cubicBezTo>
                  <a:cubicBezTo>
                    <a:pt x="0" y="1060"/>
                    <a:pt x="0" y="1060"/>
                    <a:pt x="0" y="1060"/>
                  </a:cubicBezTo>
                  <a:cubicBezTo>
                    <a:pt x="0" y="1095"/>
                    <a:pt x="29" y="1124"/>
                    <a:pt x="64" y="1124"/>
                  </a:cubicBezTo>
                  <a:cubicBezTo>
                    <a:pt x="76" y="1124"/>
                    <a:pt x="76" y="1124"/>
                    <a:pt x="76" y="1124"/>
                  </a:cubicBezTo>
                  <a:cubicBezTo>
                    <a:pt x="241" y="1701"/>
                    <a:pt x="229" y="1661"/>
                    <a:pt x="231" y="1665"/>
                  </a:cubicBezTo>
                  <a:cubicBezTo>
                    <a:pt x="227" y="1677"/>
                    <a:pt x="228" y="1678"/>
                    <a:pt x="228" y="1756"/>
                  </a:cubicBezTo>
                  <a:cubicBezTo>
                    <a:pt x="228" y="1791"/>
                    <a:pt x="257" y="1820"/>
                    <a:pt x="292" y="1820"/>
                  </a:cubicBezTo>
                  <a:cubicBezTo>
                    <a:pt x="370" y="1820"/>
                    <a:pt x="371" y="1821"/>
                    <a:pt x="383" y="1817"/>
                  </a:cubicBezTo>
                  <a:cubicBezTo>
                    <a:pt x="387" y="1819"/>
                    <a:pt x="348" y="1808"/>
                    <a:pt x="924" y="1972"/>
                  </a:cubicBezTo>
                  <a:cubicBezTo>
                    <a:pt x="924" y="1984"/>
                    <a:pt x="924" y="1984"/>
                    <a:pt x="924" y="1984"/>
                  </a:cubicBezTo>
                  <a:cubicBezTo>
                    <a:pt x="924" y="2019"/>
                    <a:pt x="953" y="2048"/>
                    <a:pt x="988" y="2048"/>
                  </a:cubicBezTo>
                  <a:cubicBezTo>
                    <a:pt x="1060" y="2048"/>
                    <a:pt x="1060" y="2048"/>
                    <a:pt x="1060" y="2048"/>
                  </a:cubicBezTo>
                  <a:cubicBezTo>
                    <a:pt x="1095" y="2048"/>
                    <a:pt x="1124" y="2019"/>
                    <a:pt x="1124" y="1984"/>
                  </a:cubicBezTo>
                  <a:cubicBezTo>
                    <a:pt x="1124" y="1972"/>
                    <a:pt x="1124" y="1972"/>
                    <a:pt x="1124" y="1972"/>
                  </a:cubicBezTo>
                  <a:cubicBezTo>
                    <a:pt x="1700" y="1808"/>
                    <a:pt x="1661" y="1819"/>
                    <a:pt x="1665" y="1817"/>
                  </a:cubicBezTo>
                  <a:cubicBezTo>
                    <a:pt x="1677" y="1821"/>
                    <a:pt x="1678" y="1820"/>
                    <a:pt x="1756" y="1820"/>
                  </a:cubicBezTo>
                  <a:cubicBezTo>
                    <a:pt x="1791" y="1820"/>
                    <a:pt x="1820" y="1791"/>
                    <a:pt x="1820" y="1756"/>
                  </a:cubicBezTo>
                  <a:cubicBezTo>
                    <a:pt x="1820" y="1678"/>
                    <a:pt x="1821" y="1677"/>
                    <a:pt x="1817" y="1665"/>
                  </a:cubicBezTo>
                  <a:cubicBezTo>
                    <a:pt x="1819" y="1661"/>
                    <a:pt x="1807" y="1700"/>
                    <a:pt x="1973" y="1124"/>
                  </a:cubicBezTo>
                  <a:cubicBezTo>
                    <a:pt x="1984" y="1124"/>
                    <a:pt x="1984" y="1124"/>
                    <a:pt x="1984" y="1124"/>
                  </a:cubicBezTo>
                  <a:cubicBezTo>
                    <a:pt x="2019" y="1124"/>
                    <a:pt x="2048" y="1095"/>
                    <a:pt x="2048" y="1060"/>
                  </a:cubicBezTo>
                  <a:cubicBezTo>
                    <a:pt x="2048" y="988"/>
                    <a:pt x="2048" y="988"/>
                    <a:pt x="2048" y="988"/>
                  </a:cubicBezTo>
                  <a:cubicBezTo>
                    <a:pt x="2048" y="953"/>
                    <a:pt x="2019" y="924"/>
                    <a:pt x="1984" y="924"/>
                  </a:cubicBezTo>
                  <a:close/>
                  <a:moveTo>
                    <a:pt x="1684" y="292"/>
                  </a:moveTo>
                  <a:cubicBezTo>
                    <a:pt x="1756" y="292"/>
                    <a:pt x="1756" y="292"/>
                    <a:pt x="1756" y="292"/>
                  </a:cubicBezTo>
                  <a:cubicBezTo>
                    <a:pt x="1756" y="364"/>
                    <a:pt x="1756" y="364"/>
                    <a:pt x="1756" y="364"/>
                  </a:cubicBezTo>
                  <a:cubicBezTo>
                    <a:pt x="1684" y="364"/>
                    <a:pt x="1684" y="364"/>
                    <a:pt x="1684" y="364"/>
                  </a:cubicBezTo>
                  <a:lnTo>
                    <a:pt x="1684" y="292"/>
                  </a:lnTo>
                  <a:close/>
                  <a:moveTo>
                    <a:pt x="1850" y="1077"/>
                  </a:moveTo>
                  <a:cubicBezTo>
                    <a:pt x="1752" y="1175"/>
                    <a:pt x="1752" y="1175"/>
                    <a:pt x="1752" y="1175"/>
                  </a:cubicBezTo>
                  <a:cubicBezTo>
                    <a:pt x="1752" y="1056"/>
                    <a:pt x="1752" y="1056"/>
                    <a:pt x="1752" y="1056"/>
                  </a:cubicBezTo>
                  <a:cubicBezTo>
                    <a:pt x="1848" y="1056"/>
                    <a:pt x="1848" y="1056"/>
                    <a:pt x="1848" y="1056"/>
                  </a:cubicBezTo>
                  <a:cubicBezTo>
                    <a:pt x="1848" y="1062"/>
                    <a:pt x="1848" y="1068"/>
                    <a:pt x="1850" y="1077"/>
                  </a:cubicBezTo>
                  <a:close/>
                  <a:moveTo>
                    <a:pt x="1848" y="992"/>
                  </a:moveTo>
                  <a:cubicBezTo>
                    <a:pt x="1752" y="992"/>
                    <a:pt x="1752" y="992"/>
                    <a:pt x="1752" y="992"/>
                  </a:cubicBezTo>
                  <a:cubicBezTo>
                    <a:pt x="1752" y="873"/>
                    <a:pt x="1752" y="873"/>
                    <a:pt x="1752" y="873"/>
                  </a:cubicBezTo>
                  <a:cubicBezTo>
                    <a:pt x="1850" y="971"/>
                    <a:pt x="1850" y="971"/>
                    <a:pt x="1850" y="971"/>
                  </a:cubicBezTo>
                  <a:cubicBezTo>
                    <a:pt x="1848" y="980"/>
                    <a:pt x="1848" y="986"/>
                    <a:pt x="1848" y="992"/>
                  </a:cubicBezTo>
                  <a:close/>
                  <a:moveTo>
                    <a:pt x="1667" y="426"/>
                  </a:moveTo>
                  <a:cubicBezTo>
                    <a:pt x="1676" y="428"/>
                    <a:pt x="1682" y="428"/>
                    <a:pt x="1688" y="428"/>
                  </a:cubicBezTo>
                  <a:cubicBezTo>
                    <a:pt x="1688" y="719"/>
                    <a:pt x="1688" y="719"/>
                    <a:pt x="1688" y="719"/>
                  </a:cubicBezTo>
                  <a:cubicBezTo>
                    <a:pt x="1531" y="562"/>
                    <a:pt x="1531" y="562"/>
                    <a:pt x="1531" y="562"/>
                  </a:cubicBezTo>
                  <a:lnTo>
                    <a:pt x="1667" y="426"/>
                  </a:lnTo>
                  <a:close/>
                  <a:moveTo>
                    <a:pt x="1623" y="1056"/>
                  </a:moveTo>
                  <a:cubicBezTo>
                    <a:pt x="1688" y="1056"/>
                    <a:pt x="1688" y="1056"/>
                    <a:pt x="1688" y="1056"/>
                  </a:cubicBezTo>
                  <a:cubicBezTo>
                    <a:pt x="1688" y="1239"/>
                    <a:pt x="1688" y="1239"/>
                    <a:pt x="1688" y="1239"/>
                  </a:cubicBezTo>
                  <a:cubicBezTo>
                    <a:pt x="1486" y="1441"/>
                    <a:pt x="1486" y="1441"/>
                    <a:pt x="1486" y="1441"/>
                  </a:cubicBezTo>
                  <a:cubicBezTo>
                    <a:pt x="1263" y="1217"/>
                    <a:pt x="1263" y="1217"/>
                    <a:pt x="1263" y="1217"/>
                  </a:cubicBezTo>
                  <a:cubicBezTo>
                    <a:pt x="1295" y="1199"/>
                    <a:pt x="1295" y="1199"/>
                    <a:pt x="1295" y="1199"/>
                  </a:cubicBezTo>
                  <a:cubicBezTo>
                    <a:pt x="1305" y="1193"/>
                    <a:pt x="1311" y="1182"/>
                    <a:pt x="1311" y="1171"/>
                  </a:cubicBezTo>
                  <a:cubicBezTo>
                    <a:pt x="1311" y="1056"/>
                    <a:pt x="1311" y="1056"/>
                    <a:pt x="1311" y="1056"/>
                  </a:cubicBezTo>
                  <a:cubicBezTo>
                    <a:pt x="1375" y="1056"/>
                    <a:pt x="1375" y="1056"/>
                    <a:pt x="1375" y="1056"/>
                  </a:cubicBezTo>
                  <a:cubicBezTo>
                    <a:pt x="1392" y="1056"/>
                    <a:pt x="1407" y="1042"/>
                    <a:pt x="1407" y="1024"/>
                  </a:cubicBezTo>
                  <a:cubicBezTo>
                    <a:pt x="1407" y="1006"/>
                    <a:pt x="1392" y="992"/>
                    <a:pt x="1375" y="992"/>
                  </a:cubicBezTo>
                  <a:cubicBezTo>
                    <a:pt x="1311" y="992"/>
                    <a:pt x="1311" y="992"/>
                    <a:pt x="1311" y="992"/>
                  </a:cubicBezTo>
                  <a:cubicBezTo>
                    <a:pt x="1311" y="877"/>
                    <a:pt x="1311" y="877"/>
                    <a:pt x="1311" y="877"/>
                  </a:cubicBezTo>
                  <a:cubicBezTo>
                    <a:pt x="1311" y="866"/>
                    <a:pt x="1305" y="855"/>
                    <a:pt x="1295" y="849"/>
                  </a:cubicBezTo>
                  <a:cubicBezTo>
                    <a:pt x="1263" y="831"/>
                    <a:pt x="1263" y="831"/>
                    <a:pt x="1263" y="831"/>
                  </a:cubicBezTo>
                  <a:cubicBezTo>
                    <a:pt x="1486" y="607"/>
                    <a:pt x="1486" y="607"/>
                    <a:pt x="1486" y="607"/>
                  </a:cubicBezTo>
                  <a:cubicBezTo>
                    <a:pt x="1688" y="809"/>
                    <a:pt x="1688" y="809"/>
                    <a:pt x="1688" y="809"/>
                  </a:cubicBezTo>
                  <a:cubicBezTo>
                    <a:pt x="1688" y="992"/>
                    <a:pt x="1688" y="992"/>
                    <a:pt x="1688" y="992"/>
                  </a:cubicBezTo>
                  <a:cubicBezTo>
                    <a:pt x="1623" y="992"/>
                    <a:pt x="1623" y="992"/>
                    <a:pt x="1623" y="992"/>
                  </a:cubicBezTo>
                  <a:cubicBezTo>
                    <a:pt x="1605" y="992"/>
                    <a:pt x="1591" y="1006"/>
                    <a:pt x="1591" y="1024"/>
                  </a:cubicBezTo>
                  <a:cubicBezTo>
                    <a:pt x="1591" y="1042"/>
                    <a:pt x="1605" y="1056"/>
                    <a:pt x="1623" y="1056"/>
                  </a:cubicBezTo>
                  <a:close/>
                  <a:moveTo>
                    <a:pt x="898" y="990"/>
                  </a:moveTo>
                  <a:cubicBezTo>
                    <a:pt x="992" y="1044"/>
                    <a:pt x="992" y="1044"/>
                    <a:pt x="992" y="1044"/>
                  </a:cubicBezTo>
                  <a:cubicBezTo>
                    <a:pt x="992" y="1263"/>
                    <a:pt x="992" y="1263"/>
                    <a:pt x="992" y="1263"/>
                  </a:cubicBezTo>
                  <a:cubicBezTo>
                    <a:pt x="801" y="1153"/>
                    <a:pt x="801" y="1153"/>
                    <a:pt x="801" y="1153"/>
                  </a:cubicBezTo>
                  <a:cubicBezTo>
                    <a:pt x="801" y="895"/>
                    <a:pt x="801" y="895"/>
                    <a:pt x="801" y="895"/>
                  </a:cubicBezTo>
                  <a:cubicBezTo>
                    <a:pt x="1024" y="767"/>
                    <a:pt x="1024" y="767"/>
                    <a:pt x="1024" y="767"/>
                  </a:cubicBezTo>
                  <a:cubicBezTo>
                    <a:pt x="1216" y="878"/>
                    <a:pt x="1216" y="878"/>
                    <a:pt x="1216" y="878"/>
                  </a:cubicBezTo>
                  <a:cubicBezTo>
                    <a:pt x="1024" y="989"/>
                    <a:pt x="1024" y="989"/>
                    <a:pt x="1024" y="989"/>
                  </a:cubicBezTo>
                  <a:cubicBezTo>
                    <a:pt x="930" y="935"/>
                    <a:pt x="930" y="935"/>
                    <a:pt x="930" y="935"/>
                  </a:cubicBezTo>
                  <a:cubicBezTo>
                    <a:pt x="914" y="926"/>
                    <a:pt x="895" y="931"/>
                    <a:pt x="886" y="946"/>
                  </a:cubicBezTo>
                  <a:cubicBezTo>
                    <a:pt x="877" y="962"/>
                    <a:pt x="882" y="981"/>
                    <a:pt x="898" y="990"/>
                  </a:cubicBezTo>
                  <a:close/>
                  <a:moveTo>
                    <a:pt x="785" y="831"/>
                  </a:moveTo>
                  <a:cubicBezTo>
                    <a:pt x="753" y="849"/>
                    <a:pt x="753" y="849"/>
                    <a:pt x="753" y="849"/>
                  </a:cubicBezTo>
                  <a:cubicBezTo>
                    <a:pt x="743" y="855"/>
                    <a:pt x="737" y="866"/>
                    <a:pt x="737" y="877"/>
                  </a:cubicBezTo>
                  <a:cubicBezTo>
                    <a:pt x="737" y="992"/>
                    <a:pt x="737" y="992"/>
                    <a:pt x="737" y="992"/>
                  </a:cubicBezTo>
                  <a:cubicBezTo>
                    <a:pt x="360" y="992"/>
                    <a:pt x="360" y="992"/>
                    <a:pt x="360" y="992"/>
                  </a:cubicBezTo>
                  <a:cubicBezTo>
                    <a:pt x="360" y="809"/>
                    <a:pt x="360" y="809"/>
                    <a:pt x="360" y="809"/>
                  </a:cubicBezTo>
                  <a:cubicBezTo>
                    <a:pt x="562" y="607"/>
                    <a:pt x="562" y="607"/>
                    <a:pt x="562" y="607"/>
                  </a:cubicBezTo>
                  <a:lnTo>
                    <a:pt x="785" y="831"/>
                  </a:lnTo>
                  <a:close/>
                  <a:moveTo>
                    <a:pt x="607" y="562"/>
                  </a:moveTo>
                  <a:cubicBezTo>
                    <a:pt x="809" y="360"/>
                    <a:pt x="809" y="360"/>
                    <a:pt x="809" y="360"/>
                  </a:cubicBezTo>
                  <a:cubicBezTo>
                    <a:pt x="992" y="360"/>
                    <a:pt x="992" y="360"/>
                    <a:pt x="992" y="360"/>
                  </a:cubicBezTo>
                  <a:cubicBezTo>
                    <a:pt x="992" y="712"/>
                    <a:pt x="992" y="712"/>
                    <a:pt x="992" y="712"/>
                  </a:cubicBezTo>
                  <a:cubicBezTo>
                    <a:pt x="843" y="798"/>
                    <a:pt x="843" y="798"/>
                    <a:pt x="843" y="798"/>
                  </a:cubicBezTo>
                  <a:lnTo>
                    <a:pt x="607" y="562"/>
                  </a:lnTo>
                  <a:close/>
                  <a:moveTo>
                    <a:pt x="737" y="1056"/>
                  </a:moveTo>
                  <a:cubicBezTo>
                    <a:pt x="737" y="1171"/>
                    <a:pt x="737" y="1171"/>
                    <a:pt x="737" y="1171"/>
                  </a:cubicBezTo>
                  <a:cubicBezTo>
                    <a:pt x="737" y="1182"/>
                    <a:pt x="743" y="1193"/>
                    <a:pt x="753" y="1199"/>
                  </a:cubicBezTo>
                  <a:cubicBezTo>
                    <a:pt x="785" y="1217"/>
                    <a:pt x="785" y="1217"/>
                    <a:pt x="785" y="1217"/>
                  </a:cubicBezTo>
                  <a:cubicBezTo>
                    <a:pt x="562" y="1441"/>
                    <a:pt x="562" y="1441"/>
                    <a:pt x="562" y="1441"/>
                  </a:cubicBezTo>
                  <a:cubicBezTo>
                    <a:pt x="360" y="1239"/>
                    <a:pt x="360" y="1239"/>
                    <a:pt x="360" y="1239"/>
                  </a:cubicBezTo>
                  <a:cubicBezTo>
                    <a:pt x="360" y="1056"/>
                    <a:pt x="360" y="1056"/>
                    <a:pt x="360" y="1056"/>
                  </a:cubicBezTo>
                  <a:lnTo>
                    <a:pt x="737" y="1056"/>
                  </a:lnTo>
                  <a:close/>
                  <a:moveTo>
                    <a:pt x="843" y="1250"/>
                  </a:moveTo>
                  <a:cubicBezTo>
                    <a:pt x="992" y="1336"/>
                    <a:pt x="992" y="1336"/>
                    <a:pt x="992" y="1336"/>
                  </a:cubicBezTo>
                  <a:cubicBezTo>
                    <a:pt x="992" y="1688"/>
                    <a:pt x="992" y="1688"/>
                    <a:pt x="992" y="1688"/>
                  </a:cubicBezTo>
                  <a:cubicBezTo>
                    <a:pt x="809" y="1688"/>
                    <a:pt x="809" y="1688"/>
                    <a:pt x="809" y="1688"/>
                  </a:cubicBezTo>
                  <a:cubicBezTo>
                    <a:pt x="607" y="1486"/>
                    <a:pt x="607" y="1486"/>
                    <a:pt x="607" y="1486"/>
                  </a:cubicBezTo>
                  <a:lnTo>
                    <a:pt x="843" y="1250"/>
                  </a:lnTo>
                  <a:close/>
                  <a:moveTo>
                    <a:pt x="1056" y="712"/>
                  </a:moveTo>
                  <a:cubicBezTo>
                    <a:pt x="1056" y="360"/>
                    <a:pt x="1056" y="360"/>
                    <a:pt x="1056" y="360"/>
                  </a:cubicBezTo>
                  <a:cubicBezTo>
                    <a:pt x="1239" y="360"/>
                    <a:pt x="1239" y="360"/>
                    <a:pt x="1239" y="360"/>
                  </a:cubicBezTo>
                  <a:cubicBezTo>
                    <a:pt x="1441" y="562"/>
                    <a:pt x="1441" y="562"/>
                    <a:pt x="1441" y="562"/>
                  </a:cubicBezTo>
                  <a:cubicBezTo>
                    <a:pt x="1205" y="798"/>
                    <a:pt x="1205" y="798"/>
                    <a:pt x="1205" y="798"/>
                  </a:cubicBezTo>
                  <a:lnTo>
                    <a:pt x="1056" y="712"/>
                  </a:lnTo>
                  <a:close/>
                  <a:moveTo>
                    <a:pt x="1247" y="934"/>
                  </a:moveTo>
                  <a:cubicBezTo>
                    <a:pt x="1247" y="1153"/>
                    <a:pt x="1247" y="1153"/>
                    <a:pt x="1247" y="1153"/>
                  </a:cubicBezTo>
                  <a:cubicBezTo>
                    <a:pt x="1056" y="1263"/>
                    <a:pt x="1056" y="1263"/>
                    <a:pt x="1056" y="1263"/>
                  </a:cubicBezTo>
                  <a:cubicBezTo>
                    <a:pt x="1056" y="1044"/>
                    <a:pt x="1056" y="1044"/>
                    <a:pt x="1056" y="1044"/>
                  </a:cubicBezTo>
                  <a:lnTo>
                    <a:pt x="1247" y="934"/>
                  </a:lnTo>
                  <a:close/>
                  <a:moveTo>
                    <a:pt x="1056" y="1336"/>
                  </a:moveTo>
                  <a:cubicBezTo>
                    <a:pt x="1205" y="1250"/>
                    <a:pt x="1205" y="1250"/>
                    <a:pt x="1205" y="1250"/>
                  </a:cubicBezTo>
                  <a:cubicBezTo>
                    <a:pt x="1441" y="1486"/>
                    <a:pt x="1441" y="1486"/>
                    <a:pt x="1441" y="1486"/>
                  </a:cubicBezTo>
                  <a:cubicBezTo>
                    <a:pt x="1239" y="1688"/>
                    <a:pt x="1239" y="1688"/>
                    <a:pt x="1239" y="1688"/>
                  </a:cubicBezTo>
                  <a:cubicBezTo>
                    <a:pt x="1056" y="1688"/>
                    <a:pt x="1056" y="1688"/>
                    <a:pt x="1056" y="1688"/>
                  </a:cubicBezTo>
                  <a:lnTo>
                    <a:pt x="1056" y="1336"/>
                  </a:lnTo>
                  <a:close/>
                  <a:moveTo>
                    <a:pt x="1486" y="517"/>
                  </a:moveTo>
                  <a:cubicBezTo>
                    <a:pt x="1329" y="360"/>
                    <a:pt x="1329" y="360"/>
                    <a:pt x="1329" y="360"/>
                  </a:cubicBezTo>
                  <a:cubicBezTo>
                    <a:pt x="1620" y="360"/>
                    <a:pt x="1620" y="360"/>
                    <a:pt x="1620" y="360"/>
                  </a:cubicBezTo>
                  <a:cubicBezTo>
                    <a:pt x="1620" y="366"/>
                    <a:pt x="1620" y="372"/>
                    <a:pt x="1622" y="381"/>
                  </a:cubicBezTo>
                  <a:lnTo>
                    <a:pt x="1486" y="517"/>
                  </a:lnTo>
                  <a:close/>
                  <a:moveTo>
                    <a:pt x="1124" y="142"/>
                  </a:moveTo>
                  <a:cubicBezTo>
                    <a:pt x="1621" y="284"/>
                    <a:pt x="1621" y="284"/>
                    <a:pt x="1621" y="284"/>
                  </a:cubicBezTo>
                  <a:cubicBezTo>
                    <a:pt x="1620" y="287"/>
                    <a:pt x="1620" y="289"/>
                    <a:pt x="1620" y="292"/>
                  </a:cubicBezTo>
                  <a:cubicBezTo>
                    <a:pt x="1620" y="298"/>
                    <a:pt x="1659" y="296"/>
                    <a:pt x="1265" y="296"/>
                  </a:cubicBezTo>
                  <a:cubicBezTo>
                    <a:pt x="1122" y="153"/>
                    <a:pt x="1122" y="153"/>
                    <a:pt x="1122" y="153"/>
                  </a:cubicBezTo>
                  <a:cubicBezTo>
                    <a:pt x="1123" y="149"/>
                    <a:pt x="1123" y="146"/>
                    <a:pt x="1124" y="142"/>
                  </a:cubicBezTo>
                  <a:close/>
                  <a:moveTo>
                    <a:pt x="1077" y="198"/>
                  </a:moveTo>
                  <a:cubicBezTo>
                    <a:pt x="1175" y="296"/>
                    <a:pt x="1175" y="296"/>
                    <a:pt x="1175" y="296"/>
                  </a:cubicBezTo>
                  <a:cubicBezTo>
                    <a:pt x="1056" y="296"/>
                    <a:pt x="1056" y="296"/>
                    <a:pt x="1056" y="296"/>
                  </a:cubicBezTo>
                  <a:cubicBezTo>
                    <a:pt x="1056" y="200"/>
                    <a:pt x="1056" y="200"/>
                    <a:pt x="1056" y="200"/>
                  </a:cubicBezTo>
                  <a:cubicBezTo>
                    <a:pt x="1062" y="200"/>
                    <a:pt x="1068" y="200"/>
                    <a:pt x="1077" y="198"/>
                  </a:cubicBezTo>
                  <a:close/>
                  <a:moveTo>
                    <a:pt x="988" y="64"/>
                  </a:moveTo>
                  <a:cubicBezTo>
                    <a:pt x="1060" y="64"/>
                    <a:pt x="1060" y="64"/>
                    <a:pt x="1060" y="64"/>
                  </a:cubicBezTo>
                  <a:cubicBezTo>
                    <a:pt x="1060" y="136"/>
                    <a:pt x="1060" y="136"/>
                    <a:pt x="1060" y="136"/>
                  </a:cubicBezTo>
                  <a:cubicBezTo>
                    <a:pt x="988" y="136"/>
                    <a:pt x="988" y="136"/>
                    <a:pt x="988" y="136"/>
                  </a:cubicBezTo>
                  <a:cubicBezTo>
                    <a:pt x="988" y="63"/>
                    <a:pt x="988" y="64"/>
                    <a:pt x="988" y="64"/>
                  </a:cubicBezTo>
                  <a:close/>
                  <a:moveTo>
                    <a:pt x="971" y="198"/>
                  </a:moveTo>
                  <a:cubicBezTo>
                    <a:pt x="980" y="200"/>
                    <a:pt x="986" y="200"/>
                    <a:pt x="992" y="200"/>
                  </a:cubicBezTo>
                  <a:cubicBezTo>
                    <a:pt x="992" y="296"/>
                    <a:pt x="992" y="296"/>
                    <a:pt x="992" y="296"/>
                  </a:cubicBezTo>
                  <a:cubicBezTo>
                    <a:pt x="873" y="296"/>
                    <a:pt x="873" y="296"/>
                    <a:pt x="873" y="296"/>
                  </a:cubicBezTo>
                  <a:lnTo>
                    <a:pt x="971" y="198"/>
                  </a:lnTo>
                  <a:close/>
                  <a:moveTo>
                    <a:pt x="924" y="142"/>
                  </a:moveTo>
                  <a:cubicBezTo>
                    <a:pt x="925" y="146"/>
                    <a:pt x="925" y="149"/>
                    <a:pt x="926" y="153"/>
                  </a:cubicBezTo>
                  <a:cubicBezTo>
                    <a:pt x="783" y="296"/>
                    <a:pt x="783" y="296"/>
                    <a:pt x="783" y="296"/>
                  </a:cubicBezTo>
                  <a:cubicBezTo>
                    <a:pt x="388" y="296"/>
                    <a:pt x="428" y="298"/>
                    <a:pt x="428" y="292"/>
                  </a:cubicBezTo>
                  <a:cubicBezTo>
                    <a:pt x="428" y="289"/>
                    <a:pt x="428" y="287"/>
                    <a:pt x="427" y="284"/>
                  </a:cubicBezTo>
                  <a:lnTo>
                    <a:pt x="924" y="142"/>
                  </a:lnTo>
                  <a:close/>
                  <a:moveTo>
                    <a:pt x="428" y="360"/>
                  </a:moveTo>
                  <a:cubicBezTo>
                    <a:pt x="719" y="360"/>
                    <a:pt x="719" y="360"/>
                    <a:pt x="719" y="360"/>
                  </a:cubicBezTo>
                  <a:cubicBezTo>
                    <a:pt x="562" y="517"/>
                    <a:pt x="562" y="517"/>
                    <a:pt x="562" y="517"/>
                  </a:cubicBezTo>
                  <a:cubicBezTo>
                    <a:pt x="426" y="381"/>
                    <a:pt x="426" y="381"/>
                    <a:pt x="426" y="381"/>
                  </a:cubicBezTo>
                  <a:cubicBezTo>
                    <a:pt x="428" y="372"/>
                    <a:pt x="428" y="366"/>
                    <a:pt x="428" y="360"/>
                  </a:cubicBezTo>
                  <a:close/>
                  <a:moveTo>
                    <a:pt x="381" y="426"/>
                  </a:moveTo>
                  <a:cubicBezTo>
                    <a:pt x="517" y="562"/>
                    <a:pt x="517" y="562"/>
                    <a:pt x="517" y="562"/>
                  </a:cubicBezTo>
                  <a:cubicBezTo>
                    <a:pt x="360" y="719"/>
                    <a:pt x="360" y="719"/>
                    <a:pt x="360" y="719"/>
                  </a:cubicBezTo>
                  <a:cubicBezTo>
                    <a:pt x="360" y="428"/>
                    <a:pt x="360" y="428"/>
                    <a:pt x="360" y="428"/>
                  </a:cubicBezTo>
                  <a:cubicBezTo>
                    <a:pt x="366" y="428"/>
                    <a:pt x="372" y="428"/>
                    <a:pt x="381" y="426"/>
                  </a:cubicBezTo>
                  <a:close/>
                  <a:moveTo>
                    <a:pt x="292" y="292"/>
                  </a:moveTo>
                  <a:cubicBezTo>
                    <a:pt x="364" y="292"/>
                    <a:pt x="364" y="292"/>
                    <a:pt x="364" y="292"/>
                  </a:cubicBezTo>
                  <a:cubicBezTo>
                    <a:pt x="364" y="364"/>
                    <a:pt x="364" y="364"/>
                    <a:pt x="364" y="364"/>
                  </a:cubicBezTo>
                  <a:cubicBezTo>
                    <a:pt x="292" y="364"/>
                    <a:pt x="292" y="364"/>
                    <a:pt x="292" y="364"/>
                  </a:cubicBezTo>
                  <a:cubicBezTo>
                    <a:pt x="292" y="292"/>
                    <a:pt x="292" y="292"/>
                    <a:pt x="292" y="292"/>
                  </a:cubicBezTo>
                  <a:close/>
                  <a:moveTo>
                    <a:pt x="284" y="427"/>
                  </a:moveTo>
                  <a:cubicBezTo>
                    <a:pt x="289" y="428"/>
                    <a:pt x="291" y="428"/>
                    <a:pt x="296" y="428"/>
                  </a:cubicBezTo>
                  <a:cubicBezTo>
                    <a:pt x="296" y="783"/>
                    <a:pt x="296" y="783"/>
                    <a:pt x="296" y="783"/>
                  </a:cubicBezTo>
                  <a:cubicBezTo>
                    <a:pt x="153" y="926"/>
                    <a:pt x="153" y="926"/>
                    <a:pt x="153" y="926"/>
                  </a:cubicBezTo>
                  <a:cubicBezTo>
                    <a:pt x="149" y="925"/>
                    <a:pt x="146" y="925"/>
                    <a:pt x="142" y="924"/>
                  </a:cubicBezTo>
                  <a:lnTo>
                    <a:pt x="284" y="427"/>
                  </a:lnTo>
                  <a:close/>
                  <a:moveTo>
                    <a:pt x="200" y="992"/>
                  </a:moveTo>
                  <a:cubicBezTo>
                    <a:pt x="200" y="986"/>
                    <a:pt x="200" y="980"/>
                    <a:pt x="198" y="971"/>
                  </a:cubicBezTo>
                  <a:cubicBezTo>
                    <a:pt x="296" y="873"/>
                    <a:pt x="296" y="873"/>
                    <a:pt x="296" y="873"/>
                  </a:cubicBezTo>
                  <a:cubicBezTo>
                    <a:pt x="296" y="992"/>
                    <a:pt x="296" y="992"/>
                    <a:pt x="296" y="992"/>
                  </a:cubicBezTo>
                  <a:lnTo>
                    <a:pt x="200" y="992"/>
                  </a:lnTo>
                  <a:close/>
                  <a:moveTo>
                    <a:pt x="296" y="1056"/>
                  </a:moveTo>
                  <a:cubicBezTo>
                    <a:pt x="296" y="1175"/>
                    <a:pt x="296" y="1175"/>
                    <a:pt x="296" y="1175"/>
                  </a:cubicBezTo>
                  <a:cubicBezTo>
                    <a:pt x="198" y="1077"/>
                    <a:pt x="198" y="1077"/>
                    <a:pt x="198" y="1077"/>
                  </a:cubicBezTo>
                  <a:cubicBezTo>
                    <a:pt x="200" y="1068"/>
                    <a:pt x="200" y="1062"/>
                    <a:pt x="200" y="1056"/>
                  </a:cubicBezTo>
                  <a:lnTo>
                    <a:pt x="296" y="1056"/>
                  </a:lnTo>
                  <a:close/>
                  <a:moveTo>
                    <a:pt x="136" y="1060"/>
                  </a:moveTo>
                  <a:cubicBezTo>
                    <a:pt x="112" y="1060"/>
                    <a:pt x="91" y="1060"/>
                    <a:pt x="64" y="1060"/>
                  </a:cubicBezTo>
                  <a:cubicBezTo>
                    <a:pt x="64" y="988"/>
                    <a:pt x="64" y="988"/>
                    <a:pt x="64" y="988"/>
                  </a:cubicBezTo>
                  <a:cubicBezTo>
                    <a:pt x="136" y="988"/>
                    <a:pt x="136" y="988"/>
                    <a:pt x="136" y="988"/>
                  </a:cubicBezTo>
                  <a:lnTo>
                    <a:pt x="136" y="1060"/>
                  </a:lnTo>
                  <a:close/>
                  <a:moveTo>
                    <a:pt x="284" y="1621"/>
                  </a:moveTo>
                  <a:cubicBezTo>
                    <a:pt x="142" y="1124"/>
                    <a:pt x="142" y="1124"/>
                    <a:pt x="142" y="1124"/>
                  </a:cubicBezTo>
                  <a:cubicBezTo>
                    <a:pt x="146" y="1123"/>
                    <a:pt x="149" y="1123"/>
                    <a:pt x="153" y="1122"/>
                  </a:cubicBezTo>
                  <a:cubicBezTo>
                    <a:pt x="296" y="1265"/>
                    <a:pt x="296" y="1265"/>
                    <a:pt x="296" y="1265"/>
                  </a:cubicBezTo>
                  <a:cubicBezTo>
                    <a:pt x="296" y="1620"/>
                    <a:pt x="296" y="1620"/>
                    <a:pt x="296" y="1620"/>
                  </a:cubicBezTo>
                  <a:cubicBezTo>
                    <a:pt x="291" y="1620"/>
                    <a:pt x="289" y="1620"/>
                    <a:pt x="284" y="1621"/>
                  </a:cubicBezTo>
                  <a:close/>
                  <a:moveTo>
                    <a:pt x="364" y="1756"/>
                  </a:moveTo>
                  <a:cubicBezTo>
                    <a:pt x="292" y="1756"/>
                    <a:pt x="292" y="1756"/>
                    <a:pt x="292" y="1756"/>
                  </a:cubicBezTo>
                  <a:cubicBezTo>
                    <a:pt x="292" y="1684"/>
                    <a:pt x="292" y="1684"/>
                    <a:pt x="292" y="1684"/>
                  </a:cubicBezTo>
                  <a:cubicBezTo>
                    <a:pt x="364" y="1684"/>
                    <a:pt x="364" y="1684"/>
                    <a:pt x="364" y="1684"/>
                  </a:cubicBezTo>
                  <a:cubicBezTo>
                    <a:pt x="364" y="1754"/>
                    <a:pt x="364" y="1756"/>
                    <a:pt x="364" y="1756"/>
                  </a:cubicBezTo>
                  <a:close/>
                  <a:moveTo>
                    <a:pt x="381" y="1622"/>
                  </a:moveTo>
                  <a:cubicBezTo>
                    <a:pt x="372" y="1620"/>
                    <a:pt x="366" y="1620"/>
                    <a:pt x="360" y="1620"/>
                  </a:cubicBezTo>
                  <a:cubicBezTo>
                    <a:pt x="360" y="1329"/>
                    <a:pt x="360" y="1329"/>
                    <a:pt x="360" y="1329"/>
                  </a:cubicBezTo>
                  <a:cubicBezTo>
                    <a:pt x="517" y="1486"/>
                    <a:pt x="517" y="1486"/>
                    <a:pt x="517" y="1486"/>
                  </a:cubicBezTo>
                  <a:lnTo>
                    <a:pt x="381" y="1622"/>
                  </a:lnTo>
                  <a:close/>
                  <a:moveTo>
                    <a:pt x="562" y="1531"/>
                  </a:moveTo>
                  <a:cubicBezTo>
                    <a:pt x="719" y="1688"/>
                    <a:pt x="719" y="1688"/>
                    <a:pt x="719" y="1688"/>
                  </a:cubicBezTo>
                  <a:cubicBezTo>
                    <a:pt x="428" y="1688"/>
                    <a:pt x="428" y="1688"/>
                    <a:pt x="428" y="1688"/>
                  </a:cubicBezTo>
                  <a:cubicBezTo>
                    <a:pt x="428" y="1682"/>
                    <a:pt x="428" y="1676"/>
                    <a:pt x="426" y="1667"/>
                  </a:cubicBezTo>
                  <a:lnTo>
                    <a:pt x="562" y="1531"/>
                  </a:lnTo>
                  <a:close/>
                  <a:moveTo>
                    <a:pt x="924" y="1906"/>
                  </a:moveTo>
                  <a:cubicBezTo>
                    <a:pt x="427" y="1764"/>
                    <a:pt x="427" y="1764"/>
                    <a:pt x="427" y="1764"/>
                  </a:cubicBezTo>
                  <a:cubicBezTo>
                    <a:pt x="428" y="1761"/>
                    <a:pt x="428" y="1759"/>
                    <a:pt x="428" y="1756"/>
                  </a:cubicBezTo>
                  <a:cubicBezTo>
                    <a:pt x="428" y="1750"/>
                    <a:pt x="389" y="1752"/>
                    <a:pt x="783" y="1752"/>
                  </a:cubicBezTo>
                  <a:cubicBezTo>
                    <a:pt x="926" y="1895"/>
                    <a:pt x="926" y="1895"/>
                    <a:pt x="926" y="1895"/>
                  </a:cubicBezTo>
                  <a:cubicBezTo>
                    <a:pt x="925" y="1899"/>
                    <a:pt x="925" y="1902"/>
                    <a:pt x="924" y="1906"/>
                  </a:cubicBezTo>
                  <a:close/>
                  <a:moveTo>
                    <a:pt x="971" y="1850"/>
                  </a:moveTo>
                  <a:cubicBezTo>
                    <a:pt x="873" y="1752"/>
                    <a:pt x="873" y="1752"/>
                    <a:pt x="873" y="1752"/>
                  </a:cubicBezTo>
                  <a:cubicBezTo>
                    <a:pt x="992" y="1752"/>
                    <a:pt x="992" y="1752"/>
                    <a:pt x="992" y="1752"/>
                  </a:cubicBezTo>
                  <a:cubicBezTo>
                    <a:pt x="992" y="1848"/>
                    <a:pt x="992" y="1848"/>
                    <a:pt x="992" y="1848"/>
                  </a:cubicBezTo>
                  <a:cubicBezTo>
                    <a:pt x="986" y="1848"/>
                    <a:pt x="980" y="1848"/>
                    <a:pt x="971" y="1850"/>
                  </a:cubicBezTo>
                  <a:close/>
                  <a:moveTo>
                    <a:pt x="1060" y="1984"/>
                  </a:moveTo>
                  <a:cubicBezTo>
                    <a:pt x="988" y="1984"/>
                    <a:pt x="988" y="1984"/>
                    <a:pt x="988" y="1984"/>
                  </a:cubicBezTo>
                  <a:cubicBezTo>
                    <a:pt x="988" y="1912"/>
                    <a:pt x="988" y="1912"/>
                    <a:pt x="988" y="1912"/>
                  </a:cubicBezTo>
                  <a:cubicBezTo>
                    <a:pt x="1060" y="1912"/>
                    <a:pt x="1060" y="1912"/>
                    <a:pt x="1060" y="1912"/>
                  </a:cubicBezTo>
                  <a:cubicBezTo>
                    <a:pt x="1060" y="1985"/>
                    <a:pt x="1060" y="1984"/>
                    <a:pt x="1060" y="1984"/>
                  </a:cubicBezTo>
                  <a:close/>
                  <a:moveTo>
                    <a:pt x="1077" y="1850"/>
                  </a:moveTo>
                  <a:cubicBezTo>
                    <a:pt x="1068" y="1848"/>
                    <a:pt x="1062" y="1848"/>
                    <a:pt x="1056" y="1848"/>
                  </a:cubicBezTo>
                  <a:cubicBezTo>
                    <a:pt x="1056" y="1752"/>
                    <a:pt x="1056" y="1752"/>
                    <a:pt x="1056" y="1752"/>
                  </a:cubicBezTo>
                  <a:cubicBezTo>
                    <a:pt x="1175" y="1752"/>
                    <a:pt x="1175" y="1752"/>
                    <a:pt x="1175" y="1752"/>
                  </a:cubicBezTo>
                  <a:lnTo>
                    <a:pt x="1077" y="1850"/>
                  </a:lnTo>
                  <a:close/>
                  <a:moveTo>
                    <a:pt x="1124" y="1906"/>
                  </a:moveTo>
                  <a:cubicBezTo>
                    <a:pt x="1123" y="1902"/>
                    <a:pt x="1123" y="1899"/>
                    <a:pt x="1122" y="1895"/>
                  </a:cubicBezTo>
                  <a:cubicBezTo>
                    <a:pt x="1265" y="1752"/>
                    <a:pt x="1265" y="1752"/>
                    <a:pt x="1265" y="1752"/>
                  </a:cubicBezTo>
                  <a:cubicBezTo>
                    <a:pt x="1660" y="1752"/>
                    <a:pt x="1620" y="1750"/>
                    <a:pt x="1620" y="1756"/>
                  </a:cubicBezTo>
                  <a:cubicBezTo>
                    <a:pt x="1620" y="1759"/>
                    <a:pt x="1620" y="1761"/>
                    <a:pt x="1621" y="1764"/>
                  </a:cubicBezTo>
                  <a:lnTo>
                    <a:pt x="1124" y="1906"/>
                  </a:lnTo>
                  <a:close/>
                  <a:moveTo>
                    <a:pt x="1620" y="1688"/>
                  </a:moveTo>
                  <a:cubicBezTo>
                    <a:pt x="1329" y="1688"/>
                    <a:pt x="1329" y="1688"/>
                    <a:pt x="1329" y="1688"/>
                  </a:cubicBezTo>
                  <a:cubicBezTo>
                    <a:pt x="1486" y="1531"/>
                    <a:pt x="1486" y="1531"/>
                    <a:pt x="1486" y="1531"/>
                  </a:cubicBezTo>
                  <a:cubicBezTo>
                    <a:pt x="1622" y="1667"/>
                    <a:pt x="1622" y="1667"/>
                    <a:pt x="1622" y="1667"/>
                  </a:cubicBezTo>
                  <a:cubicBezTo>
                    <a:pt x="1620" y="1676"/>
                    <a:pt x="1620" y="1682"/>
                    <a:pt x="1620" y="1688"/>
                  </a:cubicBezTo>
                  <a:close/>
                  <a:moveTo>
                    <a:pt x="1667" y="1622"/>
                  </a:moveTo>
                  <a:cubicBezTo>
                    <a:pt x="1531" y="1486"/>
                    <a:pt x="1531" y="1486"/>
                    <a:pt x="1531" y="1486"/>
                  </a:cubicBezTo>
                  <a:cubicBezTo>
                    <a:pt x="1688" y="1329"/>
                    <a:pt x="1688" y="1329"/>
                    <a:pt x="1688" y="1329"/>
                  </a:cubicBezTo>
                  <a:cubicBezTo>
                    <a:pt x="1688" y="1620"/>
                    <a:pt x="1688" y="1620"/>
                    <a:pt x="1688" y="1620"/>
                  </a:cubicBezTo>
                  <a:cubicBezTo>
                    <a:pt x="1682" y="1620"/>
                    <a:pt x="1676" y="1620"/>
                    <a:pt x="1667" y="1622"/>
                  </a:cubicBezTo>
                  <a:close/>
                  <a:moveTo>
                    <a:pt x="1756" y="1756"/>
                  </a:moveTo>
                  <a:cubicBezTo>
                    <a:pt x="1684" y="1756"/>
                    <a:pt x="1684" y="1756"/>
                    <a:pt x="1684" y="1756"/>
                  </a:cubicBezTo>
                  <a:cubicBezTo>
                    <a:pt x="1684" y="1684"/>
                    <a:pt x="1684" y="1684"/>
                    <a:pt x="1684" y="1684"/>
                  </a:cubicBezTo>
                  <a:cubicBezTo>
                    <a:pt x="1756" y="1684"/>
                    <a:pt x="1756" y="1684"/>
                    <a:pt x="1756" y="1684"/>
                  </a:cubicBezTo>
                  <a:lnTo>
                    <a:pt x="1756" y="1756"/>
                  </a:lnTo>
                  <a:close/>
                  <a:moveTo>
                    <a:pt x="1764" y="1621"/>
                  </a:moveTo>
                  <a:cubicBezTo>
                    <a:pt x="1759" y="1620"/>
                    <a:pt x="1757" y="1620"/>
                    <a:pt x="1752" y="1620"/>
                  </a:cubicBezTo>
                  <a:cubicBezTo>
                    <a:pt x="1752" y="1265"/>
                    <a:pt x="1752" y="1265"/>
                    <a:pt x="1752" y="1265"/>
                  </a:cubicBezTo>
                  <a:cubicBezTo>
                    <a:pt x="1895" y="1122"/>
                    <a:pt x="1895" y="1122"/>
                    <a:pt x="1895" y="1122"/>
                  </a:cubicBezTo>
                  <a:cubicBezTo>
                    <a:pt x="1899" y="1123"/>
                    <a:pt x="1903" y="1123"/>
                    <a:pt x="1907" y="1124"/>
                  </a:cubicBezTo>
                  <a:lnTo>
                    <a:pt x="1764" y="1621"/>
                  </a:lnTo>
                  <a:close/>
                  <a:moveTo>
                    <a:pt x="1895" y="926"/>
                  </a:moveTo>
                  <a:cubicBezTo>
                    <a:pt x="1752" y="783"/>
                    <a:pt x="1752" y="783"/>
                    <a:pt x="1752" y="783"/>
                  </a:cubicBezTo>
                  <a:cubicBezTo>
                    <a:pt x="1752" y="428"/>
                    <a:pt x="1752" y="428"/>
                    <a:pt x="1752" y="428"/>
                  </a:cubicBezTo>
                  <a:cubicBezTo>
                    <a:pt x="1757" y="428"/>
                    <a:pt x="1759" y="428"/>
                    <a:pt x="1764" y="427"/>
                  </a:cubicBezTo>
                  <a:cubicBezTo>
                    <a:pt x="1907" y="924"/>
                    <a:pt x="1907" y="924"/>
                    <a:pt x="1907" y="924"/>
                  </a:cubicBezTo>
                  <a:cubicBezTo>
                    <a:pt x="1903" y="925"/>
                    <a:pt x="1899" y="925"/>
                    <a:pt x="1895" y="926"/>
                  </a:cubicBezTo>
                  <a:close/>
                  <a:moveTo>
                    <a:pt x="1984" y="1060"/>
                  </a:moveTo>
                  <a:cubicBezTo>
                    <a:pt x="1912" y="1060"/>
                    <a:pt x="1912" y="1060"/>
                    <a:pt x="1912" y="1060"/>
                  </a:cubicBezTo>
                  <a:cubicBezTo>
                    <a:pt x="1912" y="988"/>
                    <a:pt x="1912" y="988"/>
                    <a:pt x="1912" y="988"/>
                  </a:cubicBezTo>
                  <a:cubicBezTo>
                    <a:pt x="1984" y="988"/>
                    <a:pt x="1984" y="988"/>
                    <a:pt x="1984" y="988"/>
                  </a:cubicBezTo>
                  <a:cubicBezTo>
                    <a:pt x="1984" y="1060"/>
                    <a:pt x="1984" y="1060"/>
                    <a:pt x="1984" y="106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Freeform 21">
              <a:extLst>
                <a:ext uri="{FF2B5EF4-FFF2-40B4-BE49-F238E27FC236}">
                  <a16:creationId xmlns:a16="http://schemas.microsoft.com/office/drawing/2014/main" id="{AEA3D71B-6FAA-43FA-AF7C-FAB839D7F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1250" y="5103813"/>
              <a:ext cx="142875" cy="119063"/>
            </a:xfrm>
            <a:custGeom>
              <a:avLst/>
              <a:gdLst>
                <a:gd name="T0" fmla="*/ 45 w 77"/>
                <a:gd name="T1" fmla="*/ 0 h 64"/>
                <a:gd name="T2" fmla="*/ 45 w 77"/>
                <a:gd name="T3" fmla="*/ 64 h 64"/>
                <a:gd name="T4" fmla="*/ 77 w 77"/>
                <a:gd name="T5" fmla="*/ 32 h 64"/>
                <a:gd name="T6" fmla="*/ 45 w 77"/>
                <a:gd name="T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64">
                  <a:moveTo>
                    <a:pt x="45" y="0"/>
                  </a:moveTo>
                  <a:cubicBezTo>
                    <a:pt x="0" y="0"/>
                    <a:pt x="0" y="64"/>
                    <a:pt x="45" y="64"/>
                  </a:cubicBezTo>
                  <a:cubicBezTo>
                    <a:pt x="62" y="64"/>
                    <a:pt x="77" y="50"/>
                    <a:pt x="77" y="32"/>
                  </a:cubicBezTo>
                  <a:cubicBezTo>
                    <a:pt x="77" y="14"/>
                    <a:pt x="62" y="0"/>
                    <a:pt x="45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73B72845-8322-4922-8EC3-9B0946C6FA64}"/>
              </a:ext>
            </a:extLst>
          </p:cNvPr>
          <p:cNvSpPr/>
          <p:nvPr/>
        </p:nvSpPr>
        <p:spPr>
          <a:xfrm>
            <a:off x="1132119" y="1051168"/>
            <a:ext cx="1034259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5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目 </a:t>
            </a:r>
            <a:endParaRPr lang="en-US" altLang="zh-CN" sz="54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r>
              <a:rPr lang="zh-CN" altLang="en-US" sz="5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录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37F63F99-A3C7-F4EE-7C3D-4D4D41389E13}"/>
              </a:ext>
            </a:extLst>
          </p:cNvPr>
          <p:cNvSpPr/>
          <p:nvPr/>
        </p:nvSpPr>
        <p:spPr>
          <a:xfrm>
            <a:off x="7733965" y="5041996"/>
            <a:ext cx="1681202" cy="1681202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66A845AC-E601-BBEB-6FAA-9CB43227DBFA}"/>
              </a:ext>
            </a:extLst>
          </p:cNvPr>
          <p:cNvSpPr/>
          <p:nvPr/>
        </p:nvSpPr>
        <p:spPr>
          <a:xfrm>
            <a:off x="10369239" y="3944379"/>
            <a:ext cx="691357" cy="691357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8480D32-50E5-8D39-5388-097B302373C9}"/>
              </a:ext>
            </a:extLst>
          </p:cNvPr>
          <p:cNvSpPr/>
          <p:nvPr/>
        </p:nvSpPr>
        <p:spPr>
          <a:xfrm>
            <a:off x="9564134" y="1507846"/>
            <a:ext cx="1164412" cy="1164412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93A660FB-EEBA-AB90-A73D-C0EA36C8C4D9}"/>
              </a:ext>
            </a:extLst>
          </p:cNvPr>
          <p:cNvSpPr>
            <a:spLocks noChangeAspect="1"/>
          </p:cNvSpPr>
          <p:nvPr/>
        </p:nvSpPr>
        <p:spPr>
          <a:xfrm>
            <a:off x="5678907" y="1983149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02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41B2470C-8894-9179-94B5-106A521E769C}"/>
              </a:ext>
            </a:extLst>
          </p:cNvPr>
          <p:cNvSpPr>
            <a:spLocks noChangeAspect="1"/>
          </p:cNvSpPr>
          <p:nvPr/>
        </p:nvSpPr>
        <p:spPr>
          <a:xfrm>
            <a:off x="5487737" y="3058210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03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66517BFE-8853-290E-964B-5BA5B033A0BB}"/>
              </a:ext>
            </a:extLst>
          </p:cNvPr>
          <p:cNvSpPr>
            <a:spLocks noChangeAspect="1"/>
          </p:cNvSpPr>
          <p:nvPr/>
        </p:nvSpPr>
        <p:spPr>
          <a:xfrm>
            <a:off x="4988036" y="4133271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D469AB11-BEDA-E9CE-CB07-1F0EA993E79C}"/>
              </a:ext>
            </a:extLst>
          </p:cNvPr>
          <p:cNvSpPr>
            <a:spLocks noChangeAspect="1"/>
          </p:cNvSpPr>
          <p:nvPr/>
        </p:nvSpPr>
        <p:spPr>
          <a:xfrm>
            <a:off x="3941164" y="5208331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05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D4670546-1D29-3A3A-D8AF-2DD7D5A4B38F}"/>
              </a:ext>
            </a:extLst>
          </p:cNvPr>
          <p:cNvSpPr/>
          <p:nvPr/>
        </p:nvSpPr>
        <p:spPr>
          <a:xfrm>
            <a:off x="1072030" y="5191240"/>
            <a:ext cx="691357" cy="691357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236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D430050-BA6D-BB99-4AC7-D56B2BBEB37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产品优势</a:t>
            </a:r>
          </a:p>
        </p:txBody>
      </p:sp>
      <p:grpSp>
        <p:nvGrpSpPr>
          <p:cNvPr id="3" name="íś1íḋ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4469A53C-F10E-051C-799F-FCC021204875}"/>
              </a:ext>
            </a:extLst>
          </p:cNvPr>
          <p:cNvGrpSpPr>
            <a:grpSpLocks noChangeAspect="1"/>
          </p:cNvGrpSpPr>
          <p:nvPr/>
        </p:nvGrpSpPr>
        <p:grpSpPr>
          <a:xfrm>
            <a:off x="983027" y="1555666"/>
            <a:ext cx="10225945" cy="4466935"/>
            <a:chOff x="887209" y="1395219"/>
            <a:chExt cx="10225945" cy="4466935"/>
          </a:xfrm>
        </p:grpSpPr>
        <p:grpSp>
          <p:nvGrpSpPr>
            <p:cNvPr id="4" name="íṡļîďe">
              <a:extLst>
                <a:ext uri="{FF2B5EF4-FFF2-40B4-BE49-F238E27FC236}">
                  <a16:creationId xmlns:a16="http://schemas.microsoft.com/office/drawing/2014/main" id="{54105257-E299-3CE7-140D-BBCC0C84A747}"/>
                </a:ext>
              </a:extLst>
            </p:cNvPr>
            <p:cNvGrpSpPr/>
            <p:nvPr/>
          </p:nvGrpSpPr>
          <p:grpSpPr>
            <a:xfrm>
              <a:off x="3692585" y="1395219"/>
              <a:ext cx="4712139" cy="4466935"/>
              <a:chOff x="71460" y="1228065"/>
              <a:chExt cx="4712139" cy="4466935"/>
            </a:xfrm>
          </p:grpSpPr>
          <p:sp>
            <p:nvSpPr>
              <p:cNvPr id="13" name="iṣḻîďê">
                <a:extLst>
                  <a:ext uri="{FF2B5EF4-FFF2-40B4-BE49-F238E27FC236}">
                    <a16:creationId xmlns:a16="http://schemas.microsoft.com/office/drawing/2014/main" id="{B881D49E-397F-464A-D16A-EBDBD5183552}"/>
                  </a:ext>
                </a:extLst>
              </p:cNvPr>
              <p:cNvSpPr/>
              <p:nvPr/>
            </p:nvSpPr>
            <p:spPr>
              <a:xfrm>
                <a:off x="2291693" y="3576097"/>
                <a:ext cx="1158773" cy="1142941"/>
              </a:xfrm>
              <a:custGeom>
                <a:avLst/>
                <a:gdLst>
                  <a:gd name="connsiteX0" fmla="*/ 0 w 1158773"/>
                  <a:gd name="connsiteY0" fmla="*/ 0 h 1142941"/>
                  <a:gd name="connsiteX1" fmla="*/ 1158773 w 1158773"/>
                  <a:gd name="connsiteY1" fmla="*/ 0 h 1142941"/>
                  <a:gd name="connsiteX2" fmla="*/ 1153114 w 1158773"/>
                  <a:gd name="connsiteY2" fmla="*/ 112081 h 1142941"/>
                  <a:gd name="connsiteX3" fmla="*/ 10779 w 1158773"/>
                  <a:gd name="connsiteY3" fmla="*/ 1142941 h 1142941"/>
                  <a:gd name="connsiteX4" fmla="*/ 0 w 1158773"/>
                  <a:gd name="connsiteY4" fmla="*/ 1142397 h 1142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8773" h="1142941">
                    <a:moveTo>
                      <a:pt x="0" y="0"/>
                    </a:moveTo>
                    <a:lnTo>
                      <a:pt x="1158773" y="0"/>
                    </a:lnTo>
                    <a:lnTo>
                      <a:pt x="1153114" y="112081"/>
                    </a:lnTo>
                    <a:cubicBezTo>
                      <a:pt x="1094311" y="691100"/>
                      <a:pt x="605312" y="1142941"/>
                      <a:pt x="10779" y="1142941"/>
                    </a:cubicBezTo>
                    <a:lnTo>
                      <a:pt x="0" y="114239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4" name="iṣlidé">
                <a:extLst>
                  <a:ext uri="{FF2B5EF4-FFF2-40B4-BE49-F238E27FC236}">
                    <a16:creationId xmlns:a16="http://schemas.microsoft.com/office/drawing/2014/main" id="{51ECEBED-647A-C42E-6AA0-B5D5139CBF78}"/>
                  </a:ext>
                </a:extLst>
              </p:cNvPr>
              <p:cNvSpPr/>
              <p:nvPr/>
            </p:nvSpPr>
            <p:spPr>
              <a:xfrm>
                <a:off x="2291559" y="2423600"/>
                <a:ext cx="1159042" cy="1153585"/>
              </a:xfrm>
              <a:custGeom>
                <a:avLst/>
                <a:gdLst>
                  <a:gd name="connsiteX0" fmla="*/ 10779 w 1159042"/>
                  <a:gd name="connsiteY0" fmla="*/ 0 h 1153585"/>
                  <a:gd name="connsiteX1" fmla="*/ 1159042 w 1159042"/>
                  <a:gd name="connsiteY1" fmla="*/ 1148263 h 1153585"/>
                  <a:gd name="connsiteX2" fmla="*/ 1158773 w 1159042"/>
                  <a:gd name="connsiteY2" fmla="*/ 1153585 h 1153585"/>
                  <a:gd name="connsiteX3" fmla="*/ 0 w 1159042"/>
                  <a:gd name="connsiteY3" fmla="*/ 1153585 h 1153585"/>
                  <a:gd name="connsiteX4" fmla="*/ 0 w 1159042"/>
                  <a:gd name="connsiteY4" fmla="*/ 544 h 1153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9042" h="1153585">
                    <a:moveTo>
                      <a:pt x="10779" y="0"/>
                    </a:moveTo>
                    <a:cubicBezTo>
                      <a:pt x="644947" y="0"/>
                      <a:pt x="1159042" y="514095"/>
                      <a:pt x="1159042" y="1148263"/>
                    </a:cubicBezTo>
                    <a:lnTo>
                      <a:pt x="1158773" y="1153585"/>
                    </a:lnTo>
                    <a:lnTo>
                      <a:pt x="0" y="1153585"/>
                    </a:lnTo>
                    <a:lnTo>
                      <a:pt x="0" y="5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5" name="ísḻïde">
                <a:extLst>
                  <a:ext uri="{FF2B5EF4-FFF2-40B4-BE49-F238E27FC236}">
                    <a16:creationId xmlns:a16="http://schemas.microsoft.com/office/drawing/2014/main" id="{AB7AA4C3-697F-20D3-FC5B-E1FBA714C727}"/>
                  </a:ext>
                </a:extLst>
              </p:cNvPr>
              <p:cNvSpPr/>
              <p:nvPr/>
            </p:nvSpPr>
            <p:spPr>
              <a:xfrm>
                <a:off x="1162119" y="3576097"/>
                <a:ext cx="1137258" cy="1142941"/>
              </a:xfrm>
              <a:custGeom>
                <a:avLst/>
                <a:gdLst>
                  <a:gd name="connsiteX0" fmla="*/ 0 w 1137258"/>
                  <a:gd name="connsiteY0" fmla="*/ 0 h 1142941"/>
                  <a:gd name="connsiteX1" fmla="*/ 1137258 w 1137258"/>
                  <a:gd name="connsiteY1" fmla="*/ 0 h 1142941"/>
                  <a:gd name="connsiteX2" fmla="*/ 1137258 w 1137258"/>
                  <a:gd name="connsiteY2" fmla="*/ 1142941 h 1142941"/>
                  <a:gd name="connsiteX3" fmla="*/ 1030634 w 1137258"/>
                  <a:gd name="connsiteY3" fmla="*/ 1137557 h 1142941"/>
                  <a:gd name="connsiteX4" fmla="*/ 4990 w 1137258"/>
                  <a:gd name="connsiteY4" fmla="*/ 105381 h 1142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7258" h="1142941">
                    <a:moveTo>
                      <a:pt x="0" y="0"/>
                    </a:moveTo>
                    <a:lnTo>
                      <a:pt x="1137258" y="0"/>
                    </a:lnTo>
                    <a:lnTo>
                      <a:pt x="1137258" y="1142941"/>
                    </a:lnTo>
                    <a:lnTo>
                      <a:pt x="1030634" y="1137557"/>
                    </a:lnTo>
                    <a:cubicBezTo>
                      <a:pt x="487804" y="1082429"/>
                      <a:pt x="56751" y="649200"/>
                      <a:pt x="4990" y="10538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6" name="íśliḋè">
                <a:extLst>
                  <a:ext uri="{FF2B5EF4-FFF2-40B4-BE49-F238E27FC236}">
                    <a16:creationId xmlns:a16="http://schemas.microsoft.com/office/drawing/2014/main" id="{D5F4CB2D-D155-D714-DA1C-B3456D465C32}"/>
                  </a:ext>
                </a:extLst>
              </p:cNvPr>
              <p:cNvSpPr/>
              <p:nvPr/>
            </p:nvSpPr>
            <p:spPr>
              <a:xfrm>
                <a:off x="1162119" y="2423600"/>
                <a:ext cx="1137484" cy="1152497"/>
              </a:xfrm>
              <a:custGeom>
                <a:avLst/>
                <a:gdLst>
                  <a:gd name="connsiteX0" fmla="*/ 1137484 w 1137484"/>
                  <a:gd name="connsiteY0" fmla="*/ 0 h 1152497"/>
                  <a:gd name="connsiteX1" fmla="*/ 1137484 w 1137484"/>
                  <a:gd name="connsiteY1" fmla="*/ 1152497 h 1152497"/>
                  <a:gd name="connsiteX2" fmla="*/ 226 w 1137484"/>
                  <a:gd name="connsiteY2" fmla="*/ 1152497 h 1152497"/>
                  <a:gd name="connsiteX3" fmla="*/ 0 w 1137484"/>
                  <a:gd name="connsiteY3" fmla="*/ 1147719 h 1152497"/>
                  <a:gd name="connsiteX4" fmla="*/ 1030860 w 1137484"/>
                  <a:gd name="connsiteY4" fmla="*/ 5384 h 1152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7484" h="1152497">
                    <a:moveTo>
                      <a:pt x="1137484" y="0"/>
                    </a:moveTo>
                    <a:lnTo>
                      <a:pt x="1137484" y="1152497"/>
                    </a:lnTo>
                    <a:lnTo>
                      <a:pt x="226" y="1152497"/>
                    </a:lnTo>
                    <a:lnTo>
                      <a:pt x="0" y="1147719"/>
                    </a:lnTo>
                    <a:cubicBezTo>
                      <a:pt x="0" y="553187"/>
                      <a:pt x="451841" y="64187"/>
                      <a:pt x="1030860" y="538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grpSp>
            <p:nvGrpSpPr>
              <p:cNvPr id="17" name="iṥḻïḑè">
                <a:extLst>
                  <a:ext uri="{FF2B5EF4-FFF2-40B4-BE49-F238E27FC236}">
                    <a16:creationId xmlns:a16="http://schemas.microsoft.com/office/drawing/2014/main" id="{51DE6E8A-C1EC-86B9-51CD-DD2E19C05AC1}"/>
                  </a:ext>
                </a:extLst>
              </p:cNvPr>
              <p:cNvGrpSpPr/>
              <p:nvPr/>
            </p:nvGrpSpPr>
            <p:grpSpPr>
              <a:xfrm flipH="1">
                <a:off x="2604233" y="1228065"/>
                <a:ext cx="2179366" cy="1980727"/>
                <a:chOff x="1020361" y="1729660"/>
                <a:chExt cx="2179366" cy="1980727"/>
              </a:xfrm>
            </p:grpSpPr>
            <p:sp>
              <p:nvSpPr>
                <p:cNvPr id="33" name="íṥḷiḋè">
                  <a:extLst>
                    <a:ext uri="{FF2B5EF4-FFF2-40B4-BE49-F238E27FC236}">
                      <a16:creationId xmlns:a16="http://schemas.microsoft.com/office/drawing/2014/main" id="{BF7A8630-CCAF-6C7B-46CA-BA2B0CC6A2BC}"/>
                    </a:ext>
                  </a:extLst>
                </p:cNvPr>
                <p:cNvSpPr/>
                <p:nvPr/>
              </p:nvSpPr>
              <p:spPr bwMode="auto">
                <a:xfrm>
                  <a:off x="2643207" y="1729660"/>
                  <a:ext cx="549382" cy="1980727"/>
                </a:xfrm>
                <a:custGeom>
                  <a:avLst/>
                  <a:gdLst>
                    <a:gd name="T0" fmla="*/ 17 w 484"/>
                    <a:gd name="T1" fmla="*/ 0 h 1745"/>
                    <a:gd name="T2" fmla="*/ 480 w 484"/>
                    <a:gd name="T3" fmla="*/ 1542 h 1745"/>
                    <a:gd name="T4" fmla="*/ 484 w 484"/>
                    <a:gd name="T5" fmla="*/ 1745 h 1745"/>
                    <a:gd name="T6" fmla="*/ 0 w 484"/>
                    <a:gd name="T7" fmla="*/ 1380 h 1745"/>
                    <a:gd name="T8" fmla="*/ 17 w 484"/>
                    <a:gd name="T9" fmla="*/ 0 h 17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84" h="1745">
                      <a:moveTo>
                        <a:pt x="17" y="0"/>
                      </a:moveTo>
                      <a:lnTo>
                        <a:pt x="480" y="1542"/>
                      </a:lnTo>
                      <a:lnTo>
                        <a:pt x="484" y="1745"/>
                      </a:lnTo>
                      <a:lnTo>
                        <a:pt x="0" y="1380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6="http://schemas.microsoft.com/office/drawing/2014/main"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34" name="î$ḷïḑe">
                  <a:extLst>
                    <a:ext uri="{FF2B5EF4-FFF2-40B4-BE49-F238E27FC236}">
                      <a16:creationId xmlns:a16="http://schemas.microsoft.com/office/drawing/2014/main" id="{3DEF5FD5-38E6-FEC8-9658-FFFD12358E42}"/>
                    </a:ext>
                  </a:extLst>
                </p:cNvPr>
                <p:cNvSpPr/>
                <p:nvPr/>
              </p:nvSpPr>
              <p:spPr bwMode="auto">
                <a:xfrm>
                  <a:off x="1020361" y="3295764"/>
                  <a:ext cx="2179366" cy="414307"/>
                </a:xfrm>
                <a:custGeom>
                  <a:avLst/>
                  <a:gdLst>
                    <a:gd name="T0" fmla="*/ 1436 w 1920"/>
                    <a:gd name="T1" fmla="*/ 0 h 365"/>
                    <a:gd name="T2" fmla="*/ 1920 w 1920"/>
                    <a:gd name="T3" fmla="*/ 363 h 365"/>
                    <a:gd name="T4" fmla="*/ 1703 w 1920"/>
                    <a:gd name="T5" fmla="*/ 365 h 365"/>
                    <a:gd name="T6" fmla="*/ 0 w 1920"/>
                    <a:gd name="T7" fmla="*/ 38 h 365"/>
                    <a:gd name="T8" fmla="*/ 1436 w 1920"/>
                    <a:gd name="T9" fmla="*/ 0 h 3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920" h="365">
                      <a:moveTo>
                        <a:pt x="1436" y="0"/>
                      </a:moveTo>
                      <a:lnTo>
                        <a:pt x="1920" y="363"/>
                      </a:lnTo>
                      <a:lnTo>
                        <a:pt x="1703" y="365"/>
                      </a:lnTo>
                      <a:lnTo>
                        <a:pt x="0" y="38"/>
                      </a:lnTo>
                      <a:lnTo>
                        <a:pt x="1436" y="0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6="http://schemas.microsoft.com/office/drawing/2014/main"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35" name="îṩľîde">
                  <a:extLst>
                    <a:ext uri="{FF2B5EF4-FFF2-40B4-BE49-F238E27FC236}">
                      <a16:creationId xmlns:a16="http://schemas.microsoft.com/office/drawing/2014/main" id="{4D822D75-980A-0EC2-BF06-3A1A752C22DA}"/>
                    </a:ext>
                  </a:extLst>
                </p:cNvPr>
                <p:cNvSpPr/>
                <p:nvPr/>
              </p:nvSpPr>
              <p:spPr bwMode="auto">
                <a:xfrm>
                  <a:off x="1020791" y="1731194"/>
                  <a:ext cx="1649281" cy="1610688"/>
                </a:xfrm>
                <a:custGeom>
                  <a:avLst/>
                  <a:gdLst>
                    <a:gd name="T0" fmla="*/ 1453 w 1453"/>
                    <a:gd name="T1" fmla="*/ 0 h 1419"/>
                    <a:gd name="T2" fmla="*/ 1436 w 1453"/>
                    <a:gd name="T3" fmla="*/ 1380 h 1419"/>
                    <a:gd name="T4" fmla="*/ 0 w 1453"/>
                    <a:gd name="T5" fmla="*/ 1419 h 1419"/>
                    <a:gd name="T6" fmla="*/ 115 w 1453"/>
                    <a:gd name="T7" fmla="*/ 152 h 1419"/>
                    <a:gd name="T8" fmla="*/ 1453 w 1453"/>
                    <a:gd name="T9" fmla="*/ 0 h 14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53" h="1419">
                      <a:moveTo>
                        <a:pt x="1453" y="0"/>
                      </a:moveTo>
                      <a:lnTo>
                        <a:pt x="1436" y="1380"/>
                      </a:lnTo>
                      <a:lnTo>
                        <a:pt x="0" y="1419"/>
                      </a:lnTo>
                      <a:lnTo>
                        <a:pt x="115" y="152"/>
                      </a:lnTo>
                      <a:lnTo>
                        <a:pt x="1453" y="0"/>
                      </a:lnTo>
                      <a:close/>
                    </a:path>
                  </a:pathLst>
                </a:custGeom>
                <a:solidFill>
                  <a:schemeClr val="accent1">
                    <a:alpha val="9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6="http://schemas.microsoft.com/office/drawing/2014/main"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36" name="îṣlídè">
                  <a:extLst>
                    <a:ext uri="{FF2B5EF4-FFF2-40B4-BE49-F238E27FC236}">
                      <a16:creationId xmlns:a16="http://schemas.microsoft.com/office/drawing/2014/main" id="{5BB116CB-6567-CA74-9E28-7CED82456BFC}"/>
                    </a:ext>
                  </a:extLst>
                </p:cNvPr>
                <p:cNvSpPr txBox="1"/>
                <p:nvPr/>
              </p:nvSpPr>
              <p:spPr>
                <a:xfrm>
                  <a:off x="1450146" y="2055718"/>
                  <a:ext cx="569387" cy="923330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norm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400" b="1" dirty="0">
                      <a:solidFill>
                        <a:schemeClr val="bg1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1</a:t>
                  </a:r>
                </a:p>
              </p:txBody>
            </p:sp>
          </p:grpSp>
          <p:grpSp>
            <p:nvGrpSpPr>
              <p:cNvPr id="18" name="ïṥļíḍè">
                <a:extLst>
                  <a:ext uri="{FF2B5EF4-FFF2-40B4-BE49-F238E27FC236}">
                    <a16:creationId xmlns:a16="http://schemas.microsoft.com/office/drawing/2014/main" id="{DFA6CA1D-9CD5-3F22-4323-8E7766B9E08D}"/>
                  </a:ext>
                </a:extLst>
              </p:cNvPr>
              <p:cNvGrpSpPr/>
              <p:nvPr/>
            </p:nvGrpSpPr>
            <p:grpSpPr>
              <a:xfrm flipH="1">
                <a:off x="356076" y="1666469"/>
                <a:ext cx="1718521" cy="1538490"/>
                <a:chOff x="3729363" y="2168064"/>
                <a:chExt cx="1718521" cy="1538490"/>
              </a:xfrm>
            </p:grpSpPr>
            <p:sp>
              <p:nvSpPr>
                <p:cNvPr id="29" name="íṧ1iḋè">
                  <a:extLst>
                    <a:ext uri="{FF2B5EF4-FFF2-40B4-BE49-F238E27FC236}">
                      <a16:creationId xmlns:a16="http://schemas.microsoft.com/office/drawing/2014/main" id="{A91A4A45-FEE4-558E-9119-063D897DC724}"/>
                    </a:ext>
                  </a:extLst>
                </p:cNvPr>
                <p:cNvSpPr/>
                <p:nvPr/>
              </p:nvSpPr>
              <p:spPr bwMode="auto">
                <a:xfrm>
                  <a:off x="3729363" y="3157172"/>
                  <a:ext cx="1718521" cy="549382"/>
                </a:xfrm>
                <a:custGeom>
                  <a:avLst/>
                  <a:gdLst>
                    <a:gd name="T0" fmla="*/ 1514 w 1514"/>
                    <a:gd name="T1" fmla="*/ 27 h 484"/>
                    <a:gd name="T2" fmla="*/ 214 w 1514"/>
                    <a:gd name="T3" fmla="*/ 484 h 484"/>
                    <a:gd name="T4" fmla="*/ 0 w 1514"/>
                    <a:gd name="T5" fmla="*/ 482 h 484"/>
                    <a:gd name="T6" fmla="*/ 597 w 1514"/>
                    <a:gd name="T7" fmla="*/ 0 h 484"/>
                    <a:gd name="T8" fmla="*/ 1514 w 1514"/>
                    <a:gd name="T9" fmla="*/ 27 h 4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14" h="484">
                      <a:moveTo>
                        <a:pt x="1514" y="27"/>
                      </a:moveTo>
                      <a:lnTo>
                        <a:pt x="214" y="484"/>
                      </a:lnTo>
                      <a:lnTo>
                        <a:pt x="0" y="482"/>
                      </a:lnTo>
                      <a:lnTo>
                        <a:pt x="597" y="0"/>
                      </a:lnTo>
                      <a:lnTo>
                        <a:pt x="1514" y="27"/>
                      </a:lnTo>
                      <a:close/>
                    </a:path>
                  </a:pathLst>
                </a:custGeom>
                <a:solidFill>
                  <a:schemeClr val="bg2">
                    <a:alpha val="8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6="http://schemas.microsoft.com/office/drawing/2014/main"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30" name="iSḷïḑè">
                  <a:extLst>
                    <a:ext uri="{FF2B5EF4-FFF2-40B4-BE49-F238E27FC236}">
                      <a16:creationId xmlns:a16="http://schemas.microsoft.com/office/drawing/2014/main" id="{847E51A7-8011-EF9D-B879-339F03FB7297}"/>
                    </a:ext>
                  </a:extLst>
                </p:cNvPr>
                <p:cNvSpPr/>
                <p:nvPr/>
              </p:nvSpPr>
              <p:spPr bwMode="auto">
                <a:xfrm>
                  <a:off x="3733091" y="2168064"/>
                  <a:ext cx="677647" cy="1536907"/>
                </a:xfrm>
                <a:custGeom>
                  <a:avLst/>
                  <a:gdLst>
                    <a:gd name="T0" fmla="*/ 597 w 597"/>
                    <a:gd name="T1" fmla="*/ 872 h 1354"/>
                    <a:gd name="T2" fmla="*/ 0 w 597"/>
                    <a:gd name="T3" fmla="*/ 1354 h 1354"/>
                    <a:gd name="T4" fmla="*/ 2 w 597"/>
                    <a:gd name="T5" fmla="*/ 1153 h 1354"/>
                    <a:gd name="T6" fmla="*/ 586 w 597"/>
                    <a:gd name="T7" fmla="*/ 0 h 1354"/>
                    <a:gd name="T8" fmla="*/ 597 w 597"/>
                    <a:gd name="T9" fmla="*/ 872 h 13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97" h="1354">
                      <a:moveTo>
                        <a:pt x="597" y="872"/>
                      </a:moveTo>
                      <a:lnTo>
                        <a:pt x="0" y="1354"/>
                      </a:lnTo>
                      <a:lnTo>
                        <a:pt x="2" y="1153"/>
                      </a:lnTo>
                      <a:lnTo>
                        <a:pt x="586" y="0"/>
                      </a:lnTo>
                      <a:lnTo>
                        <a:pt x="597" y="872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6="http://schemas.microsoft.com/office/drawing/2014/main"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31" name="îṧ1îďê">
                  <a:extLst>
                    <a:ext uri="{FF2B5EF4-FFF2-40B4-BE49-F238E27FC236}">
                      <a16:creationId xmlns:a16="http://schemas.microsoft.com/office/drawing/2014/main" id="{51BC8526-74B1-BABC-AE54-636BE7A20C0E}"/>
                    </a:ext>
                  </a:extLst>
                </p:cNvPr>
                <p:cNvSpPr/>
                <p:nvPr/>
              </p:nvSpPr>
              <p:spPr bwMode="auto">
                <a:xfrm>
                  <a:off x="4393212" y="2170442"/>
                  <a:ext cx="1054496" cy="1019308"/>
                </a:xfrm>
                <a:custGeom>
                  <a:avLst/>
                  <a:gdLst>
                    <a:gd name="T0" fmla="*/ 889 w 929"/>
                    <a:gd name="T1" fmla="*/ 61 h 898"/>
                    <a:gd name="T2" fmla="*/ 929 w 929"/>
                    <a:gd name="T3" fmla="*/ 898 h 898"/>
                    <a:gd name="T4" fmla="*/ 12 w 929"/>
                    <a:gd name="T5" fmla="*/ 872 h 898"/>
                    <a:gd name="T6" fmla="*/ 0 w 929"/>
                    <a:gd name="T7" fmla="*/ 0 h 898"/>
                    <a:gd name="T8" fmla="*/ 889 w 929"/>
                    <a:gd name="T9" fmla="*/ 61 h 8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29" h="898">
                      <a:moveTo>
                        <a:pt x="889" y="61"/>
                      </a:moveTo>
                      <a:lnTo>
                        <a:pt x="929" y="898"/>
                      </a:lnTo>
                      <a:lnTo>
                        <a:pt x="12" y="872"/>
                      </a:lnTo>
                      <a:lnTo>
                        <a:pt x="0" y="0"/>
                      </a:lnTo>
                      <a:lnTo>
                        <a:pt x="889" y="61"/>
                      </a:ln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32" name="îSlïḑè">
                  <a:extLst>
                    <a:ext uri="{FF2B5EF4-FFF2-40B4-BE49-F238E27FC236}">
                      <a16:creationId xmlns:a16="http://schemas.microsoft.com/office/drawing/2014/main" id="{F8CFD3B6-539F-D243-75CD-965D5B8D886E}"/>
                    </a:ext>
                  </a:extLst>
                </p:cNvPr>
                <p:cNvSpPr txBox="1"/>
                <p:nvPr/>
              </p:nvSpPr>
              <p:spPr>
                <a:xfrm>
                  <a:off x="4627282" y="2342496"/>
                  <a:ext cx="470000" cy="707886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norm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000" b="1" dirty="0">
                      <a:solidFill>
                        <a:schemeClr val="bg1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2</a:t>
                  </a:r>
                </a:p>
              </p:txBody>
            </p:sp>
          </p:grpSp>
          <p:grpSp>
            <p:nvGrpSpPr>
              <p:cNvPr id="19" name="iṥļiďé">
                <a:extLst>
                  <a:ext uri="{FF2B5EF4-FFF2-40B4-BE49-F238E27FC236}">
                    <a16:creationId xmlns:a16="http://schemas.microsoft.com/office/drawing/2014/main" id="{7C7B9F2F-4E4A-8D6D-B54D-BADD36A399B7}"/>
                  </a:ext>
                </a:extLst>
              </p:cNvPr>
              <p:cNvGrpSpPr/>
              <p:nvPr/>
            </p:nvGrpSpPr>
            <p:grpSpPr>
              <a:xfrm flipH="1">
                <a:off x="71460" y="3826674"/>
                <a:ext cx="2022610" cy="1868326"/>
                <a:chOff x="3709890" y="4328269"/>
                <a:chExt cx="2022610" cy="1868326"/>
              </a:xfrm>
            </p:grpSpPr>
            <p:sp>
              <p:nvSpPr>
                <p:cNvPr id="25" name="îṥľïde">
                  <a:extLst>
                    <a:ext uri="{FF2B5EF4-FFF2-40B4-BE49-F238E27FC236}">
                      <a16:creationId xmlns:a16="http://schemas.microsoft.com/office/drawing/2014/main" id="{74FBB03E-A1AF-031D-4502-A5FC173CE0AD}"/>
                    </a:ext>
                  </a:extLst>
                </p:cNvPr>
                <p:cNvSpPr/>
                <p:nvPr/>
              </p:nvSpPr>
              <p:spPr bwMode="auto">
                <a:xfrm>
                  <a:off x="3713813" y="4331647"/>
                  <a:ext cx="384795" cy="1864948"/>
                </a:xfrm>
                <a:custGeom>
                  <a:avLst/>
                  <a:gdLst>
                    <a:gd name="T0" fmla="*/ 330 w 339"/>
                    <a:gd name="T1" fmla="*/ 1643 h 1643"/>
                    <a:gd name="T2" fmla="*/ 2 w 339"/>
                    <a:gd name="T3" fmla="*/ 201 h 1643"/>
                    <a:gd name="T4" fmla="*/ 0 w 339"/>
                    <a:gd name="T5" fmla="*/ 0 h 1643"/>
                    <a:gd name="T6" fmla="*/ 339 w 339"/>
                    <a:gd name="T7" fmla="*/ 263 h 1643"/>
                    <a:gd name="T8" fmla="*/ 330 w 339"/>
                    <a:gd name="T9" fmla="*/ 1643 h 16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39" h="1643">
                      <a:moveTo>
                        <a:pt x="330" y="1643"/>
                      </a:moveTo>
                      <a:lnTo>
                        <a:pt x="2" y="201"/>
                      </a:lnTo>
                      <a:lnTo>
                        <a:pt x="0" y="0"/>
                      </a:lnTo>
                      <a:lnTo>
                        <a:pt x="339" y="263"/>
                      </a:lnTo>
                      <a:lnTo>
                        <a:pt x="330" y="1643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26" name="iśḷïdê">
                  <a:extLst>
                    <a:ext uri="{FF2B5EF4-FFF2-40B4-BE49-F238E27FC236}">
                      <a16:creationId xmlns:a16="http://schemas.microsoft.com/office/drawing/2014/main" id="{D066FBAD-1F49-357D-6788-756C648D3D4F}"/>
                    </a:ext>
                  </a:extLst>
                </p:cNvPr>
                <p:cNvSpPr/>
                <p:nvPr/>
              </p:nvSpPr>
              <p:spPr bwMode="auto">
                <a:xfrm>
                  <a:off x="3709890" y="4328269"/>
                  <a:ext cx="2019320" cy="300798"/>
                </a:xfrm>
                <a:custGeom>
                  <a:avLst/>
                  <a:gdLst>
                    <a:gd name="T0" fmla="*/ 339 w 1779"/>
                    <a:gd name="T1" fmla="*/ 265 h 265"/>
                    <a:gd name="T2" fmla="*/ 0 w 1779"/>
                    <a:gd name="T3" fmla="*/ 2 h 265"/>
                    <a:gd name="T4" fmla="*/ 215 w 1779"/>
                    <a:gd name="T5" fmla="*/ 0 h 265"/>
                    <a:gd name="T6" fmla="*/ 1779 w 1779"/>
                    <a:gd name="T7" fmla="*/ 233 h 265"/>
                    <a:gd name="T8" fmla="*/ 339 w 1779"/>
                    <a:gd name="T9" fmla="*/ 265 h 2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79" h="265">
                      <a:moveTo>
                        <a:pt x="339" y="265"/>
                      </a:moveTo>
                      <a:lnTo>
                        <a:pt x="0" y="2"/>
                      </a:lnTo>
                      <a:lnTo>
                        <a:pt x="215" y="0"/>
                      </a:lnTo>
                      <a:lnTo>
                        <a:pt x="1779" y="233"/>
                      </a:lnTo>
                      <a:lnTo>
                        <a:pt x="339" y="265"/>
                      </a:lnTo>
                      <a:close/>
                    </a:path>
                  </a:pathLst>
                </a:custGeom>
                <a:solidFill>
                  <a:schemeClr val="bg2">
                    <a:alpha val="85000"/>
                  </a:schemeClr>
                </a:solidFill>
                <a:ln>
                  <a:noFill/>
                </a:ln>
              </p:spPr>
              <p:txBody>
                <a:bodyPr wrap="square" lIns="91440" tIns="45720" rIns="91440" bIns="45720" anchor="ctr">
                  <a:normAutofit fontScale="85000" lnSpcReduction="1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27" name="îşļíḓè">
                  <a:extLst>
                    <a:ext uri="{FF2B5EF4-FFF2-40B4-BE49-F238E27FC236}">
                      <a16:creationId xmlns:a16="http://schemas.microsoft.com/office/drawing/2014/main" id="{117E1A37-F247-0AA3-8944-D641F4D491DE}"/>
                    </a:ext>
                  </a:extLst>
                </p:cNvPr>
                <p:cNvSpPr/>
                <p:nvPr/>
              </p:nvSpPr>
              <p:spPr bwMode="auto">
                <a:xfrm>
                  <a:off x="4083333" y="4590448"/>
                  <a:ext cx="1649167" cy="1606146"/>
                </a:xfrm>
                <a:custGeom>
                  <a:avLst/>
                  <a:gdLst>
                    <a:gd name="T0" fmla="*/ 1450 w 1450"/>
                    <a:gd name="T1" fmla="*/ 0 h 1412"/>
                    <a:gd name="T2" fmla="*/ 1328 w 1450"/>
                    <a:gd name="T3" fmla="*/ 1250 h 1412"/>
                    <a:gd name="T4" fmla="*/ 0 w 1450"/>
                    <a:gd name="T5" fmla="*/ 1412 h 1412"/>
                    <a:gd name="T6" fmla="*/ 10 w 1450"/>
                    <a:gd name="T7" fmla="*/ 32 h 1412"/>
                    <a:gd name="T8" fmla="*/ 1450 w 1450"/>
                    <a:gd name="T9" fmla="*/ 0 h 1412"/>
                    <a:gd name="connsiteX0" fmla="*/ 10000 w 10000"/>
                    <a:gd name="connsiteY0" fmla="*/ 173 h 9773"/>
                    <a:gd name="connsiteX1" fmla="*/ 9159 w 10000"/>
                    <a:gd name="connsiteY1" fmla="*/ 8626 h 9773"/>
                    <a:gd name="connsiteX2" fmla="*/ 0 w 10000"/>
                    <a:gd name="connsiteY2" fmla="*/ 9773 h 9773"/>
                    <a:gd name="connsiteX3" fmla="*/ 69 w 10000"/>
                    <a:gd name="connsiteY3" fmla="*/ 0 h 9773"/>
                    <a:gd name="connsiteX4" fmla="*/ 10000 w 10000"/>
                    <a:gd name="connsiteY4" fmla="*/ 173 h 9773"/>
                    <a:gd name="connsiteX0" fmla="*/ 10020 w 10020"/>
                    <a:gd name="connsiteY0" fmla="*/ 0 h 10254"/>
                    <a:gd name="connsiteX1" fmla="*/ 9159 w 10020"/>
                    <a:gd name="connsiteY1" fmla="*/ 9080 h 10254"/>
                    <a:gd name="connsiteX2" fmla="*/ 0 w 10020"/>
                    <a:gd name="connsiteY2" fmla="*/ 10254 h 10254"/>
                    <a:gd name="connsiteX3" fmla="*/ 69 w 10020"/>
                    <a:gd name="connsiteY3" fmla="*/ 254 h 10254"/>
                    <a:gd name="connsiteX4" fmla="*/ 10020 w 10020"/>
                    <a:gd name="connsiteY4" fmla="*/ 0 h 10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20" h="10254">
                      <a:moveTo>
                        <a:pt x="10020" y="0"/>
                      </a:moveTo>
                      <a:cubicBezTo>
                        <a:pt x="9740" y="2883"/>
                        <a:pt x="9439" y="6197"/>
                        <a:pt x="9159" y="9080"/>
                      </a:cubicBezTo>
                      <a:lnTo>
                        <a:pt x="0" y="10254"/>
                      </a:lnTo>
                      <a:cubicBezTo>
                        <a:pt x="23" y="6920"/>
                        <a:pt x="46" y="3588"/>
                        <a:pt x="69" y="254"/>
                      </a:cubicBezTo>
                      <a:lnTo>
                        <a:pt x="10020" y="0"/>
                      </a:lnTo>
                      <a:close/>
                    </a:path>
                  </a:pathLst>
                </a:custGeom>
                <a:solidFill>
                  <a:schemeClr val="tx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28" name="ïśļîḋè">
                  <a:extLst>
                    <a:ext uri="{FF2B5EF4-FFF2-40B4-BE49-F238E27FC236}">
                      <a16:creationId xmlns:a16="http://schemas.microsoft.com/office/drawing/2014/main" id="{053672D3-2ECE-72F9-93D0-2045166C1EFF}"/>
                    </a:ext>
                  </a:extLst>
                </p:cNvPr>
                <p:cNvSpPr txBox="1"/>
                <p:nvPr/>
              </p:nvSpPr>
              <p:spPr>
                <a:xfrm>
                  <a:off x="4561975" y="4854571"/>
                  <a:ext cx="569387" cy="923330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norm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400" b="1" dirty="0">
                      <a:solidFill>
                        <a:schemeClr val="bg1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3</a:t>
                  </a:r>
                </a:p>
              </p:txBody>
            </p:sp>
          </p:grpSp>
          <p:grpSp>
            <p:nvGrpSpPr>
              <p:cNvPr id="20" name="ïṣ1iḍé">
                <a:extLst>
                  <a:ext uri="{FF2B5EF4-FFF2-40B4-BE49-F238E27FC236}">
                    <a16:creationId xmlns:a16="http://schemas.microsoft.com/office/drawing/2014/main" id="{8713DFBC-309F-9F9D-E619-CC56FA4E82E8}"/>
                  </a:ext>
                </a:extLst>
              </p:cNvPr>
              <p:cNvGrpSpPr/>
              <p:nvPr/>
            </p:nvGrpSpPr>
            <p:grpSpPr>
              <a:xfrm flipH="1">
                <a:off x="2621885" y="3820971"/>
                <a:ext cx="1239515" cy="1057901"/>
                <a:chOff x="1942560" y="4322566"/>
                <a:chExt cx="1239515" cy="1057901"/>
              </a:xfrm>
            </p:grpSpPr>
            <p:sp>
              <p:nvSpPr>
                <p:cNvPr id="21" name="íṣļiḍê">
                  <a:extLst>
                    <a:ext uri="{FF2B5EF4-FFF2-40B4-BE49-F238E27FC236}">
                      <a16:creationId xmlns:a16="http://schemas.microsoft.com/office/drawing/2014/main" id="{01F70F76-F9FD-8649-CB7E-EB626497AECA}"/>
                    </a:ext>
                  </a:extLst>
                </p:cNvPr>
                <p:cNvSpPr/>
                <p:nvPr/>
              </p:nvSpPr>
              <p:spPr bwMode="auto">
                <a:xfrm>
                  <a:off x="2811536" y="4322566"/>
                  <a:ext cx="370038" cy="1057901"/>
                </a:xfrm>
                <a:custGeom>
                  <a:avLst/>
                  <a:gdLst>
                    <a:gd name="T0" fmla="*/ 0 w 326"/>
                    <a:gd name="T1" fmla="*/ 203 h 932"/>
                    <a:gd name="T2" fmla="*/ 326 w 326"/>
                    <a:gd name="T3" fmla="*/ 0 h 932"/>
                    <a:gd name="T4" fmla="*/ 324 w 326"/>
                    <a:gd name="T5" fmla="*/ 205 h 932"/>
                    <a:gd name="T6" fmla="*/ 0 w 326"/>
                    <a:gd name="T7" fmla="*/ 932 h 932"/>
                    <a:gd name="T8" fmla="*/ 0 w 326"/>
                    <a:gd name="T9" fmla="*/ 203 h 9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6" h="932">
                      <a:moveTo>
                        <a:pt x="0" y="203"/>
                      </a:moveTo>
                      <a:lnTo>
                        <a:pt x="326" y="0"/>
                      </a:lnTo>
                      <a:lnTo>
                        <a:pt x="324" y="205"/>
                      </a:lnTo>
                      <a:lnTo>
                        <a:pt x="0" y="932"/>
                      </a:lnTo>
                      <a:lnTo>
                        <a:pt x="0" y="203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6="http://schemas.microsoft.com/office/drawing/2014/main"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22" name="ïšlïḋê">
                  <a:extLst>
                    <a:ext uri="{FF2B5EF4-FFF2-40B4-BE49-F238E27FC236}">
                      <a16:creationId xmlns:a16="http://schemas.microsoft.com/office/drawing/2014/main" id="{A6D52312-87D7-6878-8025-F72544275D2B}"/>
                    </a:ext>
                  </a:extLst>
                </p:cNvPr>
                <p:cNvSpPr/>
                <p:nvPr/>
              </p:nvSpPr>
              <p:spPr bwMode="auto">
                <a:xfrm>
                  <a:off x="1942560" y="4325230"/>
                  <a:ext cx="1239515" cy="230423"/>
                </a:xfrm>
                <a:custGeom>
                  <a:avLst/>
                  <a:gdLst>
                    <a:gd name="T0" fmla="*/ 0 w 1092"/>
                    <a:gd name="T1" fmla="*/ 190 h 203"/>
                    <a:gd name="T2" fmla="*/ 875 w 1092"/>
                    <a:gd name="T3" fmla="*/ 0 h 203"/>
                    <a:gd name="T4" fmla="*/ 1092 w 1092"/>
                    <a:gd name="T5" fmla="*/ 0 h 203"/>
                    <a:gd name="T6" fmla="*/ 766 w 1092"/>
                    <a:gd name="T7" fmla="*/ 203 h 203"/>
                    <a:gd name="T8" fmla="*/ 0 w 1092"/>
                    <a:gd name="T9" fmla="*/ 190 h 2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92" h="203">
                      <a:moveTo>
                        <a:pt x="0" y="190"/>
                      </a:moveTo>
                      <a:lnTo>
                        <a:pt x="875" y="0"/>
                      </a:lnTo>
                      <a:lnTo>
                        <a:pt x="1092" y="0"/>
                      </a:lnTo>
                      <a:lnTo>
                        <a:pt x="766" y="203"/>
                      </a:lnTo>
                      <a:lnTo>
                        <a:pt x="0" y="190"/>
                      </a:lnTo>
                      <a:close/>
                    </a:path>
                  </a:pathLst>
                </a:custGeom>
                <a:solidFill>
                  <a:schemeClr val="bg2">
                    <a:alpha val="8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6="http://schemas.microsoft.com/office/drawing/2014/main"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 fontScale="625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23" name="iṩḻïde">
                  <a:extLst>
                    <a:ext uri="{FF2B5EF4-FFF2-40B4-BE49-F238E27FC236}">
                      <a16:creationId xmlns:a16="http://schemas.microsoft.com/office/drawing/2014/main" id="{F7922EC1-224E-EBAB-ECBA-B2D7B36AAF79}"/>
                    </a:ext>
                  </a:extLst>
                </p:cNvPr>
                <p:cNvSpPr/>
                <p:nvPr/>
              </p:nvSpPr>
              <p:spPr bwMode="auto">
                <a:xfrm>
                  <a:off x="1942560" y="4538233"/>
                  <a:ext cx="869476" cy="842234"/>
                </a:xfrm>
                <a:custGeom>
                  <a:avLst/>
                  <a:gdLst>
                    <a:gd name="T0" fmla="*/ 766 w 766"/>
                    <a:gd name="T1" fmla="*/ 13 h 742"/>
                    <a:gd name="T2" fmla="*/ 766 w 766"/>
                    <a:gd name="T3" fmla="*/ 742 h 742"/>
                    <a:gd name="T4" fmla="*/ 21 w 766"/>
                    <a:gd name="T5" fmla="*/ 702 h 742"/>
                    <a:gd name="T6" fmla="*/ 0 w 766"/>
                    <a:gd name="T7" fmla="*/ 0 h 742"/>
                    <a:gd name="T8" fmla="*/ 766 w 766"/>
                    <a:gd name="T9" fmla="*/ 13 h 7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66" h="742">
                      <a:moveTo>
                        <a:pt x="766" y="13"/>
                      </a:moveTo>
                      <a:lnTo>
                        <a:pt x="766" y="742"/>
                      </a:lnTo>
                      <a:lnTo>
                        <a:pt x="21" y="702"/>
                      </a:lnTo>
                      <a:lnTo>
                        <a:pt x="0" y="0"/>
                      </a:lnTo>
                      <a:lnTo>
                        <a:pt x="766" y="13"/>
                      </a:lnTo>
                      <a:close/>
                    </a:path>
                  </a:pathLst>
                </a:cu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6="http://schemas.microsoft.com/office/drawing/2014/main" xmlns:a14="http://schemas.microsoft.com/office/drawing/2010/main" xmlns:p14="http://schemas.microsoft.com/office/powerpoint/2010/main" xmlns:lc="http://schemas.openxmlformats.org/drawingml/2006/lockedCanvas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24" name="ïṣľiḋê">
                  <a:extLst>
                    <a:ext uri="{FF2B5EF4-FFF2-40B4-BE49-F238E27FC236}">
                      <a16:creationId xmlns:a16="http://schemas.microsoft.com/office/drawing/2014/main" id="{1CDF1BEA-A9B4-10CB-3303-50DA132CB013}"/>
                    </a:ext>
                  </a:extLst>
                </p:cNvPr>
                <p:cNvSpPr txBox="1"/>
                <p:nvPr/>
              </p:nvSpPr>
              <p:spPr>
                <a:xfrm>
                  <a:off x="2024266" y="4567043"/>
                  <a:ext cx="470000" cy="707886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norm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000" b="1" dirty="0">
                      <a:solidFill>
                        <a:schemeClr val="bg1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4</a:t>
                  </a:r>
                </a:p>
              </p:txBody>
            </p:sp>
          </p:grpSp>
        </p:grpSp>
        <p:sp>
          <p:nvSpPr>
            <p:cNvPr id="5" name="ïṡḷidê">
              <a:extLst>
                <a:ext uri="{FF2B5EF4-FFF2-40B4-BE49-F238E27FC236}">
                  <a16:creationId xmlns:a16="http://schemas.microsoft.com/office/drawing/2014/main" id="{C17D51D2-FE2A-BD89-ACFC-902C6F8BED8A}"/>
                </a:ext>
              </a:extLst>
            </p:cNvPr>
            <p:cNvSpPr txBox="1"/>
            <p:nvPr/>
          </p:nvSpPr>
          <p:spPr bwMode="auto">
            <a:xfrm>
              <a:off x="1183720" y="1825766"/>
              <a:ext cx="2640029" cy="386864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rmAutofit/>
            </a:bodyPr>
            <a:lstStyle/>
            <a:p>
              <a:pPr algn="r" latinLnBrk="0"/>
              <a:r>
                <a:rPr lang="zh-CN" altLang="en-US" b="1" dirty="0">
                  <a:solidFill>
                    <a:srgbClr val="1269E4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便捷接入</a:t>
              </a:r>
            </a:p>
          </p:txBody>
        </p:sp>
        <p:sp>
          <p:nvSpPr>
            <p:cNvPr id="6" name="îSľîḑe">
              <a:extLst>
                <a:ext uri="{FF2B5EF4-FFF2-40B4-BE49-F238E27FC236}">
                  <a16:creationId xmlns:a16="http://schemas.microsoft.com/office/drawing/2014/main" id="{55CA7DDF-0FDC-7E0A-C6FF-AE802E2EE76A}"/>
                </a:ext>
              </a:extLst>
            </p:cNvPr>
            <p:cNvSpPr/>
            <p:nvPr/>
          </p:nvSpPr>
          <p:spPr>
            <a:xfrm>
              <a:off x="1183720" y="2212630"/>
              <a:ext cx="2640029" cy="526811"/>
            </a:xfrm>
            <a:prstGeom prst="rect">
              <a:avLst/>
            </a:prstGeom>
          </p:spPr>
          <p:txBody>
            <a:bodyPr wrap="square" lIns="91440" tIns="45720" rIns="91440" bIns="45720">
              <a:no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支持多平台</a:t>
              </a:r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SDK</a:t>
              </a: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接入，提高接入效率，联调测试后，即可发布上线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7" name="iSḷiḍê">
              <a:extLst>
                <a:ext uri="{FF2B5EF4-FFF2-40B4-BE49-F238E27FC236}">
                  <a16:creationId xmlns:a16="http://schemas.microsoft.com/office/drawing/2014/main" id="{39959408-96E0-5E92-10EF-9E9B616926D0}"/>
                </a:ext>
              </a:extLst>
            </p:cNvPr>
            <p:cNvSpPr txBox="1"/>
            <p:nvPr/>
          </p:nvSpPr>
          <p:spPr bwMode="auto">
            <a:xfrm>
              <a:off x="887209" y="4553624"/>
              <a:ext cx="2640029" cy="386864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rmAutofit/>
            </a:bodyPr>
            <a:lstStyle/>
            <a:p>
              <a:pPr algn="r" latinLnBrk="0"/>
              <a:r>
                <a:rPr lang="zh-CN" altLang="en-US" b="1" dirty="0">
                  <a:solidFill>
                    <a:srgbClr val="1269E4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场景丰富</a:t>
              </a:r>
            </a:p>
          </p:txBody>
        </p:sp>
        <p:sp>
          <p:nvSpPr>
            <p:cNvPr id="8" name="is1îḑé">
              <a:extLst>
                <a:ext uri="{FF2B5EF4-FFF2-40B4-BE49-F238E27FC236}">
                  <a16:creationId xmlns:a16="http://schemas.microsoft.com/office/drawing/2014/main" id="{128F49BE-FA50-1860-D58E-F59A2374EB56}"/>
                </a:ext>
              </a:extLst>
            </p:cNvPr>
            <p:cNvSpPr/>
            <p:nvPr/>
          </p:nvSpPr>
          <p:spPr>
            <a:xfrm>
              <a:off x="887209" y="4940488"/>
              <a:ext cx="2640029" cy="526811"/>
            </a:xfrm>
            <a:prstGeom prst="rect">
              <a:avLst/>
            </a:prstGeom>
          </p:spPr>
          <p:txBody>
            <a:bodyPr wrap="square" lIns="91440" tIns="45720" rIns="91440" bIns="45720">
              <a:no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适用于以手机号进行注册、登录、安全风控的场景，可实现用户无感知校验，拓宽校验场景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9" name="íṥ1íďe">
              <a:extLst>
                <a:ext uri="{FF2B5EF4-FFF2-40B4-BE49-F238E27FC236}">
                  <a16:creationId xmlns:a16="http://schemas.microsoft.com/office/drawing/2014/main" id="{9C198269-4BCD-9242-E452-DA65FAA9CCFD}"/>
                </a:ext>
              </a:extLst>
            </p:cNvPr>
            <p:cNvSpPr txBox="1"/>
            <p:nvPr/>
          </p:nvSpPr>
          <p:spPr bwMode="auto">
            <a:xfrm>
              <a:off x="7482525" y="4133266"/>
              <a:ext cx="2640029" cy="386864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rmAutofit/>
            </a:bodyPr>
            <a:lstStyle/>
            <a:p>
              <a:pPr latinLnBrk="0"/>
              <a:r>
                <a:rPr lang="zh-CN" altLang="en-US" b="1" dirty="0">
                  <a:solidFill>
                    <a:srgbClr val="1269E4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支持私有化</a:t>
              </a:r>
            </a:p>
          </p:txBody>
        </p:sp>
        <p:sp>
          <p:nvSpPr>
            <p:cNvPr id="10" name="îŝľiḋè">
              <a:extLst>
                <a:ext uri="{FF2B5EF4-FFF2-40B4-BE49-F238E27FC236}">
                  <a16:creationId xmlns:a16="http://schemas.microsoft.com/office/drawing/2014/main" id="{A54D3BCC-9CC9-114B-047D-FEAC6E478033}"/>
                </a:ext>
              </a:extLst>
            </p:cNvPr>
            <p:cNvSpPr/>
            <p:nvPr/>
          </p:nvSpPr>
          <p:spPr>
            <a:xfrm>
              <a:off x="7482525" y="4520130"/>
              <a:ext cx="2640029" cy="526811"/>
            </a:xfrm>
            <a:prstGeom prst="rect">
              <a:avLst/>
            </a:prstGeom>
          </p:spPr>
          <p:txBody>
            <a:bodyPr wrap="square" lIns="91440" tIns="45720" rIns="91440" bIns="4572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提供私有化部署方案，满足企业安全性需求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1" name="îšlîḋê">
              <a:extLst>
                <a:ext uri="{FF2B5EF4-FFF2-40B4-BE49-F238E27FC236}">
                  <a16:creationId xmlns:a16="http://schemas.microsoft.com/office/drawing/2014/main" id="{6837B8B8-07B8-058D-C387-0E8B90A500F3}"/>
                </a:ext>
              </a:extLst>
            </p:cNvPr>
            <p:cNvSpPr txBox="1"/>
            <p:nvPr/>
          </p:nvSpPr>
          <p:spPr bwMode="auto">
            <a:xfrm>
              <a:off x="8473125" y="1749645"/>
              <a:ext cx="2640029" cy="386864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rmAutofit/>
            </a:bodyPr>
            <a:lstStyle/>
            <a:p>
              <a:pPr latinLnBrk="0"/>
              <a:r>
                <a:rPr lang="zh-CN" altLang="en-US" b="1" dirty="0">
                  <a:solidFill>
                    <a:srgbClr val="1269E4"/>
                  </a:solidFill>
                  <a:effectLst/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覆盖全面</a:t>
              </a:r>
            </a:p>
          </p:txBody>
        </p:sp>
        <p:sp>
          <p:nvSpPr>
            <p:cNvPr id="12" name="ís1iḑè">
              <a:extLst>
                <a:ext uri="{FF2B5EF4-FFF2-40B4-BE49-F238E27FC236}">
                  <a16:creationId xmlns:a16="http://schemas.microsoft.com/office/drawing/2014/main" id="{F536890C-118F-5205-4237-CFAF90B30F2D}"/>
                </a:ext>
              </a:extLst>
            </p:cNvPr>
            <p:cNvSpPr/>
            <p:nvPr/>
          </p:nvSpPr>
          <p:spPr>
            <a:xfrm>
              <a:off x="8473125" y="2136509"/>
              <a:ext cx="2640029" cy="526811"/>
            </a:xfrm>
            <a:prstGeom prst="rect">
              <a:avLst/>
            </a:prstGeom>
          </p:spPr>
          <p:txBody>
            <a:bodyPr wrap="square" lIns="91440" tIns="45720" rIns="91440" bIns="4572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支持中国三大运营商全网手机号码认证，一点接入，全国全网覆盖</a:t>
              </a:r>
              <a:endPara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270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连接符 20"/>
          <p:cNvCxnSpPr/>
          <p:nvPr/>
        </p:nvCxnSpPr>
        <p:spPr>
          <a:xfrm flipV="1">
            <a:off x="11292205" y="586740"/>
            <a:ext cx="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239A189-505A-7F83-9EE1-03BB7202F2BC}"/>
              </a:ext>
            </a:extLst>
          </p:cNvPr>
          <p:cNvCxnSpPr>
            <a:cxnSpLocks/>
          </p:cNvCxnSpPr>
          <p:nvPr/>
        </p:nvCxnSpPr>
        <p:spPr>
          <a:xfrm>
            <a:off x="143813" y="3638550"/>
            <a:ext cx="118831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íślïḑé">
            <a:extLst>
              <a:ext uri="{FF2B5EF4-FFF2-40B4-BE49-F238E27FC236}">
                <a16:creationId xmlns:a16="http://schemas.microsoft.com/office/drawing/2014/main" id="{3F6487B2-1EC0-15C7-4083-E0971F329445}"/>
              </a:ext>
            </a:extLst>
          </p:cNvPr>
          <p:cNvSpPr txBox="1"/>
          <p:nvPr/>
        </p:nvSpPr>
        <p:spPr bwMode="auto">
          <a:xfrm>
            <a:off x="701867" y="3253830"/>
            <a:ext cx="813043" cy="7694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ctr">
            <a:normAutofit fontScale="925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4400" b="1" dirty="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</a:t>
            </a:r>
            <a:r>
              <a:rPr lang="en-US" altLang="zh-CN" sz="100" b="1" dirty="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4400" b="1" dirty="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</a:p>
        </p:txBody>
      </p:sp>
      <p:sp>
        <p:nvSpPr>
          <p:cNvPr id="83" name="išḷiḍé">
            <a:extLst>
              <a:ext uri="{FF2B5EF4-FFF2-40B4-BE49-F238E27FC236}">
                <a16:creationId xmlns:a16="http://schemas.microsoft.com/office/drawing/2014/main" id="{E50C9610-8505-56E7-BD14-3BB89906EED6}"/>
              </a:ext>
            </a:extLst>
          </p:cNvPr>
          <p:cNvSpPr txBox="1"/>
          <p:nvPr/>
        </p:nvSpPr>
        <p:spPr bwMode="auto">
          <a:xfrm>
            <a:off x="701867" y="4748726"/>
            <a:ext cx="2380817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开通微网账号</a:t>
            </a:r>
            <a:endParaRPr lang="en-US" altLang="zh-CN" b="1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4" name="ïšľiḍé">
            <a:extLst>
              <a:ext uri="{FF2B5EF4-FFF2-40B4-BE49-F238E27FC236}">
                <a16:creationId xmlns:a16="http://schemas.microsoft.com/office/drawing/2014/main" id="{13927C4A-9A24-B4F1-FB72-C55847F62B2A}"/>
              </a:ext>
            </a:extLst>
          </p:cNvPr>
          <p:cNvSpPr/>
          <p:nvPr/>
        </p:nvSpPr>
        <p:spPr bwMode="auto">
          <a:xfrm>
            <a:off x="701866" y="5217233"/>
            <a:ext cx="2217797" cy="823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开通测试账号，充值测试余量，老客户可使用现有账号</a:t>
            </a:r>
            <a:endParaRPr lang="en-US" altLang="zh-CN" sz="1200" dirty="0">
              <a:solidFill>
                <a:srgbClr val="40404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1" name="ïṥlïḑe">
            <a:extLst>
              <a:ext uri="{FF2B5EF4-FFF2-40B4-BE49-F238E27FC236}">
                <a16:creationId xmlns:a16="http://schemas.microsoft.com/office/drawing/2014/main" id="{E39D7CD3-81EC-0F6C-25D7-9A750894B70F}"/>
              </a:ext>
            </a:extLst>
          </p:cNvPr>
          <p:cNvSpPr/>
          <p:nvPr/>
        </p:nvSpPr>
        <p:spPr>
          <a:xfrm>
            <a:off x="143813" y="4873797"/>
            <a:ext cx="558054" cy="558054"/>
          </a:xfrm>
          <a:prstGeom prst="ellipse">
            <a:avLst/>
          </a:prstGeom>
          <a:solidFill>
            <a:srgbClr val="3D8BFA"/>
          </a:solidFill>
          <a:ln w="3175">
            <a:noFill/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lnSpcReduction="10000"/>
          </a:bodyPr>
          <a:lstStyle/>
          <a:p>
            <a:pPr algn="ctr" defTabSz="914354"/>
            <a:endParaRPr lang="zh-CN" altLang="en-US" sz="2000" b="1" i="1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2" name="îṡľide">
            <a:extLst>
              <a:ext uri="{FF2B5EF4-FFF2-40B4-BE49-F238E27FC236}">
                <a16:creationId xmlns:a16="http://schemas.microsoft.com/office/drawing/2014/main" id="{74EC6656-9DAF-0CF7-418B-BC27227E24FB}"/>
              </a:ext>
            </a:extLst>
          </p:cNvPr>
          <p:cNvSpPr/>
          <p:nvPr/>
        </p:nvSpPr>
        <p:spPr>
          <a:xfrm>
            <a:off x="232388" y="4985752"/>
            <a:ext cx="380904" cy="334144"/>
          </a:xfrm>
          <a:custGeom>
            <a:avLst/>
            <a:gdLst>
              <a:gd name="connsiteX0" fmla="*/ 352921 w 607646"/>
              <a:gd name="connsiteY0" fmla="*/ 457945 h 533051"/>
              <a:gd name="connsiteX1" fmla="*/ 342979 w 607646"/>
              <a:gd name="connsiteY1" fmla="*/ 462170 h 533051"/>
              <a:gd name="connsiteX2" fmla="*/ 338854 w 607646"/>
              <a:gd name="connsiteY2" fmla="*/ 472100 h 533051"/>
              <a:gd name="connsiteX3" fmla="*/ 342979 w 607646"/>
              <a:gd name="connsiteY3" fmla="*/ 482029 h 533051"/>
              <a:gd name="connsiteX4" fmla="*/ 352921 w 607646"/>
              <a:gd name="connsiteY4" fmla="*/ 486149 h 533051"/>
              <a:gd name="connsiteX5" fmla="*/ 362863 w 607646"/>
              <a:gd name="connsiteY5" fmla="*/ 482029 h 533051"/>
              <a:gd name="connsiteX6" fmla="*/ 366987 w 607646"/>
              <a:gd name="connsiteY6" fmla="*/ 472100 h 533051"/>
              <a:gd name="connsiteX7" fmla="*/ 362863 w 607646"/>
              <a:gd name="connsiteY7" fmla="*/ 462170 h 533051"/>
              <a:gd name="connsiteX8" fmla="*/ 352921 w 607646"/>
              <a:gd name="connsiteY8" fmla="*/ 457945 h 533051"/>
              <a:gd name="connsiteX9" fmla="*/ 438485 w 607646"/>
              <a:gd name="connsiteY9" fmla="*/ 375972 h 533051"/>
              <a:gd name="connsiteX10" fmla="*/ 431081 w 607646"/>
              <a:gd name="connsiteY10" fmla="*/ 379141 h 533051"/>
              <a:gd name="connsiteX11" fmla="*/ 372699 w 607646"/>
              <a:gd name="connsiteY11" fmla="*/ 437346 h 533051"/>
              <a:gd name="connsiteX12" fmla="*/ 369632 w 607646"/>
              <a:gd name="connsiteY12" fmla="*/ 444846 h 533051"/>
              <a:gd name="connsiteX13" fmla="*/ 372699 w 607646"/>
              <a:gd name="connsiteY13" fmla="*/ 452346 h 533051"/>
              <a:gd name="connsiteX14" fmla="*/ 380208 w 607646"/>
              <a:gd name="connsiteY14" fmla="*/ 455409 h 533051"/>
              <a:gd name="connsiteX15" fmla="*/ 387612 w 607646"/>
              <a:gd name="connsiteY15" fmla="*/ 452346 h 533051"/>
              <a:gd name="connsiteX16" fmla="*/ 445994 w 607646"/>
              <a:gd name="connsiteY16" fmla="*/ 394035 h 533051"/>
              <a:gd name="connsiteX17" fmla="*/ 449062 w 607646"/>
              <a:gd name="connsiteY17" fmla="*/ 386535 h 533051"/>
              <a:gd name="connsiteX18" fmla="*/ 445994 w 607646"/>
              <a:gd name="connsiteY18" fmla="*/ 379141 h 533051"/>
              <a:gd name="connsiteX19" fmla="*/ 438485 w 607646"/>
              <a:gd name="connsiteY19" fmla="*/ 375972 h 533051"/>
              <a:gd name="connsiteX20" fmla="*/ 534943 w 607646"/>
              <a:gd name="connsiteY20" fmla="*/ 217624 h 533051"/>
              <a:gd name="connsiteX21" fmla="*/ 553981 w 607646"/>
              <a:gd name="connsiteY21" fmla="*/ 225547 h 533051"/>
              <a:gd name="connsiteX22" fmla="*/ 554404 w 607646"/>
              <a:gd name="connsiteY22" fmla="*/ 225969 h 533051"/>
              <a:gd name="connsiteX23" fmla="*/ 556520 w 607646"/>
              <a:gd name="connsiteY23" fmla="*/ 230934 h 533051"/>
              <a:gd name="connsiteX24" fmla="*/ 554510 w 607646"/>
              <a:gd name="connsiteY24" fmla="*/ 235899 h 533051"/>
              <a:gd name="connsiteX25" fmla="*/ 524050 w 607646"/>
              <a:gd name="connsiteY25" fmla="*/ 266322 h 533051"/>
              <a:gd name="connsiteX26" fmla="*/ 516752 w 607646"/>
              <a:gd name="connsiteY26" fmla="*/ 283752 h 533051"/>
              <a:gd name="connsiteX27" fmla="*/ 524050 w 607646"/>
              <a:gd name="connsiteY27" fmla="*/ 301182 h 533051"/>
              <a:gd name="connsiteX28" fmla="*/ 541501 w 607646"/>
              <a:gd name="connsiteY28" fmla="*/ 308365 h 533051"/>
              <a:gd name="connsiteX29" fmla="*/ 558952 w 607646"/>
              <a:gd name="connsiteY29" fmla="*/ 301182 h 533051"/>
              <a:gd name="connsiteX30" fmla="*/ 589413 w 607646"/>
              <a:gd name="connsiteY30" fmla="*/ 270759 h 533051"/>
              <a:gd name="connsiteX31" fmla="*/ 594384 w 607646"/>
              <a:gd name="connsiteY31" fmla="*/ 268752 h 533051"/>
              <a:gd name="connsiteX32" fmla="*/ 599355 w 607646"/>
              <a:gd name="connsiteY32" fmla="*/ 270759 h 533051"/>
              <a:gd name="connsiteX33" fmla="*/ 599778 w 607646"/>
              <a:gd name="connsiteY33" fmla="*/ 271181 h 533051"/>
              <a:gd name="connsiteX34" fmla="*/ 606758 w 607646"/>
              <a:gd name="connsiteY34" fmla="*/ 297168 h 533051"/>
              <a:gd name="connsiteX35" fmla="*/ 590047 w 607646"/>
              <a:gd name="connsiteY35" fmla="*/ 359704 h 533051"/>
              <a:gd name="connsiteX36" fmla="*/ 571010 w 607646"/>
              <a:gd name="connsiteY36" fmla="*/ 378612 h 533051"/>
              <a:gd name="connsiteX37" fmla="*/ 570798 w 607646"/>
              <a:gd name="connsiteY37" fmla="*/ 378718 h 533051"/>
              <a:gd name="connsiteX38" fmla="*/ 501627 w 607646"/>
              <a:gd name="connsiteY38" fmla="*/ 395303 h 533051"/>
              <a:gd name="connsiteX39" fmla="*/ 377987 w 607646"/>
              <a:gd name="connsiteY39" fmla="*/ 518790 h 533051"/>
              <a:gd name="connsiteX40" fmla="*/ 343507 w 607646"/>
              <a:gd name="connsiteY40" fmla="*/ 533051 h 533051"/>
              <a:gd name="connsiteX41" fmla="*/ 309028 w 607646"/>
              <a:gd name="connsiteY41" fmla="*/ 518790 h 533051"/>
              <a:gd name="connsiteX42" fmla="*/ 306066 w 607646"/>
              <a:gd name="connsiteY42" fmla="*/ 515833 h 533051"/>
              <a:gd name="connsiteX43" fmla="*/ 291788 w 607646"/>
              <a:gd name="connsiteY43" fmla="*/ 481501 h 533051"/>
              <a:gd name="connsiteX44" fmla="*/ 306066 w 607646"/>
              <a:gd name="connsiteY44" fmla="*/ 447064 h 533051"/>
              <a:gd name="connsiteX45" fmla="*/ 429707 w 607646"/>
              <a:gd name="connsiteY45" fmla="*/ 323576 h 533051"/>
              <a:gd name="connsiteX46" fmla="*/ 446418 w 607646"/>
              <a:gd name="connsiteY46" fmla="*/ 254491 h 533051"/>
              <a:gd name="connsiteX47" fmla="*/ 446418 w 607646"/>
              <a:gd name="connsiteY47" fmla="*/ 254280 h 533051"/>
              <a:gd name="connsiteX48" fmla="*/ 465455 w 607646"/>
              <a:gd name="connsiteY48" fmla="*/ 235265 h 533051"/>
              <a:gd name="connsiteX49" fmla="*/ 527963 w 607646"/>
              <a:gd name="connsiteY49" fmla="*/ 218575 h 533051"/>
              <a:gd name="connsiteX50" fmla="*/ 534943 w 607646"/>
              <a:gd name="connsiteY50" fmla="*/ 217624 h 533051"/>
              <a:gd name="connsiteX51" fmla="*/ 253873 w 607646"/>
              <a:gd name="connsiteY51" fmla="*/ 140927 h 533051"/>
              <a:gd name="connsiteX52" fmla="*/ 141005 w 607646"/>
              <a:gd name="connsiteY52" fmla="*/ 253542 h 533051"/>
              <a:gd name="connsiteX53" fmla="*/ 253873 w 607646"/>
              <a:gd name="connsiteY53" fmla="*/ 366262 h 533051"/>
              <a:gd name="connsiteX54" fmla="*/ 366741 w 607646"/>
              <a:gd name="connsiteY54" fmla="*/ 253542 h 533051"/>
              <a:gd name="connsiteX55" fmla="*/ 253873 w 607646"/>
              <a:gd name="connsiteY55" fmla="*/ 140927 h 533051"/>
              <a:gd name="connsiteX56" fmla="*/ 232929 w 607646"/>
              <a:gd name="connsiteY56" fmla="*/ 0 h 533051"/>
              <a:gd name="connsiteX57" fmla="*/ 274818 w 607646"/>
              <a:gd name="connsiteY57" fmla="*/ 0 h 533051"/>
              <a:gd name="connsiteX58" fmla="*/ 316918 w 607646"/>
              <a:gd name="connsiteY58" fmla="*/ 42045 h 533051"/>
              <a:gd name="connsiteX59" fmla="*/ 316918 w 607646"/>
              <a:gd name="connsiteY59" fmla="*/ 55885 h 533051"/>
              <a:gd name="connsiteX60" fmla="*/ 349287 w 607646"/>
              <a:gd name="connsiteY60" fmla="*/ 69301 h 533051"/>
              <a:gd name="connsiteX61" fmla="*/ 359125 w 607646"/>
              <a:gd name="connsiteY61" fmla="*/ 59476 h 533051"/>
              <a:gd name="connsiteX62" fmla="*/ 388849 w 607646"/>
              <a:gd name="connsiteY62" fmla="*/ 47222 h 533051"/>
              <a:gd name="connsiteX63" fmla="*/ 418574 w 607646"/>
              <a:gd name="connsiteY63" fmla="*/ 59476 h 533051"/>
              <a:gd name="connsiteX64" fmla="*/ 448192 w 607646"/>
              <a:gd name="connsiteY64" fmla="*/ 89162 h 533051"/>
              <a:gd name="connsiteX65" fmla="*/ 448192 w 607646"/>
              <a:gd name="connsiteY65" fmla="*/ 148533 h 533051"/>
              <a:gd name="connsiteX66" fmla="*/ 438460 w 607646"/>
              <a:gd name="connsiteY66" fmla="*/ 158252 h 533051"/>
              <a:gd name="connsiteX67" fmla="*/ 451789 w 607646"/>
              <a:gd name="connsiteY67" fmla="*/ 190684 h 533051"/>
              <a:gd name="connsiteX68" fmla="*/ 465752 w 607646"/>
              <a:gd name="connsiteY68" fmla="*/ 190684 h 533051"/>
              <a:gd name="connsiteX69" fmla="*/ 497909 w 607646"/>
              <a:gd name="connsiteY69" fmla="*/ 205685 h 533051"/>
              <a:gd name="connsiteX70" fmla="*/ 450837 w 607646"/>
              <a:gd name="connsiteY70" fmla="*/ 218257 h 533051"/>
              <a:gd name="connsiteX71" fmla="*/ 419420 w 607646"/>
              <a:gd name="connsiteY71" fmla="*/ 249739 h 533051"/>
              <a:gd name="connsiteX72" fmla="*/ 419208 w 607646"/>
              <a:gd name="connsiteY72" fmla="*/ 250372 h 533051"/>
              <a:gd name="connsiteX73" fmla="*/ 403764 w 607646"/>
              <a:gd name="connsiteY73" fmla="*/ 314603 h 533051"/>
              <a:gd name="connsiteX74" fmla="*/ 283598 w 607646"/>
              <a:gd name="connsiteY74" fmla="*/ 434613 h 533051"/>
              <a:gd name="connsiteX75" fmla="*/ 264134 w 607646"/>
              <a:gd name="connsiteY75" fmla="*/ 481518 h 533051"/>
              <a:gd name="connsiteX76" fmla="*/ 269317 w 607646"/>
              <a:gd name="connsiteY76" fmla="*/ 507083 h 533051"/>
              <a:gd name="connsiteX77" fmla="*/ 232929 w 607646"/>
              <a:gd name="connsiteY77" fmla="*/ 507083 h 533051"/>
              <a:gd name="connsiteX78" fmla="*/ 190828 w 607646"/>
              <a:gd name="connsiteY78" fmla="*/ 465143 h 533051"/>
              <a:gd name="connsiteX79" fmla="*/ 190828 w 607646"/>
              <a:gd name="connsiteY79" fmla="*/ 451304 h 533051"/>
              <a:gd name="connsiteX80" fmla="*/ 158459 w 607646"/>
              <a:gd name="connsiteY80" fmla="*/ 437888 h 533051"/>
              <a:gd name="connsiteX81" fmla="*/ 148622 w 607646"/>
              <a:gd name="connsiteY81" fmla="*/ 447712 h 533051"/>
              <a:gd name="connsiteX82" fmla="*/ 118897 w 607646"/>
              <a:gd name="connsiteY82" fmla="*/ 459967 h 533051"/>
              <a:gd name="connsiteX83" fmla="*/ 89173 w 607646"/>
              <a:gd name="connsiteY83" fmla="*/ 447712 h 533051"/>
              <a:gd name="connsiteX84" fmla="*/ 59554 w 607646"/>
              <a:gd name="connsiteY84" fmla="*/ 418027 h 533051"/>
              <a:gd name="connsiteX85" fmla="*/ 59554 w 607646"/>
              <a:gd name="connsiteY85" fmla="*/ 358656 h 533051"/>
              <a:gd name="connsiteX86" fmla="*/ 69286 w 607646"/>
              <a:gd name="connsiteY86" fmla="*/ 348831 h 533051"/>
              <a:gd name="connsiteX87" fmla="*/ 55958 w 607646"/>
              <a:gd name="connsiteY87" fmla="*/ 316505 h 533051"/>
              <a:gd name="connsiteX88" fmla="*/ 41995 w 607646"/>
              <a:gd name="connsiteY88" fmla="*/ 316505 h 533051"/>
              <a:gd name="connsiteX89" fmla="*/ 0 w 607646"/>
              <a:gd name="connsiteY89" fmla="*/ 274565 h 533051"/>
              <a:gd name="connsiteX90" fmla="*/ 0 w 607646"/>
              <a:gd name="connsiteY90" fmla="*/ 232625 h 533051"/>
              <a:gd name="connsiteX91" fmla="*/ 41995 w 607646"/>
              <a:gd name="connsiteY91" fmla="*/ 190684 h 533051"/>
              <a:gd name="connsiteX92" fmla="*/ 55958 w 607646"/>
              <a:gd name="connsiteY92" fmla="*/ 190684 h 533051"/>
              <a:gd name="connsiteX93" fmla="*/ 69286 w 607646"/>
              <a:gd name="connsiteY93" fmla="*/ 158252 h 533051"/>
              <a:gd name="connsiteX94" fmla="*/ 59554 w 607646"/>
              <a:gd name="connsiteY94" fmla="*/ 148533 h 533051"/>
              <a:gd name="connsiteX95" fmla="*/ 59554 w 607646"/>
              <a:gd name="connsiteY95" fmla="*/ 89162 h 533051"/>
              <a:gd name="connsiteX96" fmla="*/ 89173 w 607646"/>
              <a:gd name="connsiteY96" fmla="*/ 59476 h 533051"/>
              <a:gd name="connsiteX97" fmla="*/ 118897 w 607646"/>
              <a:gd name="connsiteY97" fmla="*/ 47222 h 533051"/>
              <a:gd name="connsiteX98" fmla="*/ 148622 w 607646"/>
              <a:gd name="connsiteY98" fmla="*/ 59476 h 533051"/>
              <a:gd name="connsiteX99" fmla="*/ 158459 w 607646"/>
              <a:gd name="connsiteY99" fmla="*/ 69301 h 533051"/>
              <a:gd name="connsiteX100" fmla="*/ 190828 w 607646"/>
              <a:gd name="connsiteY100" fmla="*/ 55885 h 533051"/>
              <a:gd name="connsiteX101" fmla="*/ 190828 w 607646"/>
              <a:gd name="connsiteY101" fmla="*/ 42045 h 533051"/>
              <a:gd name="connsiteX102" fmla="*/ 232929 w 607646"/>
              <a:gd name="connsiteY102" fmla="*/ 0 h 533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607646" h="533051">
                <a:moveTo>
                  <a:pt x="352921" y="457945"/>
                </a:moveTo>
                <a:cubicBezTo>
                  <a:pt x="349113" y="457945"/>
                  <a:pt x="345623" y="459423"/>
                  <a:pt x="342979" y="462170"/>
                </a:cubicBezTo>
                <a:cubicBezTo>
                  <a:pt x="340229" y="464811"/>
                  <a:pt x="338854" y="468297"/>
                  <a:pt x="338854" y="472100"/>
                </a:cubicBezTo>
                <a:cubicBezTo>
                  <a:pt x="338854" y="475797"/>
                  <a:pt x="340229" y="479389"/>
                  <a:pt x="342979" y="482029"/>
                </a:cubicBezTo>
                <a:cubicBezTo>
                  <a:pt x="345623" y="484670"/>
                  <a:pt x="349113" y="486149"/>
                  <a:pt x="352921" y="486149"/>
                </a:cubicBezTo>
                <a:cubicBezTo>
                  <a:pt x="356622" y="486149"/>
                  <a:pt x="360218" y="484670"/>
                  <a:pt x="362863" y="482029"/>
                </a:cubicBezTo>
                <a:cubicBezTo>
                  <a:pt x="365507" y="479389"/>
                  <a:pt x="366987" y="475797"/>
                  <a:pt x="366987" y="472100"/>
                </a:cubicBezTo>
                <a:cubicBezTo>
                  <a:pt x="366987" y="468297"/>
                  <a:pt x="365507" y="464811"/>
                  <a:pt x="362863" y="462170"/>
                </a:cubicBezTo>
                <a:cubicBezTo>
                  <a:pt x="360218" y="459423"/>
                  <a:pt x="356622" y="457945"/>
                  <a:pt x="352921" y="457945"/>
                </a:cubicBezTo>
                <a:close/>
                <a:moveTo>
                  <a:pt x="438485" y="375972"/>
                </a:moveTo>
                <a:cubicBezTo>
                  <a:pt x="435735" y="375972"/>
                  <a:pt x="432985" y="377134"/>
                  <a:pt x="431081" y="379141"/>
                </a:cubicBezTo>
                <a:lnTo>
                  <a:pt x="372699" y="437346"/>
                </a:lnTo>
                <a:cubicBezTo>
                  <a:pt x="370689" y="439353"/>
                  <a:pt x="369632" y="441994"/>
                  <a:pt x="369632" y="444846"/>
                </a:cubicBezTo>
                <a:cubicBezTo>
                  <a:pt x="369632" y="447698"/>
                  <a:pt x="370689" y="450339"/>
                  <a:pt x="372699" y="452346"/>
                </a:cubicBezTo>
                <a:cubicBezTo>
                  <a:pt x="374708" y="454353"/>
                  <a:pt x="377352" y="455409"/>
                  <a:pt x="380208" y="455409"/>
                </a:cubicBezTo>
                <a:cubicBezTo>
                  <a:pt x="382958" y="455409"/>
                  <a:pt x="385602" y="454353"/>
                  <a:pt x="387612" y="452346"/>
                </a:cubicBezTo>
                <a:lnTo>
                  <a:pt x="445994" y="394035"/>
                </a:lnTo>
                <a:cubicBezTo>
                  <a:pt x="448004" y="392028"/>
                  <a:pt x="449062" y="389387"/>
                  <a:pt x="449062" y="386535"/>
                </a:cubicBezTo>
                <a:cubicBezTo>
                  <a:pt x="449062" y="383789"/>
                  <a:pt x="448004" y="381148"/>
                  <a:pt x="445994" y="379141"/>
                </a:cubicBezTo>
                <a:cubicBezTo>
                  <a:pt x="443985" y="377134"/>
                  <a:pt x="441341" y="375972"/>
                  <a:pt x="438485" y="375972"/>
                </a:cubicBezTo>
                <a:close/>
                <a:moveTo>
                  <a:pt x="534943" y="217624"/>
                </a:moveTo>
                <a:cubicBezTo>
                  <a:pt x="542136" y="217624"/>
                  <a:pt x="548905" y="220371"/>
                  <a:pt x="553981" y="225547"/>
                </a:cubicBezTo>
                <a:lnTo>
                  <a:pt x="554404" y="225969"/>
                </a:lnTo>
                <a:cubicBezTo>
                  <a:pt x="555779" y="227237"/>
                  <a:pt x="556520" y="229033"/>
                  <a:pt x="556520" y="230934"/>
                </a:cubicBezTo>
                <a:cubicBezTo>
                  <a:pt x="556520" y="232836"/>
                  <a:pt x="555779" y="234632"/>
                  <a:pt x="554510" y="235899"/>
                </a:cubicBezTo>
                <a:lnTo>
                  <a:pt x="524050" y="266322"/>
                </a:lnTo>
                <a:cubicBezTo>
                  <a:pt x="519396" y="270970"/>
                  <a:pt x="516752" y="277203"/>
                  <a:pt x="516752" y="283752"/>
                </a:cubicBezTo>
                <a:cubicBezTo>
                  <a:pt x="516752" y="290301"/>
                  <a:pt x="519396" y="296534"/>
                  <a:pt x="524050" y="301182"/>
                </a:cubicBezTo>
                <a:cubicBezTo>
                  <a:pt x="528703" y="305830"/>
                  <a:pt x="534838" y="308365"/>
                  <a:pt x="541501" y="308365"/>
                </a:cubicBezTo>
                <a:cubicBezTo>
                  <a:pt x="548058" y="308365"/>
                  <a:pt x="554299" y="305830"/>
                  <a:pt x="558952" y="301182"/>
                </a:cubicBezTo>
                <a:lnTo>
                  <a:pt x="589413" y="270759"/>
                </a:lnTo>
                <a:cubicBezTo>
                  <a:pt x="590682" y="269491"/>
                  <a:pt x="592480" y="268752"/>
                  <a:pt x="594384" y="268752"/>
                </a:cubicBezTo>
                <a:cubicBezTo>
                  <a:pt x="596288" y="268752"/>
                  <a:pt x="597980" y="269491"/>
                  <a:pt x="599355" y="270759"/>
                </a:cubicBezTo>
                <a:lnTo>
                  <a:pt x="599778" y="271181"/>
                </a:lnTo>
                <a:cubicBezTo>
                  <a:pt x="606547" y="277942"/>
                  <a:pt x="609191" y="287977"/>
                  <a:pt x="606758" y="297168"/>
                </a:cubicBezTo>
                <a:lnTo>
                  <a:pt x="590047" y="359704"/>
                </a:lnTo>
                <a:cubicBezTo>
                  <a:pt x="587509" y="368894"/>
                  <a:pt x="580211" y="376183"/>
                  <a:pt x="571010" y="378612"/>
                </a:cubicBezTo>
                <a:cubicBezTo>
                  <a:pt x="570904" y="378718"/>
                  <a:pt x="570904" y="378718"/>
                  <a:pt x="570798" y="378718"/>
                </a:cubicBezTo>
                <a:lnTo>
                  <a:pt x="501627" y="395303"/>
                </a:lnTo>
                <a:lnTo>
                  <a:pt x="377987" y="518790"/>
                </a:lnTo>
                <a:cubicBezTo>
                  <a:pt x="368785" y="527981"/>
                  <a:pt x="356517" y="533051"/>
                  <a:pt x="343507" y="533051"/>
                </a:cubicBezTo>
                <a:cubicBezTo>
                  <a:pt x="330498" y="533051"/>
                  <a:pt x="318229" y="527981"/>
                  <a:pt x="309028" y="518790"/>
                </a:cubicBezTo>
                <a:lnTo>
                  <a:pt x="306066" y="515833"/>
                </a:lnTo>
                <a:cubicBezTo>
                  <a:pt x="296865" y="506642"/>
                  <a:pt x="291788" y="494494"/>
                  <a:pt x="291788" y="481501"/>
                </a:cubicBezTo>
                <a:cubicBezTo>
                  <a:pt x="291788" y="468402"/>
                  <a:pt x="296865" y="456254"/>
                  <a:pt x="306066" y="447064"/>
                </a:cubicBezTo>
                <a:lnTo>
                  <a:pt x="429707" y="323576"/>
                </a:lnTo>
                <a:lnTo>
                  <a:pt x="446418" y="254491"/>
                </a:lnTo>
                <a:cubicBezTo>
                  <a:pt x="446418" y="254385"/>
                  <a:pt x="446418" y="254385"/>
                  <a:pt x="446418" y="254280"/>
                </a:cubicBezTo>
                <a:cubicBezTo>
                  <a:pt x="448956" y="245089"/>
                  <a:pt x="456254" y="237801"/>
                  <a:pt x="465455" y="235265"/>
                </a:cubicBezTo>
                <a:lnTo>
                  <a:pt x="527963" y="218575"/>
                </a:lnTo>
                <a:cubicBezTo>
                  <a:pt x="530290" y="217941"/>
                  <a:pt x="532617" y="217624"/>
                  <a:pt x="534943" y="217624"/>
                </a:cubicBezTo>
                <a:close/>
                <a:moveTo>
                  <a:pt x="253873" y="140927"/>
                </a:moveTo>
                <a:cubicBezTo>
                  <a:pt x="191674" y="140927"/>
                  <a:pt x="141005" y="191424"/>
                  <a:pt x="141005" y="253542"/>
                </a:cubicBezTo>
                <a:cubicBezTo>
                  <a:pt x="141005" y="315765"/>
                  <a:pt x="191674" y="366262"/>
                  <a:pt x="253873" y="366262"/>
                </a:cubicBezTo>
                <a:cubicBezTo>
                  <a:pt x="316072" y="366262"/>
                  <a:pt x="366741" y="315765"/>
                  <a:pt x="366741" y="253542"/>
                </a:cubicBezTo>
                <a:cubicBezTo>
                  <a:pt x="366741" y="191424"/>
                  <a:pt x="316072" y="140927"/>
                  <a:pt x="253873" y="140927"/>
                </a:cubicBezTo>
                <a:close/>
                <a:moveTo>
                  <a:pt x="232929" y="0"/>
                </a:moveTo>
                <a:lnTo>
                  <a:pt x="274818" y="0"/>
                </a:lnTo>
                <a:cubicBezTo>
                  <a:pt x="298090" y="0"/>
                  <a:pt x="316918" y="18910"/>
                  <a:pt x="316918" y="42045"/>
                </a:cubicBezTo>
                <a:lnTo>
                  <a:pt x="316918" y="55885"/>
                </a:lnTo>
                <a:cubicBezTo>
                  <a:pt x="328025" y="59371"/>
                  <a:pt x="338921" y="63913"/>
                  <a:pt x="349287" y="69301"/>
                </a:cubicBezTo>
                <a:lnTo>
                  <a:pt x="359125" y="59476"/>
                </a:lnTo>
                <a:cubicBezTo>
                  <a:pt x="367058" y="51553"/>
                  <a:pt x="377637" y="47222"/>
                  <a:pt x="388849" y="47222"/>
                </a:cubicBezTo>
                <a:cubicBezTo>
                  <a:pt x="400062" y="47222"/>
                  <a:pt x="410640" y="51553"/>
                  <a:pt x="418574" y="59476"/>
                </a:cubicBezTo>
                <a:lnTo>
                  <a:pt x="448192" y="89162"/>
                </a:lnTo>
                <a:cubicBezTo>
                  <a:pt x="464588" y="105536"/>
                  <a:pt x="464588" y="132158"/>
                  <a:pt x="448192" y="148533"/>
                </a:cubicBezTo>
                <a:lnTo>
                  <a:pt x="438460" y="158252"/>
                </a:lnTo>
                <a:cubicBezTo>
                  <a:pt x="443749" y="168710"/>
                  <a:pt x="448298" y="179486"/>
                  <a:pt x="451789" y="190684"/>
                </a:cubicBezTo>
                <a:lnTo>
                  <a:pt x="465752" y="190684"/>
                </a:lnTo>
                <a:cubicBezTo>
                  <a:pt x="478657" y="190684"/>
                  <a:pt x="490187" y="196494"/>
                  <a:pt x="497909" y="205685"/>
                </a:cubicBezTo>
                <a:lnTo>
                  <a:pt x="450837" y="218257"/>
                </a:lnTo>
                <a:cubicBezTo>
                  <a:pt x="435604" y="222377"/>
                  <a:pt x="423440" y="234420"/>
                  <a:pt x="419420" y="249739"/>
                </a:cubicBezTo>
                <a:cubicBezTo>
                  <a:pt x="419314" y="249950"/>
                  <a:pt x="419314" y="250161"/>
                  <a:pt x="419208" y="250372"/>
                </a:cubicBezTo>
                <a:lnTo>
                  <a:pt x="403764" y="314603"/>
                </a:lnTo>
                <a:lnTo>
                  <a:pt x="283598" y="434613"/>
                </a:lnTo>
                <a:cubicBezTo>
                  <a:pt x="271010" y="447078"/>
                  <a:pt x="264134" y="463770"/>
                  <a:pt x="264134" y="481518"/>
                </a:cubicBezTo>
                <a:cubicBezTo>
                  <a:pt x="264134" y="490392"/>
                  <a:pt x="265932" y="499160"/>
                  <a:pt x="269317" y="507083"/>
                </a:cubicBezTo>
                <a:lnTo>
                  <a:pt x="232929" y="507083"/>
                </a:lnTo>
                <a:cubicBezTo>
                  <a:pt x="209657" y="507083"/>
                  <a:pt x="190828" y="488279"/>
                  <a:pt x="190828" y="465143"/>
                </a:cubicBezTo>
                <a:lnTo>
                  <a:pt x="190828" y="451304"/>
                </a:lnTo>
                <a:cubicBezTo>
                  <a:pt x="179721" y="447712"/>
                  <a:pt x="168826" y="443275"/>
                  <a:pt x="158459" y="437888"/>
                </a:cubicBezTo>
                <a:lnTo>
                  <a:pt x="148622" y="447712"/>
                </a:lnTo>
                <a:cubicBezTo>
                  <a:pt x="140688" y="455635"/>
                  <a:pt x="130110" y="459967"/>
                  <a:pt x="118897" y="459967"/>
                </a:cubicBezTo>
                <a:cubicBezTo>
                  <a:pt x="107685" y="459967"/>
                  <a:pt x="97107" y="455635"/>
                  <a:pt x="89173" y="447712"/>
                </a:cubicBezTo>
                <a:lnTo>
                  <a:pt x="59554" y="418027"/>
                </a:lnTo>
                <a:cubicBezTo>
                  <a:pt x="43158" y="401652"/>
                  <a:pt x="43158" y="375030"/>
                  <a:pt x="59554" y="358656"/>
                </a:cubicBezTo>
                <a:lnTo>
                  <a:pt x="69286" y="348831"/>
                </a:lnTo>
                <a:cubicBezTo>
                  <a:pt x="63997" y="338478"/>
                  <a:pt x="59449" y="327597"/>
                  <a:pt x="55958" y="316505"/>
                </a:cubicBezTo>
                <a:lnTo>
                  <a:pt x="41995" y="316505"/>
                </a:lnTo>
                <a:cubicBezTo>
                  <a:pt x="18829" y="316505"/>
                  <a:pt x="0" y="297700"/>
                  <a:pt x="0" y="274565"/>
                </a:cubicBezTo>
                <a:lnTo>
                  <a:pt x="0" y="232625"/>
                </a:lnTo>
                <a:cubicBezTo>
                  <a:pt x="0" y="209488"/>
                  <a:pt x="18829" y="190684"/>
                  <a:pt x="41995" y="190684"/>
                </a:cubicBezTo>
                <a:lnTo>
                  <a:pt x="55958" y="190684"/>
                </a:lnTo>
                <a:cubicBezTo>
                  <a:pt x="59449" y="179486"/>
                  <a:pt x="63997" y="168710"/>
                  <a:pt x="69286" y="158252"/>
                </a:cubicBezTo>
                <a:lnTo>
                  <a:pt x="59554" y="148533"/>
                </a:lnTo>
                <a:cubicBezTo>
                  <a:pt x="43158" y="132158"/>
                  <a:pt x="43158" y="105536"/>
                  <a:pt x="59554" y="89162"/>
                </a:cubicBezTo>
                <a:lnTo>
                  <a:pt x="89173" y="59476"/>
                </a:lnTo>
                <a:cubicBezTo>
                  <a:pt x="97107" y="51553"/>
                  <a:pt x="107685" y="47222"/>
                  <a:pt x="118897" y="47222"/>
                </a:cubicBezTo>
                <a:cubicBezTo>
                  <a:pt x="130110" y="47222"/>
                  <a:pt x="140688" y="51553"/>
                  <a:pt x="148622" y="59476"/>
                </a:cubicBezTo>
                <a:lnTo>
                  <a:pt x="158459" y="69301"/>
                </a:lnTo>
                <a:cubicBezTo>
                  <a:pt x="168826" y="63913"/>
                  <a:pt x="179721" y="59371"/>
                  <a:pt x="190828" y="55885"/>
                </a:cubicBezTo>
                <a:lnTo>
                  <a:pt x="190828" y="42045"/>
                </a:lnTo>
                <a:cubicBezTo>
                  <a:pt x="190828" y="18910"/>
                  <a:pt x="209657" y="0"/>
                  <a:pt x="232929" y="0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/>
            <a:endParaRPr lang="zh-CN" altLang="en-US" sz="2000" b="1" i="1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3A5B7C28-B145-0343-4BF5-56D1F73A75C0}"/>
              </a:ext>
            </a:extLst>
          </p:cNvPr>
          <p:cNvCxnSpPr>
            <a:stCxn id="29" idx="2"/>
          </p:cNvCxnSpPr>
          <p:nvPr/>
        </p:nvCxnSpPr>
        <p:spPr>
          <a:xfrm>
            <a:off x="1108389" y="4023271"/>
            <a:ext cx="0" cy="624158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prstDash val="sysDash"/>
            <a:round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928682E5-8944-598C-8CFA-3DE6E1A1DBEC}"/>
              </a:ext>
            </a:extLst>
          </p:cNvPr>
          <p:cNvCxnSpPr>
            <a:stCxn id="54" idx="0"/>
          </p:cNvCxnSpPr>
          <p:nvPr/>
        </p:nvCxnSpPr>
        <p:spPr>
          <a:xfrm flipV="1">
            <a:off x="3085121" y="2629673"/>
            <a:ext cx="0" cy="624156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prstDash val="sysDash"/>
            <a:round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íṡḷíde">
            <a:extLst>
              <a:ext uri="{FF2B5EF4-FFF2-40B4-BE49-F238E27FC236}">
                <a16:creationId xmlns:a16="http://schemas.microsoft.com/office/drawing/2014/main" id="{15F5D4B4-5D3B-A870-0905-B87C5ECA5668}"/>
              </a:ext>
            </a:extLst>
          </p:cNvPr>
          <p:cNvSpPr txBox="1"/>
          <p:nvPr/>
        </p:nvSpPr>
        <p:spPr bwMode="auto">
          <a:xfrm>
            <a:off x="2678599" y="3253829"/>
            <a:ext cx="813043" cy="7694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ctr">
            <a:normAutofit fontScale="925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4400" b="1" dirty="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</a:t>
            </a:r>
            <a:r>
              <a:rPr lang="en-US" altLang="zh-CN" sz="100" b="1" dirty="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4400" b="1" dirty="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</a:p>
        </p:txBody>
      </p:sp>
      <p:sp>
        <p:nvSpPr>
          <p:cNvPr id="79" name="iś1ïḍe">
            <a:extLst>
              <a:ext uri="{FF2B5EF4-FFF2-40B4-BE49-F238E27FC236}">
                <a16:creationId xmlns:a16="http://schemas.microsoft.com/office/drawing/2014/main" id="{75B3447F-95CD-A29D-AFE8-C4F616BFAC8E}"/>
              </a:ext>
            </a:extLst>
          </p:cNvPr>
          <p:cNvSpPr txBox="1"/>
          <p:nvPr/>
        </p:nvSpPr>
        <p:spPr bwMode="auto">
          <a:xfrm>
            <a:off x="2678599" y="1370070"/>
            <a:ext cx="2380817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客户提供应用信息</a:t>
            </a:r>
            <a:endParaRPr lang="en-US" altLang="zh-CN" b="1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0" name="íś1íḑê">
            <a:extLst>
              <a:ext uri="{FF2B5EF4-FFF2-40B4-BE49-F238E27FC236}">
                <a16:creationId xmlns:a16="http://schemas.microsoft.com/office/drawing/2014/main" id="{34C824F9-C8C9-8888-BD92-91B5D0696AE0}"/>
              </a:ext>
            </a:extLst>
          </p:cNvPr>
          <p:cNvSpPr/>
          <p:nvPr/>
        </p:nvSpPr>
        <p:spPr bwMode="auto">
          <a:xfrm>
            <a:off x="2693931" y="1808770"/>
            <a:ext cx="2407374" cy="667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客户确定对接产品（一键登录</a:t>
            </a:r>
            <a:r>
              <a:rPr lang="en-US" altLang="zh-CN" sz="1200" dirty="0">
                <a:solidFill>
                  <a:srgbClr val="40404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/</a:t>
            </a:r>
            <a:r>
              <a:rPr lang="zh-CN" altLang="en-US" sz="1200" dirty="0">
                <a:solidFill>
                  <a:srgbClr val="40404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号码认证）和平台，提供应用信息</a:t>
            </a:r>
            <a:endParaRPr lang="en-US" altLang="zh-CN" sz="1200" dirty="0">
              <a:solidFill>
                <a:srgbClr val="40404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6" name="îṩliḋe">
            <a:extLst>
              <a:ext uri="{FF2B5EF4-FFF2-40B4-BE49-F238E27FC236}">
                <a16:creationId xmlns:a16="http://schemas.microsoft.com/office/drawing/2014/main" id="{43C1EE1D-E22D-B24A-ED09-93F419B1E49D}"/>
              </a:ext>
            </a:extLst>
          </p:cNvPr>
          <p:cNvSpPr/>
          <p:nvPr/>
        </p:nvSpPr>
        <p:spPr>
          <a:xfrm>
            <a:off x="2120545" y="1555299"/>
            <a:ext cx="558054" cy="558054"/>
          </a:xfrm>
          <a:prstGeom prst="ellipse">
            <a:avLst/>
          </a:prstGeom>
          <a:solidFill>
            <a:srgbClr val="3D8BFA"/>
          </a:solidFill>
          <a:ln w="3175">
            <a:noFill/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lnSpcReduction="10000"/>
          </a:bodyPr>
          <a:lstStyle/>
          <a:p>
            <a:pPr algn="ctr" defTabSz="914354"/>
            <a:endParaRPr lang="zh-CN" altLang="en-US" sz="2000" b="1" i="1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7" name="iṡḷiḋe">
            <a:extLst>
              <a:ext uri="{FF2B5EF4-FFF2-40B4-BE49-F238E27FC236}">
                <a16:creationId xmlns:a16="http://schemas.microsoft.com/office/drawing/2014/main" id="{149B5C37-47B0-438D-430B-A5BF9AF332F5}"/>
              </a:ext>
            </a:extLst>
          </p:cNvPr>
          <p:cNvSpPr/>
          <p:nvPr/>
        </p:nvSpPr>
        <p:spPr>
          <a:xfrm>
            <a:off x="2205268" y="1662299"/>
            <a:ext cx="388608" cy="344054"/>
          </a:xfrm>
          <a:custGeom>
            <a:avLst/>
            <a:gdLst>
              <a:gd name="connsiteX0" fmla="*/ 65178 w 606964"/>
              <a:gd name="connsiteY0" fmla="*/ 207316 h 537378"/>
              <a:gd name="connsiteX1" fmla="*/ 87478 w 606964"/>
              <a:gd name="connsiteY1" fmla="*/ 475661 h 537378"/>
              <a:gd name="connsiteX2" fmla="*/ 104118 w 606964"/>
              <a:gd name="connsiteY2" fmla="*/ 475661 h 537378"/>
              <a:gd name="connsiteX3" fmla="*/ 189583 w 606964"/>
              <a:gd name="connsiteY3" fmla="*/ 207316 h 537378"/>
              <a:gd name="connsiteX4" fmla="*/ 22615 w 606964"/>
              <a:gd name="connsiteY4" fmla="*/ 145599 h 537378"/>
              <a:gd name="connsiteX5" fmla="*/ 584307 w 606964"/>
              <a:gd name="connsiteY5" fmla="*/ 145599 h 537378"/>
              <a:gd name="connsiteX6" fmla="*/ 602646 w 606964"/>
              <a:gd name="connsiteY6" fmla="*/ 154868 h 537378"/>
              <a:gd name="connsiteX7" fmla="*/ 605928 w 606964"/>
              <a:gd name="connsiteY7" fmla="*/ 174988 h 537378"/>
              <a:gd name="connsiteX8" fmla="*/ 495447 w 606964"/>
              <a:gd name="connsiteY8" fmla="*/ 521666 h 537378"/>
              <a:gd name="connsiteX9" fmla="*/ 473826 w 606964"/>
              <a:gd name="connsiteY9" fmla="*/ 537378 h 537378"/>
              <a:gd name="connsiteX10" fmla="*/ 51255 w 606964"/>
              <a:gd name="connsiteY10" fmla="*/ 537378 h 537378"/>
              <a:gd name="connsiteX11" fmla="*/ 28728 w 606964"/>
              <a:gd name="connsiteY11" fmla="*/ 516693 h 537378"/>
              <a:gd name="connsiteX12" fmla="*/ 89 w 606964"/>
              <a:gd name="connsiteY12" fmla="*/ 170015 h 537378"/>
              <a:gd name="connsiteX13" fmla="*/ 5975 w 606964"/>
              <a:gd name="connsiteY13" fmla="*/ 152833 h 537378"/>
              <a:gd name="connsiteX14" fmla="*/ 22615 w 606964"/>
              <a:gd name="connsiteY14" fmla="*/ 145599 h 537378"/>
              <a:gd name="connsiteX15" fmla="*/ 325526 w 606964"/>
              <a:gd name="connsiteY15" fmla="*/ 814 h 537378"/>
              <a:gd name="connsiteX16" fmla="*/ 333451 w 606964"/>
              <a:gd name="connsiteY16" fmla="*/ 1831 h 537378"/>
              <a:gd name="connsiteX17" fmla="*/ 335376 w 606964"/>
              <a:gd name="connsiteY17" fmla="*/ 9629 h 537378"/>
              <a:gd name="connsiteX18" fmla="*/ 321337 w 606964"/>
              <a:gd name="connsiteY18" fmla="*/ 44887 h 537378"/>
              <a:gd name="connsiteX19" fmla="*/ 389039 w 606964"/>
              <a:gd name="connsiteY19" fmla="*/ 44887 h 537378"/>
              <a:gd name="connsiteX20" fmla="*/ 394133 w 606964"/>
              <a:gd name="connsiteY20" fmla="*/ 47034 h 537378"/>
              <a:gd name="connsiteX21" fmla="*/ 396171 w 606964"/>
              <a:gd name="connsiteY21" fmla="*/ 52006 h 537378"/>
              <a:gd name="connsiteX22" fmla="*/ 396171 w 606964"/>
              <a:gd name="connsiteY22" fmla="*/ 72234 h 537378"/>
              <a:gd name="connsiteX23" fmla="*/ 389039 w 606964"/>
              <a:gd name="connsiteY23" fmla="*/ 79241 h 537378"/>
              <a:gd name="connsiteX24" fmla="*/ 321337 w 606964"/>
              <a:gd name="connsiteY24" fmla="*/ 79241 h 537378"/>
              <a:gd name="connsiteX25" fmla="*/ 335376 w 606964"/>
              <a:gd name="connsiteY25" fmla="*/ 114499 h 537378"/>
              <a:gd name="connsiteX26" fmla="*/ 333451 w 606964"/>
              <a:gd name="connsiteY26" fmla="*/ 122296 h 537378"/>
              <a:gd name="connsiteX27" fmla="*/ 325526 w 606964"/>
              <a:gd name="connsiteY27" fmla="*/ 123426 h 537378"/>
              <a:gd name="connsiteX28" fmla="*/ 218879 w 606964"/>
              <a:gd name="connsiteY28" fmla="*/ 68392 h 537378"/>
              <a:gd name="connsiteX29" fmla="*/ 215030 w 606964"/>
              <a:gd name="connsiteY29" fmla="*/ 62064 h 537378"/>
              <a:gd name="connsiteX30" fmla="*/ 218879 w 606964"/>
              <a:gd name="connsiteY30" fmla="*/ 55848 h 537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6964" h="537378">
                <a:moveTo>
                  <a:pt x="65178" y="207316"/>
                </a:moveTo>
                <a:lnTo>
                  <a:pt x="87478" y="475661"/>
                </a:lnTo>
                <a:lnTo>
                  <a:pt x="104118" y="475661"/>
                </a:lnTo>
                <a:lnTo>
                  <a:pt x="189583" y="207316"/>
                </a:lnTo>
                <a:close/>
                <a:moveTo>
                  <a:pt x="22615" y="145599"/>
                </a:moveTo>
                <a:lnTo>
                  <a:pt x="584307" y="145599"/>
                </a:lnTo>
                <a:cubicBezTo>
                  <a:pt x="591552" y="145599"/>
                  <a:pt x="598344" y="148990"/>
                  <a:pt x="602646" y="154868"/>
                </a:cubicBezTo>
                <a:cubicBezTo>
                  <a:pt x="606834" y="160633"/>
                  <a:pt x="608079" y="168206"/>
                  <a:pt x="605928" y="174988"/>
                </a:cubicBezTo>
                <a:lnTo>
                  <a:pt x="495447" y="521666"/>
                </a:lnTo>
                <a:cubicBezTo>
                  <a:pt x="492503" y="531048"/>
                  <a:pt x="483674" y="537378"/>
                  <a:pt x="473826" y="537378"/>
                </a:cubicBezTo>
                <a:lnTo>
                  <a:pt x="51255" y="537378"/>
                </a:lnTo>
                <a:cubicBezTo>
                  <a:pt x="39482" y="537378"/>
                  <a:pt x="29747" y="528448"/>
                  <a:pt x="28728" y="516693"/>
                </a:cubicBezTo>
                <a:lnTo>
                  <a:pt x="89" y="170015"/>
                </a:lnTo>
                <a:cubicBezTo>
                  <a:pt x="-477" y="163798"/>
                  <a:pt x="1674" y="157468"/>
                  <a:pt x="5975" y="152833"/>
                </a:cubicBezTo>
                <a:cubicBezTo>
                  <a:pt x="10277" y="148199"/>
                  <a:pt x="16276" y="145599"/>
                  <a:pt x="22615" y="145599"/>
                </a:cubicBezTo>
                <a:close/>
                <a:moveTo>
                  <a:pt x="325526" y="814"/>
                </a:moveTo>
                <a:cubicBezTo>
                  <a:pt x="328130" y="-542"/>
                  <a:pt x="331300" y="-203"/>
                  <a:pt x="333451" y="1831"/>
                </a:cubicBezTo>
                <a:cubicBezTo>
                  <a:pt x="335715" y="3752"/>
                  <a:pt x="336395" y="6917"/>
                  <a:pt x="335376" y="9629"/>
                </a:cubicBezTo>
                <a:lnTo>
                  <a:pt x="321337" y="44887"/>
                </a:lnTo>
                <a:lnTo>
                  <a:pt x="389039" y="44887"/>
                </a:lnTo>
                <a:cubicBezTo>
                  <a:pt x="390963" y="44887"/>
                  <a:pt x="392775" y="45678"/>
                  <a:pt x="394133" y="47034"/>
                </a:cubicBezTo>
                <a:cubicBezTo>
                  <a:pt x="395379" y="48277"/>
                  <a:pt x="396171" y="50085"/>
                  <a:pt x="396171" y="52006"/>
                </a:cubicBezTo>
                <a:lnTo>
                  <a:pt x="396171" y="72234"/>
                </a:lnTo>
                <a:cubicBezTo>
                  <a:pt x="396171" y="76077"/>
                  <a:pt x="393001" y="79241"/>
                  <a:pt x="389039" y="79241"/>
                </a:cubicBezTo>
                <a:lnTo>
                  <a:pt x="321337" y="79241"/>
                </a:lnTo>
                <a:lnTo>
                  <a:pt x="335376" y="114499"/>
                </a:lnTo>
                <a:cubicBezTo>
                  <a:pt x="336395" y="117211"/>
                  <a:pt x="335715" y="120375"/>
                  <a:pt x="333451" y="122296"/>
                </a:cubicBezTo>
                <a:cubicBezTo>
                  <a:pt x="331300" y="124330"/>
                  <a:pt x="328130" y="124782"/>
                  <a:pt x="325526" y="123426"/>
                </a:cubicBezTo>
                <a:lnTo>
                  <a:pt x="218879" y="68392"/>
                </a:lnTo>
                <a:cubicBezTo>
                  <a:pt x="216502" y="67149"/>
                  <a:pt x="215030" y="64663"/>
                  <a:pt x="215030" y="62064"/>
                </a:cubicBezTo>
                <a:cubicBezTo>
                  <a:pt x="215030" y="59465"/>
                  <a:pt x="216502" y="56978"/>
                  <a:pt x="218879" y="55848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/>
            <a:endParaRPr lang="zh-CN" altLang="en-US" sz="2000" b="1" i="1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8" name="í$ḻîďe">
            <a:extLst>
              <a:ext uri="{FF2B5EF4-FFF2-40B4-BE49-F238E27FC236}">
                <a16:creationId xmlns:a16="http://schemas.microsoft.com/office/drawing/2014/main" id="{7F2C7766-664C-ABA7-70B0-DA214A5F3731}"/>
              </a:ext>
            </a:extLst>
          </p:cNvPr>
          <p:cNvSpPr txBox="1"/>
          <p:nvPr/>
        </p:nvSpPr>
        <p:spPr bwMode="auto">
          <a:xfrm>
            <a:off x="4655331" y="3253830"/>
            <a:ext cx="813043" cy="7694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ctr">
            <a:normAutofit fontScale="925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4400" b="1" dirty="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</a:t>
            </a:r>
            <a:r>
              <a:rPr lang="en-US" altLang="zh-CN" sz="100" b="1" dirty="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4400" b="1" dirty="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</a:p>
        </p:txBody>
      </p:sp>
      <p:sp>
        <p:nvSpPr>
          <p:cNvPr id="77" name="ïṣḷíde">
            <a:extLst>
              <a:ext uri="{FF2B5EF4-FFF2-40B4-BE49-F238E27FC236}">
                <a16:creationId xmlns:a16="http://schemas.microsoft.com/office/drawing/2014/main" id="{666E5F6B-AD91-796A-5139-7ABC9DE6FA5E}"/>
              </a:ext>
            </a:extLst>
          </p:cNvPr>
          <p:cNvSpPr txBox="1"/>
          <p:nvPr/>
        </p:nvSpPr>
        <p:spPr bwMode="auto">
          <a:xfrm>
            <a:off x="4655331" y="4748726"/>
            <a:ext cx="2380817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客服报备应用</a:t>
            </a:r>
            <a:endParaRPr lang="en-US" altLang="zh-CN" b="1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8" name="íş1iḑe">
            <a:extLst>
              <a:ext uri="{FF2B5EF4-FFF2-40B4-BE49-F238E27FC236}">
                <a16:creationId xmlns:a16="http://schemas.microsoft.com/office/drawing/2014/main" id="{AB19A45F-506D-ADAC-1F17-53288C8A9A27}"/>
              </a:ext>
            </a:extLst>
          </p:cNvPr>
          <p:cNvSpPr/>
          <p:nvPr/>
        </p:nvSpPr>
        <p:spPr bwMode="auto">
          <a:xfrm>
            <a:off x="4655332" y="5217233"/>
            <a:ext cx="2217796" cy="667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微网客服人员将收集的客户应用信息在运营商后台进行报备</a:t>
            </a:r>
            <a:endParaRPr lang="en-US" altLang="zh-CN" sz="1200" dirty="0">
              <a:solidFill>
                <a:srgbClr val="40404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0" name="iśḷîḍé">
            <a:extLst>
              <a:ext uri="{FF2B5EF4-FFF2-40B4-BE49-F238E27FC236}">
                <a16:creationId xmlns:a16="http://schemas.microsoft.com/office/drawing/2014/main" id="{8DCEDD50-DBE7-EBE8-3EE1-8324682DD0CD}"/>
              </a:ext>
            </a:extLst>
          </p:cNvPr>
          <p:cNvSpPr/>
          <p:nvPr/>
        </p:nvSpPr>
        <p:spPr>
          <a:xfrm>
            <a:off x="4097277" y="4873797"/>
            <a:ext cx="558054" cy="558054"/>
          </a:xfrm>
          <a:prstGeom prst="ellipse">
            <a:avLst/>
          </a:prstGeom>
          <a:solidFill>
            <a:srgbClr val="3D8BFA"/>
          </a:solidFill>
          <a:ln w="3175">
            <a:noFill/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lnSpcReduction="10000"/>
          </a:bodyPr>
          <a:lstStyle/>
          <a:p>
            <a:pPr algn="ctr" defTabSz="914354"/>
            <a:endParaRPr lang="zh-CN" altLang="en-US" sz="2000" b="1" i="1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1" name="ï$1ïdé">
            <a:extLst>
              <a:ext uri="{FF2B5EF4-FFF2-40B4-BE49-F238E27FC236}">
                <a16:creationId xmlns:a16="http://schemas.microsoft.com/office/drawing/2014/main" id="{9526C54F-326E-5A2C-692B-E4032852D830}"/>
              </a:ext>
            </a:extLst>
          </p:cNvPr>
          <p:cNvSpPr/>
          <p:nvPr/>
        </p:nvSpPr>
        <p:spPr>
          <a:xfrm>
            <a:off x="4185852" y="4997197"/>
            <a:ext cx="380904" cy="311254"/>
          </a:xfrm>
          <a:custGeom>
            <a:avLst/>
            <a:gdLst>
              <a:gd name="connsiteX0" fmla="*/ 149292 w 607427"/>
              <a:gd name="connsiteY0" fmla="*/ 421449 h 496357"/>
              <a:gd name="connsiteX1" fmla="*/ 120047 w 607427"/>
              <a:gd name="connsiteY1" fmla="*/ 450559 h 496357"/>
              <a:gd name="connsiteX2" fmla="*/ 149292 w 607427"/>
              <a:gd name="connsiteY2" fmla="*/ 479762 h 496357"/>
              <a:gd name="connsiteX3" fmla="*/ 178538 w 607427"/>
              <a:gd name="connsiteY3" fmla="*/ 450559 h 496357"/>
              <a:gd name="connsiteX4" fmla="*/ 149292 w 607427"/>
              <a:gd name="connsiteY4" fmla="*/ 421449 h 496357"/>
              <a:gd name="connsiteX5" fmla="*/ 350503 w 607427"/>
              <a:gd name="connsiteY5" fmla="*/ 138238 h 496357"/>
              <a:gd name="connsiteX6" fmla="*/ 426643 w 607427"/>
              <a:gd name="connsiteY6" fmla="*/ 138238 h 496357"/>
              <a:gd name="connsiteX7" fmla="*/ 444749 w 607427"/>
              <a:gd name="connsiteY7" fmla="*/ 156223 h 496357"/>
              <a:gd name="connsiteX8" fmla="*/ 444749 w 607427"/>
              <a:gd name="connsiteY8" fmla="*/ 178566 h 496357"/>
              <a:gd name="connsiteX9" fmla="*/ 447256 w 607427"/>
              <a:gd name="connsiteY9" fmla="*/ 181161 h 496357"/>
              <a:gd name="connsiteX10" fmla="*/ 589414 w 607427"/>
              <a:gd name="connsiteY10" fmla="*/ 181161 h 496357"/>
              <a:gd name="connsiteX11" fmla="*/ 607427 w 607427"/>
              <a:gd name="connsiteY11" fmla="*/ 199147 h 496357"/>
              <a:gd name="connsiteX12" fmla="*/ 607427 w 607427"/>
              <a:gd name="connsiteY12" fmla="*/ 333572 h 496357"/>
              <a:gd name="connsiteX13" fmla="*/ 589414 w 607427"/>
              <a:gd name="connsiteY13" fmla="*/ 351557 h 496357"/>
              <a:gd name="connsiteX14" fmla="*/ 350503 w 607427"/>
              <a:gd name="connsiteY14" fmla="*/ 351557 h 496357"/>
              <a:gd name="connsiteX15" fmla="*/ 332397 w 607427"/>
              <a:gd name="connsiteY15" fmla="*/ 333572 h 496357"/>
              <a:gd name="connsiteX16" fmla="*/ 332397 w 607427"/>
              <a:gd name="connsiteY16" fmla="*/ 312991 h 496357"/>
              <a:gd name="connsiteX17" fmla="*/ 332397 w 607427"/>
              <a:gd name="connsiteY17" fmla="*/ 283046 h 496357"/>
              <a:gd name="connsiteX18" fmla="*/ 219395 w 607427"/>
              <a:gd name="connsiteY18" fmla="*/ 283046 h 496357"/>
              <a:gd name="connsiteX19" fmla="*/ 219395 w 607427"/>
              <a:gd name="connsiteY19" fmla="*/ 312991 h 496357"/>
              <a:gd name="connsiteX20" fmla="*/ 219395 w 607427"/>
              <a:gd name="connsiteY20" fmla="*/ 318646 h 496357"/>
              <a:gd name="connsiteX21" fmla="*/ 208346 w 607427"/>
              <a:gd name="connsiteY21" fmla="*/ 335148 h 496357"/>
              <a:gd name="connsiteX22" fmla="*/ 188939 w 607427"/>
              <a:gd name="connsiteY22" fmla="*/ 331254 h 496357"/>
              <a:gd name="connsiteX23" fmla="*/ 170276 w 607427"/>
              <a:gd name="connsiteY23" fmla="*/ 312620 h 496357"/>
              <a:gd name="connsiteX24" fmla="*/ 133135 w 607427"/>
              <a:gd name="connsiteY24" fmla="*/ 275537 h 496357"/>
              <a:gd name="connsiteX25" fmla="*/ 133135 w 607427"/>
              <a:gd name="connsiteY25" fmla="*/ 250414 h 496357"/>
              <a:gd name="connsiteX26" fmla="*/ 170183 w 607427"/>
              <a:gd name="connsiteY26" fmla="*/ 213423 h 496357"/>
              <a:gd name="connsiteX27" fmla="*/ 188939 w 607427"/>
              <a:gd name="connsiteY27" fmla="*/ 194697 h 496357"/>
              <a:gd name="connsiteX28" fmla="*/ 208346 w 607427"/>
              <a:gd name="connsiteY28" fmla="*/ 190803 h 496357"/>
              <a:gd name="connsiteX29" fmla="*/ 219395 w 607427"/>
              <a:gd name="connsiteY29" fmla="*/ 207305 h 496357"/>
              <a:gd name="connsiteX30" fmla="*/ 219395 w 607427"/>
              <a:gd name="connsiteY30" fmla="*/ 213053 h 496357"/>
              <a:gd name="connsiteX31" fmla="*/ 219395 w 607427"/>
              <a:gd name="connsiteY31" fmla="*/ 242997 h 496357"/>
              <a:gd name="connsiteX32" fmla="*/ 332397 w 607427"/>
              <a:gd name="connsiteY32" fmla="*/ 242997 h 496357"/>
              <a:gd name="connsiteX33" fmla="*/ 332397 w 607427"/>
              <a:gd name="connsiteY33" fmla="*/ 213053 h 496357"/>
              <a:gd name="connsiteX34" fmla="*/ 332397 w 607427"/>
              <a:gd name="connsiteY34" fmla="*/ 156223 h 496357"/>
              <a:gd name="connsiteX35" fmla="*/ 350503 w 607427"/>
              <a:gd name="connsiteY35" fmla="*/ 138238 h 496357"/>
              <a:gd name="connsiteX36" fmla="*/ 40294 w 607427"/>
              <a:gd name="connsiteY36" fmla="*/ 0 h 496357"/>
              <a:gd name="connsiteX37" fmla="*/ 258198 w 607427"/>
              <a:gd name="connsiteY37" fmla="*/ 0 h 496357"/>
              <a:gd name="connsiteX38" fmla="*/ 298492 w 607427"/>
              <a:gd name="connsiteY38" fmla="*/ 44407 h 496357"/>
              <a:gd name="connsiteX39" fmla="*/ 298492 w 607427"/>
              <a:gd name="connsiteY39" fmla="*/ 213042 h 496357"/>
              <a:gd name="connsiteX40" fmla="*/ 258476 w 607427"/>
              <a:gd name="connsiteY40" fmla="*/ 213042 h 496357"/>
              <a:gd name="connsiteX41" fmla="*/ 258476 w 607427"/>
              <a:gd name="connsiteY41" fmla="*/ 44407 h 496357"/>
              <a:gd name="connsiteX42" fmla="*/ 256898 w 607427"/>
              <a:gd name="connsiteY42" fmla="*/ 39679 h 496357"/>
              <a:gd name="connsiteX43" fmla="*/ 40480 w 607427"/>
              <a:gd name="connsiteY43" fmla="*/ 39957 h 496357"/>
              <a:gd name="connsiteX44" fmla="*/ 40016 w 607427"/>
              <a:gd name="connsiteY44" fmla="*/ 44407 h 496357"/>
              <a:gd name="connsiteX45" fmla="*/ 40016 w 607427"/>
              <a:gd name="connsiteY45" fmla="*/ 403927 h 496357"/>
              <a:gd name="connsiteX46" fmla="*/ 258476 w 607427"/>
              <a:gd name="connsiteY46" fmla="*/ 403927 h 496357"/>
              <a:gd name="connsiteX47" fmla="*/ 258476 w 607427"/>
              <a:gd name="connsiteY47" fmla="*/ 312981 h 496357"/>
              <a:gd name="connsiteX48" fmla="*/ 298492 w 607427"/>
              <a:gd name="connsiteY48" fmla="*/ 312981 h 496357"/>
              <a:gd name="connsiteX49" fmla="*/ 298492 w 607427"/>
              <a:gd name="connsiteY49" fmla="*/ 451950 h 496357"/>
              <a:gd name="connsiteX50" fmla="*/ 258198 w 607427"/>
              <a:gd name="connsiteY50" fmla="*/ 496357 h 496357"/>
              <a:gd name="connsiteX51" fmla="*/ 40294 w 607427"/>
              <a:gd name="connsiteY51" fmla="*/ 496357 h 496357"/>
              <a:gd name="connsiteX52" fmla="*/ 0 w 607427"/>
              <a:gd name="connsiteY52" fmla="*/ 451950 h 496357"/>
              <a:gd name="connsiteX53" fmla="*/ 0 w 607427"/>
              <a:gd name="connsiteY53" fmla="*/ 44407 h 496357"/>
              <a:gd name="connsiteX54" fmla="*/ 40294 w 607427"/>
              <a:gd name="connsiteY54" fmla="*/ 0 h 49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07427" h="496357">
                <a:moveTo>
                  <a:pt x="149292" y="421449"/>
                </a:moveTo>
                <a:cubicBezTo>
                  <a:pt x="133138" y="421449"/>
                  <a:pt x="120047" y="434521"/>
                  <a:pt x="120047" y="450559"/>
                </a:cubicBezTo>
                <a:cubicBezTo>
                  <a:pt x="120047" y="466691"/>
                  <a:pt x="133138" y="479762"/>
                  <a:pt x="149292" y="479762"/>
                </a:cubicBezTo>
                <a:cubicBezTo>
                  <a:pt x="165447" y="479762"/>
                  <a:pt x="178538" y="466691"/>
                  <a:pt x="178538" y="450559"/>
                </a:cubicBezTo>
                <a:cubicBezTo>
                  <a:pt x="178538" y="434521"/>
                  <a:pt x="165447" y="421449"/>
                  <a:pt x="149292" y="421449"/>
                </a:cubicBezTo>
                <a:close/>
                <a:moveTo>
                  <a:pt x="350503" y="138238"/>
                </a:moveTo>
                <a:lnTo>
                  <a:pt x="426643" y="138238"/>
                </a:lnTo>
                <a:cubicBezTo>
                  <a:pt x="436671" y="138238"/>
                  <a:pt x="444749" y="146304"/>
                  <a:pt x="444749" y="156223"/>
                </a:cubicBezTo>
                <a:lnTo>
                  <a:pt x="444749" y="178566"/>
                </a:lnTo>
                <a:cubicBezTo>
                  <a:pt x="444749" y="179956"/>
                  <a:pt x="445863" y="181161"/>
                  <a:pt x="447256" y="181161"/>
                </a:cubicBezTo>
                <a:lnTo>
                  <a:pt x="589414" y="181161"/>
                </a:lnTo>
                <a:cubicBezTo>
                  <a:pt x="599349" y="181161"/>
                  <a:pt x="607427" y="189227"/>
                  <a:pt x="607427" y="199147"/>
                </a:cubicBezTo>
                <a:lnTo>
                  <a:pt x="607427" y="333572"/>
                </a:lnTo>
                <a:cubicBezTo>
                  <a:pt x="607427" y="343491"/>
                  <a:pt x="599349" y="351557"/>
                  <a:pt x="589414" y="351557"/>
                </a:cubicBezTo>
                <a:lnTo>
                  <a:pt x="350503" y="351557"/>
                </a:lnTo>
                <a:cubicBezTo>
                  <a:pt x="340475" y="351557"/>
                  <a:pt x="332397" y="343491"/>
                  <a:pt x="332397" y="333572"/>
                </a:cubicBezTo>
                <a:lnTo>
                  <a:pt x="332397" y="312991"/>
                </a:lnTo>
                <a:lnTo>
                  <a:pt x="332397" y="283046"/>
                </a:lnTo>
                <a:lnTo>
                  <a:pt x="219395" y="283046"/>
                </a:lnTo>
                <a:lnTo>
                  <a:pt x="219395" y="312991"/>
                </a:lnTo>
                <a:lnTo>
                  <a:pt x="219395" y="318646"/>
                </a:lnTo>
                <a:cubicBezTo>
                  <a:pt x="219395" y="325877"/>
                  <a:pt x="215031" y="332367"/>
                  <a:pt x="208346" y="335148"/>
                </a:cubicBezTo>
                <a:cubicBezTo>
                  <a:pt x="201753" y="337929"/>
                  <a:pt x="194046" y="336353"/>
                  <a:pt x="188939" y="331254"/>
                </a:cubicBezTo>
                <a:lnTo>
                  <a:pt x="170276" y="312620"/>
                </a:lnTo>
                <a:lnTo>
                  <a:pt x="133135" y="275537"/>
                </a:lnTo>
                <a:cubicBezTo>
                  <a:pt x="126171" y="268584"/>
                  <a:pt x="126171" y="257274"/>
                  <a:pt x="133135" y="250414"/>
                </a:cubicBezTo>
                <a:lnTo>
                  <a:pt x="170183" y="213423"/>
                </a:lnTo>
                <a:lnTo>
                  <a:pt x="188939" y="194697"/>
                </a:lnTo>
                <a:cubicBezTo>
                  <a:pt x="194046" y="189598"/>
                  <a:pt x="201753" y="188114"/>
                  <a:pt x="208346" y="190803"/>
                </a:cubicBezTo>
                <a:cubicBezTo>
                  <a:pt x="215031" y="193584"/>
                  <a:pt x="219395" y="200074"/>
                  <a:pt x="219395" y="207305"/>
                </a:cubicBezTo>
                <a:lnTo>
                  <a:pt x="219395" y="213053"/>
                </a:lnTo>
                <a:lnTo>
                  <a:pt x="219395" y="242997"/>
                </a:lnTo>
                <a:lnTo>
                  <a:pt x="332397" y="242997"/>
                </a:lnTo>
                <a:lnTo>
                  <a:pt x="332397" y="213053"/>
                </a:lnTo>
                <a:lnTo>
                  <a:pt x="332397" y="156223"/>
                </a:lnTo>
                <a:cubicBezTo>
                  <a:pt x="332397" y="146304"/>
                  <a:pt x="340475" y="138238"/>
                  <a:pt x="350503" y="138238"/>
                </a:cubicBezTo>
                <a:close/>
                <a:moveTo>
                  <a:pt x="40294" y="0"/>
                </a:moveTo>
                <a:lnTo>
                  <a:pt x="258198" y="0"/>
                </a:lnTo>
                <a:cubicBezTo>
                  <a:pt x="280387" y="0"/>
                  <a:pt x="298492" y="19932"/>
                  <a:pt x="298492" y="44407"/>
                </a:cubicBezTo>
                <a:lnTo>
                  <a:pt x="298492" y="213042"/>
                </a:lnTo>
                <a:lnTo>
                  <a:pt x="258476" y="213042"/>
                </a:lnTo>
                <a:lnTo>
                  <a:pt x="258476" y="44407"/>
                </a:lnTo>
                <a:cubicBezTo>
                  <a:pt x="258476" y="41440"/>
                  <a:pt x="257177" y="39864"/>
                  <a:pt x="256898" y="39679"/>
                </a:cubicBezTo>
                <a:lnTo>
                  <a:pt x="40480" y="39957"/>
                </a:lnTo>
                <a:cubicBezTo>
                  <a:pt x="41223" y="40050"/>
                  <a:pt x="40016" y="41626"/>
                  <a:pt x="40016" y="44407"/>
                </a:cubicBezTo>
                <a:lnTo>
                  <a:pt x="40016" y="403927"/>
                </a:lnTo>
                <a:lnTo>
                  <a:pt x="258476" y="403927"/>
                </a:lnTo>
                <a:lnTo>
                  <a:pt x="258476" y="312981"/>
                </a:lnTo>
                <a:lnTo>
                  <a:pt x="298492" y="312981"/>
                </a:lnTo>
                <a:lnTo>
                  <a:pt x="298492" y="451950"/>
                </a:lnTo>
                <a:cubicBezTo>
                  <a:pt x="298492" y="476425"/>
                  <a:pt x="280387" y="496357"/>
                  <a:pt x="258198" y="496357"/>
                </a:cubicBezTo>
                <a:lnTo>
                  <a:pt x="40294" y="496357"/>
                </a:lnTo>
                <a:cubicBezTo>
                  <a:pt x="18104" y="496357"/>
                  <a:pt x="0" y="476425"/>
                  <a:pt x="0" y="451950"/>
                </a:cubicBezTo>
                <a:lnTo>
                  <a:pt x="0" y="44407"/>
                </a:lnTo>
                <a:cubicBezTo>
                  <a:pt x="0" y="19932"/>
                  <a:pt x="18104" y="0"/>
                  <a:pt x="40294" y="0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8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/>
            <a:endParaRPr lang="zh-CN" altLang="en-US" sz="2000" b="1" i="1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F5610386-3C06-E141-83B5-2C49161AB094}"/>
              </a:ext>
            </a:extLst>
          </p:cNvPr>
          <p:cNvCxnSpPr>
            <a:stCxn id="58" idx="2"/>
          </p:cNvCxnSpPr>
          <p:nvPr/>
        </p:nvCxnSpPr>
        <p:spPr>
          <a:xfrm>
            <a:off x="5061853" y="4023271"/>
            <a:ext cx="0" cy="624158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prstDash val="sysDash"/>
            <a:round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íş1iḑe">
            <a:extLst>
              <a:ext uri="{FF2B5EF4-FFF2-40B4-BE49-F238E27FC236}">
                <a16:creationId xmlns:a16="http://schemas.microsoft.com/office/drawing/2014/main" id="{B108DA13-5CB3-2F0D-E9D1-B5BBA46FAC40}"/>
              </a:ext>
            </a:extLst>
          </p:cNvPr>
          <p:cNvSpPr txBox="1"/>
          <p:nvPr/>
        </p:nvSpPr>
        <p:spPr bwMode="auto">
          <a:xfrm>
            <a:off x="6632063" y="3253829"/>
            <a:ext cx="813043" cy="7694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ctr">
            <a:normAutofit fontScale="925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4400" b="1" dirty="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</a:t>
            </a:r>
            <a:r>
              <a:rPr lang="en-US" altLang="zh-CN" sz="100" b="1" dirty="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4400" b="1" dirty="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</a:p>
        </p:txBody>
      </p:sp>
      <p:sp>
        <p:nvSpPr>
          <p:cNvPr id="75" name="íŝľiḑe">
            <a:extLst>
              <a:ext uri="{FF2B5EF4-FFF2-40B4-BE49-F238E27FC236}">
                <a16:creationId xmlns:a16="http://schemas.microsoft.com/office/drawing/2014/main" id="{BDEDB0DB-0453-82F9-4673-44E367D4222F}"/>
              </a:ext>
            </a:extLst>
          </p:cNvPr>
          <p:cNvSpPr txBox="1"/>
          <p:nvPr/>
        </p:nvSpPr>
        <p:spPr bwMode="auto">
          <a:xfrm>
            <a:off x="6632063" y="1370070"/>
            <a:ext cx="257189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平台输出</a:t>
            </a:r>
            <a:r>
              <a:rPr lang="en-US" altLang="zh-CN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SDK</a:t>
            </a:r>
            <a:r>
              <a:rPr lang="zh-CN" altLang="en-US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账号信息</a:t>
            </a:r>
            <a:endParaRPr lang="en-US" altLang="zh-CN" b="1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6" name="iśľiḓè">
            <a:extLst>
              <a:ext uri="{FF2B5EF4-FFF2-40B4-BE49-F238E27FC236}">
                <a16:creationId xmlns:a16="http://schemas.microsoft.com/office/drawing/2014/main" id="{94517F3F-547C-141D-0BC0-07C439FC55B6}"/>
              </a:ext>
            </a:extLst>
          </p:cNvPr>
          <p:cNvSpPr/>
          <p:nvPr/>
        </p:nvSpPr>
        <p:spPr bwMode="auto">
          <a:xfrm>
            <a:off x="6673952" y="1808770"/>
            <a:ext cx="2373055" cy="76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运营商审核后，平台输出客户的账号、密码、</a:t>
            </a:r>
            <a:r>
              <a:rPr lang="en-US" altLang="zh-CN" sz="1200" dirty="0" err="1">
                <a:solidFill>
                  <a:srgbClr val="40404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AppId</a:t>
            </a:r>
            <a:r>
              <a:rPr lang="zh-CN" altLang="en-US" sz="1200" dirty="0">
                <a:solidFill>
                  <a:srgbClr val="40404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、</a:t>
            </a:r>
            <a:r>
              <a:rPr lang="en-US" altLang="zh-CN" sz="1200" dirty="0">
                <a:solidFill>
                  <a:srgbClr val="40404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SDK</a:t>
            </a:r>
            <a:r>
              <a:rPr lang="zh-CN" altLang="en-US" sz="1200" dirty="0">
                <a:solidFill>
                  <a:srgbClr val="40404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等</a:t>
            </a:r>
            <a:endParaRPr lang="en-US" altLang="zh-CN" sz="1200" dirty="0">
              <a:solidFill>
                <a:srgbClr val="40404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5" name="ï$ḻîdê">
            <a:extLst>
              <a:ext uri="{FF2B5EF4-FFF2-40B4-BE49-F238E27FC236}">
                <a16:creationId xmlns:a16="http://schemas.microsoft.com/office/drawing/2014/main" id="{C39B4EDC-9A2E-1DC2-D47A-3D88D7150C3E}"/>
              </a:ext>
            </a:extLst>
          </p:cNvPr>
          <p:cNvSpPr/>
          <p:nvPr/>
        </p:nvSpPr>
        <p:spPr>
          <a:xfrm>
            <a:off x="6074009" y="1555299"/>
            <a:ext cx="558054" cy="558054"/>
          </a:xfrm>
          <a:prstGeom prst="ellipse">
            <a:avLst/>
          </a:prstGeom>
          <a:solidFill>
            <a:srgbClr val="3D8BFA"/>
          </a:solidFill>
          <a:ln w="3175">
            <a:noFill/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lnSpcReduction="10000"/>
          </a:bodyPr>
          <a:lstStyle/>
          <a:p>
            <a:pPr algn="ctr" defTabSz="914354"/>
            <a:endParaRPr lang="zh-CN" altLang="en-US" sz="2000" b="1" i="1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6" name="íŝḻíḓé">
            <a:extLst>
              <a:ext uri="{FF2B5EF4-FFF2-40B4-BE49-F238E27FC236}">
                <a16:creationId xmlns:a16="http://schemas.microsoft.com/office/drawing/2014/main" id="{69D95AAA-38EA-9188-60E3-EE0B8C7658D3}"/>
              </a:ext>
            </a:extLst>
          </p:cNvPr>
          <p:cNvSpPr/>
          <p:nvPr/>
        </p:nvSpPr>
        <p:spPr>
          <a:xfrm>
            <a:off x="6192186" y="1643874"/>
            <a:ext cx="321700" cy="380904"/>
          </a:xfrm>
          <a:custGeom>
            <a:avLst/>
            <a:gdLst>
              <a:gd name="connsiteX0" fmla="*/ 172234 w 509680"/>
              <a:gd name="connsiteY0" fmla="*/ 312429 h 603477"/>
              <a:gd name="connsiteX1" fmla="*/ 334458 w 509680"/>
              <a:gd name="connsiteY1" fmla="*/ 312429 h 603477"/>
              <a:gd name="connsiteX2" fmla="*/ 353121 w 509680"/>
              <a:gd name="connsiteY2" fmla="*/ 331026 h 603477"/>
              <a:gd name="connsiteX3" fmla="*/ 334458 w 509680"/>
              <a:gd name="connsiteY3" fmla="*/ 351052 h 603477"/>
              <a:gd name="connsiteX4" fmla="*/ 172234 w 509680"/>
              <a:gd name="connsiteY4" fmla="*/ 351052 h 603477"/>
              <a:gd name="connsiteX5" fmla="*/ 153571 w 509680"/>
              <a:gd name="connsiteY5" fmla="*/ 331026 h 603477"/>
              <a:gd name="connsiteX6" fmla="*/ 172234 w 509680"/>
              <a:gd name="connsiteY6" fmla="*/ 312429 h 603477"/>
              <a:gd name="connsiteX7" fmla="*/ 439330 w 509680"/>
              <a:gd name="connsiteY7" fmla="*/ 283692 h 603477"/>
              <a:gd name="connsiteX8" fmla="*/ 498194 w 509680"/>
              <a:gd name="connsiteY8" fmla="*/ 376903 h 603477"/>
              <a:gd name="connsiteX9" fmla="*/ 509680 w 509680"/>
              <a:gd name="connsiteY9" fmla="*/ 417055 h 603477"/>
              <a:gd name="connsiteX10" fmla="*/ 509680 w 509680"/>
              <a:gd name="connsiteY10" fmla="*/ 554721 h 603477"/>
              <a:gd name="connsiteX11" fmla="*/ 460866 w 509680"/>
              <a:gd name="connsiteY11" fmla="*/ 603477 h 603477"/>
              <a:gd name="connsiteX12" fmla="*/ 48815 w 509680"/>
              <a:gd name="connsiteY12" fmla="*/ 603477 h 603477"/>
              <a:gd name="connsiteX13" fmla="*/ 0 w 509680"/>
              <a:gd name="connsiteY13" fmla="*/ 554721 h 603477"/>
              <a:gd name="connsiteX14" fmla="*/ 0 w 509680"/>
              <a:gd name="connsiteY14" fmla="*/ 417055 h 603477"/>
              <a:gd name="connsiteX15" fmla="*/ 11486 w 509680"/>
              <a:gd name="connsiteY15" fmla="*/ 376903 h 603477"/>
              <a:gd name="connsiteX16" fmla="*/ 66043 w 509680"/>
              <a:gd name="connsiteY16" fmla="*/ 287994 h 603477"/>
              <a:gd name="connsiteX17" fmla="*/ 66043 w 509680"/>
              <a:gd name="connsiteY17" fmla="*/ 359695 h 603477"/>
              <a:gd name="connsiteX18" fmla="*/ 57429 w 509680"/>
              <a:gd name="connsiteY18" fmla="*/ 374035 h 603477"/>
              <a:gd name="connsiteX19" fmla="*/ 57429 w 509680"/>
              <a:gd name="connsiteY19" fmla="*/ 388375 h 603477"/>
              <a:gd name="connsiteX20" fmla="*/ 68915 w 509680"/>
              <a:gd name="connsiteY20" fmla="*/ 395545 h 603477"/>
              <a:gd name="connsiteX21" fmla="*/ 439330 w 509680"/>
              <a:gd name="connsiteY21" fmla="*/ 395545 h 603477"/>
              <a:gd name="connsiteX22" fmla="*/ 452251 w 509680"/>
              <a:gd name="connsiteY22" fmla="*/ 388375 h 603477"/>
              <a:gd name="connsiteX23" fmla="*/ 452251 w 509680"/>
              <a:gd name="connsiteY23" fmla="*/ 374035 h 603477"/>
              <a:gd name="connsiteX24" fmla="*/ 439330 w 509680"/>
              <a:gd name="connsiteY24" fmla="*/ 355393 h 603477"/>
              <a:gd name="connsiteX25" fmla="*/ 172234 w 509680"/>
              <a:gd name="connsiteY25" fmla="*/ 243690 h 603477"/>
              <a:gd name="connsiteX26" fmla="*/ 334458 w 509680"/>
              <a:gd name="connsiteY26" fmla="*/ 243690 h 603477"/>
              <a:gd name="connsiteX27" fmla="*/ 353121 w 509680"/>
              <a:gd name="connsiteY27" fmla="*/ 260904 h 603477"/>
              <a:gd name="connsiteX28" fmla="*/ 334458 w 509680"/>
              <a:gd name="connsiteY28" fmla="*/ 279554 h 603477"/>
              <a:gd name="connsiteX29" fmla="*/ 172234 w 509680"/>
              <a:gd name="connsiteY29" fmla="*/ 279554 h 603477"/>
              <a:gd name="connsiteX30" fmla="*/ 153571 w 509680"/>
              <a:gd name="connsiteY30" fmla="*/ 260904 h 603477"/>
              <a:gd name="connsiteX31" fmla="*/ 172234 w 509680"/>
              <a:gd name="connsiteY31" fmla="*/ 243690 h 603477"/>
              <a:gd name="connsiteX32" fmla="*/ 172238 w 509680"/>
              <a:gd name="connsiteY32" fmla="*/ 171962 h 603477"/>
              <a:gd name="connsiteX33" fmla="*/ 222494 w 509680"/>
              <a:gd name="connsiteY33" fmla="*/ 171962 h 603477"/>
              <a:gd name="connsiteX34" fmla="*/ 241161 w 509680"/>
              <a:gd name="connsiteY34" fmla="*/ 190583 h 603477"/>
              <a:gd name="connsiteX35" fmla="*/ 222494 w 509680"/>
              <a:gd name="connsiteY35" fmla="*/ 209205 h 603477"/>
              <a:gd name="connsiteX36" fmla="*/ 172238 w 509680"/>
              <a:gd name="connsiteY36" fmla="*/ 209205 h 603477"/>
              <a:gd name="connsiteX37" fmla="*/ 153571 w 509680"/>
              <a:gd name="connsiteY37" fmla="*/ 190583 h 603477"/>
              <a:gd name="connsiteX38" fmla="*/ 172238 w 509680"/>
              <a:gd name="connsiteY38" fmla="*/ 171962 h 603477"/>
              <a:gd name="connsiteX39" fmla="*/ 324473 w 509680"/>
              <a:gd name="connsiteY39" fmla="*/ 159012 h 603477"/>
              <a:gd name="connsiteX40" fmla="*/ 324473 w 509680"/>
              <a:gd name="connsiteY40" fmla="*/ 183388 h 603477"/>
              <a:gd name="connsiteX41" fmla="*/ 348891 w 509680"/>
              <a:gd name="connsiteY41" fmla="*/ 183388 h 603477"/>
              <a:gd name="connsiteX42" fmla="*/ 117640 w 509680"/>
              <a:gd name="connsiteY42" fmla="*/ 94487 h 603477"/>
              <a:gd name="connsiteX43" fmla="*/ 284256 w 509680"/>
              <a:gd name="connsiteY43" fmla="*/ 94487 h 603477"/>
              <a:gd name="connsiteX44" fmla="*/ 328782 w 509680"/>
              <a:gd name="connsiteY44" fmla="*/ 111693 h 603477"/>
              <a:gd name="connsiteX45" fmla="*/ 397727 w 509680"/>
              <a:gd name="connsiteY45" fmla="*/ 180520 h 603477"/>
              <a:gd name="connsiteX46" fmla="*/ 414963 w 509680"/>
              <a:gd name="connsiteY46" fmla="*/ 224970 h 603477"/>
              <a:gd name="connsiteX47" fmla="*/ 414963 w 509680"/>
              <a:gd name="connsiteY47" fmla="*/ 372661 h 603477"/>
              <a:gd name="connsiteX48" fmla="*/ 377618 w 509680"/>
              <a:gd name="connsiteY48" fmla="*/ 372661 h 603477"/>
              <a:gd name="connsiteX49" fmla="*/ 377618 w 509680"/>
              <a:gd name="connsiteY49" fmla="*/ 220669 h 603477"/>
              <a:gd name="connsiteX50" fmla="*/ 312983 w 509680"/>
              <a:gd name="connsiteY50" fmla="*/ 220669 h 603477"/>
              <a:gd name="connsiteX51" fmla="*/ 295746 w 509680"/>
              <a:gd name="connsiteY51" fmla="*/ 212065 h 603477"/>
              <a:gd name="connsiteX52" fmla="*/ 287128 w 509680"/>
              <a:gd name="connsiteY52" fmla="*/ 193425 h 603477"/>
              <a:gd name="connsiteX53" fmla="*/ 288565 w 509680"/>
              <a:gd name="connsiteY53" fmla="*/ 131768 h 603477"/>
              <a:gd name="connsiteX54" fmla="*/ 127694 w 509680"/>
              <a:gd name="connsiteY54" fmla="*/ 131768 h 603477"/>
              <a:gd name="connsiteX55" fmla="*/ 127694 w 509680"/>
              <a:gd name="connsiteY55" fmla="*/ 372661 h 603477"/>
              <a:gd name="connsiteX56" fmla="*/ 90349 w 509680"/>
              <a:gd name="connsiteY56" fmla="*/ 372661 h 603477"/>
              <a:gd name="connsiteX57" fmla="*/ 90349 w 509680"/>
              <a:gd name="connsiteY57" fmla="*/ 120297 h 603477"/>
              <a:gd name="connsiteX58" fmla="*/ 117640 w 509680"/>
              <a:gd name="connsiteY58" fmla="*/ 94487 h 603477"/>
              <a:gd name="connsiteX59" fmla="*/ 114754 w 509680"/>
              <a:gd name="connsiteY59" fmla="*/ 0 h 603477"/>
              <a:gd name="connsiteX60" fmla="*/ 388948 w 509680"/>
              <a:gd name="connsiteY60" fmla="*/ 0 h 603477"/>
              <a:gd name="connsiteX61" fmla="*/ 413353 w 509680"/>
              <a:gd name="connsiteY61" fmla="*/ 24356 h 603477"/>
              <a:gd name="connsiteX62" fmla="*/ 413353 w 509680"/>
              <a:gd name="connsiteY62" fmla="*/ 160467 h 603477"/>
              <a:gd name="connsiteX63" fmla="*/ 378899 w 509680"/>
              <a:gd name="connsiteY63" fmla="*/ 123215 h 603477"/>
              <a:gd name="connsiteX64" fmla="*/ 378899 w 509680"/>
              <a:gd name="connsiteY64" fmla="*/ 34386 h 603477"/>
              <a:gd name="connsiteX65" fmla="*/ 124803 w 509680"/>
              <a:gd name="connsiteY65" fmla="*/ 34386 h 603477"/>
              <a:gd name="connsiteX66" fmla="*/ 124803 w 509680"/>
              <a:gd name="connsiteY66" fmla="*/ 64473 h 603477"/>
              <a:gd name="connsiteX67" fmla="*/ 90349 w 509680"/>
              <a:gd name="connsiteY67" fmla="*/ 64473 h 603477"/>
              <a:gd name="connsiteX68" fmla="*/ 90349 w 509680"/>
              <a:gd name="connsiteY68" fmla="*/ 24356 h 603477"/>
              <a:gd name="connsiteX69" fmla="*/ 114754 w 509680"/>
              <a:gd name="connsiteY69" fmla="*/ 0 h 603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509680" h="603477">
                <a:moveTo>
                  <a:pt x="172234" y="312429"/>
                </a:moveTo>
                <a:lnTo>
                  <a:pt x="334458" y="312429"/>
                </a:lnTo>
                <a:cubicBezTo>
                  <a:pt x="345943" y="312429"/>
                  <a:pt x="353121" y="321012"/>
                  <a:pt x="353121" y="331026"/>
                </a:cubicBezTo>
                <a:cubicBezTo>
                  <a:pt x="353121" y="342469"/>
                  <a:pt x="344507" y="351052"/>
                  <a:pt x="334458" y="351052"/>
                </a:cubicBezTo>
                <a:lnTo>
                  <a:pt x="172234" y="351052"/>
                </a:lnTo>
                <a:cubicBezTo>
                  <a:pt x="162185" y="351052"/>
                  <a:pt x="153571" y="342469"/>
                  <a:pt x="153571" y="331026"/>
                </a:cubicBezTo>
                <a:cubicBezTo>
                  <a:pt x="153571" y="321012"/>
                  <a:pt x="162185" y="312429"/>
                  <a:pt x="172234" y="312429"/>
                </a:cubicBezTo>
                <a:close/>
                <a:moveTo>
                  <a:pt x="439330" y="283692"/>
                </a:moveTo>
                <a:lnTo>
                  <a:pt x="498194" y="376903"/>
                </a:lnTo>
                <a:cubicBezTo>
                  <a:pt x="505373" y="388375"/>
                  <a:pt x="509680" y="402715"/>
                  <a:pt x="509680" y="417055"/>
                </a:cubicBezTo>
                <a:lnTo>
                  <a:pt x="509680" y="554721"/>
                </a:lnTo>
                <a:cubicBezTo>
                  <a:pt x="509680" y="581967"/>
                  <a:pt x="488144" y="603477"/>
                  <a:pt x="460866" y="603477"/>
                </a:cubicBezTo>
                <a:lnTo>
                  <a:pt x="48815" y="603477"/>
                </a:lnTo>
                <a:cubicBezTo>
                  <a:pt x="21536" y="603477"/>
                  <a:pt x="0" y="581967"/>
                  <a:pt x="0" y="554721"/>
                </a:cubicBezTo>
                <a:lnTo>
                  <a:pt x="0" y="417055"/>
                </a:lnTo>
                <a:cubicBezTo>
                  <a:pt x="0" y="402715"/>
                  <a:pt x="4307" y="389809"/>
                  <a:pt x="11486" y="376903"/>
                </a:cubicBezTo>
                <a:lnTo>
                  <a:pt x="66043" y="287994"/>
                </a:lnTo>
                <a:lnTo>
                  <a:pt x="66043" y="359695"/>
                </a:lnTo>
                <a:lnTo>
                  <a:pt x="57429" y="374035"/>
                </a:lnTo>
                <a:cubicBezTo>
                  <a:pt x="54557" y="378337"/>
                  <a:pt x="54557" y="384073"/>
                  <a:pt x="57429" y="388375"/>
                </a:cubicBezTo>
                <a:cubicBezTo>
                  <a:pt x="58865" y="392677"/>
                  <a:pt x="63172" y="395545"/>
                  <a:pt x="68915" y="395545"/>
                </a:cubicBezTo>
                <a:lnTo>
                  <a:pt x="439330" y="395545"/>
                </a:lnTo>
                <a:cubicBezTo>
                  <a:pt x="445073" y="395545"/>
                  <a:pt x="449380" y="392677"/>
                  <a:pt x="452251" y="388375"/>
                </a:cubicBezTo>
                <a:cubicBezTo>
                  <a:pt x="453687" y="384073"/>
                  <a:pt x="453687" y="378337"/>
                  <a:pt x="452251" y="374035"/>
                </a:cubicBezTo>
                <a:lnTo>
                  <a:pt x="439330" y="355393"/>
                </a:lnTo>
                <a:close/>
                <a:moveTo>
                  <a:pt x="172234" y="243690"/>
                </a:moveTo>
                <a:lnTo>
                  <a:pt x="334458" y="243690"/>
                </a:lnTo>
                <a:cubicBezTo>
                  <a:pt x="345943" y="243690"/>
                  <a:pt x="353121" y="250863"/>
                  <a:pt x="353121" y="260904"/>
                </a:cubicBezTo>
                <a:cubicBezTo>
                  <a:pt x="353121" y="270946"/>
                  <a:pt x="344507" y="279554"/>
                  <a:pt x="334458" y="279554"/>
                </a:cubicBezTo>
                <a:lnTo>
                  <a:pt x="172234" y="279554"/>
                </a:lnTo>
                <a:cubicBezTo>
                  <a:pt x="162185" y="279554"/>
                  <a:pt x="153571" y="270946"/>
                  <a:pt x="153571" y="260904"/>
                </a:cubicBezTo>
                <a:cubicBezTo>
                  <a:pt x="153571" y="250863"/>
                  <a:pt x="162185" y="243690"/>
                  <a:pt x="172234" y="243690"/>
                </a:cubicBezTo>
                <a:close/>
                <a:moveTo>
                  <a:pt x="172238" y="171962"/>
                </a:moveTo>
                <a:lnTo>
                  <a:pt x="222494" y="171962"/>
                </a:lnTo>
                <a:cubicBezTo>
                  <a:pt x="233982" y="171962"/>
                  <a:pt x="241161" y="180556"/>
                  <a:pt x="241161" y="190583"/>
                </a:cubicBezTo>
                <a:cubicBezTo>
                  <a:pt x="241161" y="200610"/>
                  <a:pt x="233982" y="209205"/>
                  <a:pt x="222494" y="209205"/>
                </a:cubicBezTo>
                <a:lnTo>
                  <a:pt x="172238" y="209205"/>
                </a:lnTo>
                <a:cubicBezTo>
                  <a:pt x="162187" y="209205"/>
                  <a:pt x="153571" y="200610"/>
                  <a:pt x="153571" y="190583"/>
                </a:cubicBezTo>
                <a:cubicBezTo>
                  <a:pt x="153571" y="180556"/>
                  <a:pt x="162187" y="171962"/>
                  <a:pt x="172238" y="171962"/>
                </a:cubicBezTo>
                <a:close/>
                <a:moveTo>
                  <a:pt x="324473" y="159012"/>
                </a:moveTo>
                <a:lnTo>
                  <a:pt x="324473" y="183388"/>
                </a:lnTo>
                <a:lnTo>
                  <a:pt x="348891" y="183388"/>
                </a:lnTo>
                <a:close/>
                <a:moveTo>
                  <a:pt x="117640" y="94487"/>
                </a:moveTo>
                <a:lnTo>
                  <a:pt x="284256" y="94487"/>
                </a:lnTo>
                <a:cubicBezTo>
                  <a:pt x="301492" y="94487"/>
                  <a:pt x="317292" y="100222"/>
                  <a:pt x="328782" y="111693"/>
                </a:cubicBezTo>
                <a:lnTo>
                  <a:pt x="397727" y="180520"/>
                </a:lnTo>
                <a:cubicBezTo>
                  <a:pt x="409218" y="191991"/>
                  <a:pt x="414963" y="207764"/>
                  <a:pt x="414963" y="224970"/>
                </a:cubicBezTo>
                <a:lnTo>
                  <a:pt x="414963" y="372661"/>
                </a:lnTo>
                <a:lnTo>
                  <a:pt x="377618" y="372661"/>
                </a:lnTo>
                <a:lnTo>
                  <a:pt x="377618" y="220669"/>
                </a:lnTo>
                <a:lnTo>
                  <a:pt x="312983" y="220669"/>
                </a:lnTo>
                <a:cubicBezTo>
                  <a:pt x="307237" y="220669"/>
                  <a:pt x="300056" y="217801"/>
                  <a:pt x="295746" y="212065"/>
                </a:cubicBezTo>
                <a:cubicBezTo>
                  <a:pt x="290001" y="207764"/>
                  <a:pt x="287128" y="200594"/>
                  <a:pt x="287128" y="193425"/>
                </a:cubicBezTo>
                <a:lnTo>
                  <a:pt x="288565" y="131768"/>
                </a:lnTo>
                <a:lnTo>
                  <a:pt x="127694" y="131768"/>
                </a:lnTo>
                <a:lnTo>
                  <a:pt x="127694" y="372661"/>
                </a:lnTo>
                <a:lnTo>
                  <a:pt x="90349" y="372661"/>
                </a:lnTo>
                <a:lnTo>
                  <a:pt x="90349" y="120297"/>
                </a:lnTo>
                <a:cubicBezTo>
                  <a:pt x="90349" y="105958"/>
                  <a:pt x="101840" y="94487"/>
                  <a:pt x="117640" y="94487"/>
                </a:cubicBezTo>
                <a:close/>
                <a:moveTo>
                  <a:pt x="114754" y="0"/>
                </a:moveTo>
                <a:lnTo>
                  <a:pt x="388948" y="0"/>
                </a:lnTo>
                <a:cubicBezTo>
                  <a:pt x="403304" y="0"/>
                  <a:pt x="413353" y="11462"/>
                  <a:pt x="413353" y="24356"/>
                </a:cubicBezTo>
                <a:lnTo>
                  <a:pt x="413353" y="160467"/>
                </a:lnTo>
                <a:cubicBezTo>
                  <a:pt x="413353" y="160467"/>
                  <a:pt x="380335" y="123215"/>
                  <a:pt x="378899" y="123215"/>
                </a:cubicBezTo>
                <a:lnTo>
                  <a:pt x="378899" y="34386"/>
                </a:lnTo>
                <a:lnTo>
                  <a:pt x="124803" y="34386"/>
                </a:lnTo>
                <a:lnTo>
                  <a:pt x="124803" y="64473"/>
                </a:lnTo>
                <a:lnTo>
                  <a:pt x="90349" y="64473"/>
                </a:lnTo>
                <a:lnTo>
                  <a:pt x="90349" y="24356"/>
                </a:lnTo>
                <a:cubicBezTo>
                  <a:pt x="90349" y="11462"/>
                  <a:pt x="101834" y="0"/>
                  <a:pt x="114754" y="0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/>
            <a:endParaRPr lang="zh-CN" altLang="en-US" sz="2000" b="1" i="1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45BBAC6A-CBAD-3F8A-78AF-318DBC427C3D}"/>
              </a:ext>
            </a:extLst>
          </p:cNvPr>
          <p:cNvCxnSpPr>
            <a:stCxn id="63" idx="0"/>
          </p:cNvCxnSpPr>
          <p:nvPr/>
        </p:nvCxnSpPr>
        <p:spPr>
          <a:xfrm flipV="1">
            <a:off x="7038585" y="2629673"/>
            <a:ext cx="0" cy="624156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prstDash val="sysDash"/>
            <a:round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ïşļide">
            <a:extLst>
              <a:ext uri="{FF2B5EF4-FFF2-40B4-BE49-F238E27FC236}">
                <a16:creationId xmlns:a16="http://schemas.microsoft.com/office/drawing/2014/main" id="{FDB536B6-6EB9-FBA2-9BA5-D8D3A8143ABD}"/>
              </a:ext>
            </a:extLst>
          </p:cNvPr>
          <p:cNvSpPr txBox="1"/>
          <p:nvPr/>
        </p:nvSpPr>
        <p:spPr bwMode="auto">
          <a:xfrm>
            <a:off x="8608796" y="3253829"/>
            <a:ext cx="813043" cy="7694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ctr">
            <a:normAutofit fontScale="925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4400" b="1" dirty="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</a:t>
            </a:r>
            <a:r>
              <a:rPr lang="en-US" altLang="zh-CN" sz="100" b="1" dirty="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4400" b="1" dirty="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</a:t>
            </a:r>
          </a:p>
        </p:txBody>
      </p:sp>
      <p:sp>
        <p:nvSpPr>
          <p:cNvPr id="73" name="iṡlïḑê">
            <a:extLst>
              <a:ext uri="{FF2B5EF4-FFF2-40B4-BE49-F238E27FC236}">
                <a16:creationId xmlns:a16="http://schemas.microsoft.com/office/drawing/2014/main" id="{E20D0208-7221-1873-DCF3-F5990B66230A}"/>
              </a:ext>
            </a:extLst>
          </p:cNvPr>
          <p:cNvSpPr txBox="1"/>
          <p:nvPr/>
        </p:nvSpPr>
        <p:spPr bwMode="auto">
          <a:xfrm>
            <a:off x="8608796" y="4748726"/>
            <a:ext cx="2380817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客户集成</a:t>
            </a:r>
            <a:r>
              <a:rPr lang="en-US" altLang="zh-CN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SDK</a:t>
            </a:r>
          </a:p>
        </p:txBody>
      </p:sp>
      <p:sp>
        <p:nvSpPr>
          <p:cNvPr id="74" name="ïSḷïḍe">
            <a:extLst>
              <a:ext uri="{FF2B5EF4-FFF2-40B4-BE49-F238E27FC236}">
                <a16:creationId xmlns:a16="http://schemas.microsoft.com/office/drawing/2014/main" id="{A24D85F6-C59F-2C2A-7DF8-61F31C816AA1}"/>
              </a:ext>
            </a:extLst>
          </p:cNvPr>
          <p:cNvSpPr/>
          <p:nvPr/>
        </p:nvSpPr>
        <p:spPr bwMode="auto">
          <a:xfrm>
            <a:off x="8608796" y="5217233"/>
            <a:ext cx="2380817" cy="667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客户开发集成</a:t>
            </a:r>
            <a:r>
              <a:rPr lang="en-US" altLang="zh-CN" sz="1200" dirty="0">
                <a:solidFill>
                  <a:srgbClr val="40404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SDK</a:t>
            </a:r>
          </a:p>
        </p:txBody>
      </p:sp>
      <p:sp>
        <p:nvSpPr>
          <p:cNvPr id="70" name="işľïďê">
            <a:extLst>
              <a:ext uri="{FF2B5EF4-FFF2-40B4-BE49-F238E27FC236}">
                <a16:creationId xmlns:a16="http://schemas.microsoft.com/office/drawing/2014/main" id="{006480DE-B47F-89C1-5C5B-4F19F2FD1EA6}"/>
              </a:ext>
            </a:extLst>
          </p:cNvPr>
          <p:cNvSpPr/>
          <p:nvPr/>
        </p:nvSpPr>
        <p:spPr>
          <a:xfrm>
            <a:off x="8050742" y="4873796"/>
            <a:ext cx="558054" cy="558054"/>
          </a:xfrm>
          <a:prstGeom prst="ellipse">
            <a:avLst/>
          </a:prstGeom>
          <a:solidFill>
            <a:srgbClr val="3D8BFA"/>
          </a:solidFill>
          <a:ln w="3175">
            <a:noFill/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lnSpcReduction="10000"/>
          </a:bodyPr>
          <a:lstStyle/>
          <a:p>
            <a:pPr algn="ctr" defTabSz="914354"/>
            <a:endParaRPr lang="zh-CN" altLang="en-US" sz="2000" b="1" i="1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1" name="ïŝḻiḓê">
            <a:extLst>
              <a:ext uri="{FF2B5EF4-FFF2-40B4-BE49-F238E27FC236}">
                <a16:creationId xmlns:a16="http://schemas.microsoft.com/office/drawing/2014/main" id="{18115461-7423-1844-7F39-918948954A73}"/>
              </a:ext>
            </a:extLst>
          </p:cNvPr>
          <p:cNvSpPr/>
          <p:nvPr/>
        </p:nvSpPr>
        <p:spPr>
          <a:xfrm>
            <a:off x="8139317" y="5014699"/>
            <a:ext cx="380904" cy="276249"/>
          </a:xfrm>
          <a:custGeom>
            <a:avLst/>
            <a:gdLst>
              <a:gd name="T0" fmla="*/ 1232 w 1304"/>
              <a:gd name="T1" fmla="*/ 539 h 947"/>
              <a:gd name="T2" fmla="*/ 1240 w 1304"/>
              <a:gd name="T3" fmla="*/ 472 h 947"/>
              <a:gd name="T4" fmla="*/ 937 w 1304"/>
              <a:gd name="T5" fmla="*/ 169 h 947"/>
              <a:gd name="T6" fmla="*/ 842 w 1304"/>
              <a:gd name="T7" fmla="*/ 184 h 947"/>
              <a:gd name="T8" fmla="*/ 500 w 1304"/>
              <a:gd name="T9" fmla="*/ 0 h 947"/>
              <a:gd name="T10" fmla="*/ 90 w 1304"/>
              <a:gd name="T11" fmla="*/ 410 h 947"/>
              <a:gd name="T12" fmla="*/ 103 w 1304"/>
              <a:gd name="T13" fmla="*/ 513 h 947"/>
              <a:gd name="T14" fmla="*/ 0 w 1304"/>
              <a:gd name="T15" fmla="*/ 709 h 947"/>
              <a:gd name="T16" fmla="*/ 238 w 1304"/>
              <a:gd name="T17" fmla="*/ 947 h 947"/>
              <a:gd name="T18" fmla="*/ 1067 w 1304"/>
              <a:gd name="T19" fmla="*/ 947 h 947"/>
              <a:gd name="T20" fmla="*/ 1304 w 1304"/>
              <a:gd name="T21" fmla="*/ 709 h 947"/>
              <a:gd name="T22" fmla="*/ 1232 w 1304"/>
              <a:gd name="T23" fmla="*/ 539 h 947"/>
              <a:gd name="T24" fmla="*/ 427 w 1304"/>
              <a:gd name="T25" fmla="*/ 441 h 947"/>
              <a:gd name="T26" fmla="*/ 646 w 1304"/>
              <a:gd name="T27" fmla="*/ 223 h 947"/>
              <a:gd name="T28" fmla="*/ 652 w 1304"/>
              <a:gd name="T29" fmla="*/ 220 h 947"/>
              <a:gd name="T30" fmla="*/ 659 w 1304"/>
              <a:gd name="T31" fmla="*/ 223 h 947"/>
              <a:gd name="T32" fmla="*/ 877 w 1304"/>
              <a:gd name="T33" fmla="*/ 441 h 947"/>
              <a:gd name="T34" fmla="*/ 880 w 1304"/>
              <a:gd name="T35" fmla="*/ 448 h 947"/>
              <a:gd name="T36" fmla="*/ 877 w 1304"/>
              <a:gd name="T37" fmla="*/ 454 h 947"/>
              <a:gd name="T38" fmla="*/ 816 w 1304"/>
              <a:gd name="T39" fmla="*/ 516 h 947"/>
              <a:gd name="T40" fmla="*/ 803 w 1304"/>
              <a:gd name="T41" fmla="*/ 516 h 947"/>
              <a:gd name="T42" fmla="*/ 708 w 1304"/>
              <a:gd name="T43" fmla="*/ 422 h 947"/>
              <a:gd name="T44" fmla="*/ 708 w 1304"/>
              <a:gd name="T45" fmla="*/ 826 h 947"/>
              <a:gd name="T46" fmla="*/ 699 w 1304"/>
              <a:gd name="T47" fmla="*/ 835 h 947"/>
              <a:gd name="T48" fmla="*/ 605 w 1304"/>
              <a:gd name="T49" fmla="*/ 835 h 947"/>
              <a:gd name="T50" fmla="*/ 596 w 1304"/>
              <a:gd name="T51" fmla="*/ 826 h 947"/>
              <a:gd name="T52" fmla="*/ 596 w 1304"/>
              <a:gd name="T53" fmla="*/ 422 h 947"/>
              <a:gd name="T54" fmla="*/ 502 w 1304"/>
              <a:gd name="T55" fmla="*/ 516 h 947"/>
              <a:gd name="T56" fmla="*/ 489 w 1304"/>
              <a:gd name="T57" fmla="*/ 516 h 947"/>
              <a:gd name="T58" fmla="*/ 427 w 1304"/>
              <a:gd name="T59" fmla="*/ 454 h 947"/>
              <a:gd name="T60" fmla="*/ 424 w 1304"/>
              <a:gd name="T61" fmla="*/ 448 h 947"/>
              <a:gd name="T62" fmla="*/ 427 w 1304"/>
              <a:gd name="T63" fmla="*/ 441 h 9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04" h="947">
                <a:moveTo>
                  <a:pt x="1232" y="539"/>
                </a:moveTo>
                <a:cubicBezTo>
                  <a:pt x="1237" y="517"/>
                  <a:pt x="1240" y="495"/>
                  <a:pt x="1240" y="472"/>
                </a:cubicBezTo>
                <a:cubicBezTo>
                  <a:pt x="1240" y="304"/>
                  <a:pt x="1104" y="169"/>
                  <a:pt x="937" y="169"/>
                </a:cubicBezTo>
                <a:cubicBezTo>
                  <a:pt x="904" y="169"/>
                  <a:pt x="872" y="174"/>
                  <a:pt x="842" y="184"/>
                </a:cubicBezTo>
                <a:cubicBezTo>
                  <a:pt x="769" y="73"/>
                  <a:pt x="643" y="0"/>
                  <a:pt x="500" y="0"/>
                </a:cubicBezTo>
                <a:cubicBezTo>
                  <a:pt x="273" y="0"/>
                  <a:pt x="90" y="183"/>
                  <a:pt x="90" y="410"/>
                </a:cubicBezTo>
                <a:cubicBezTo>
                  <a:pt x="90" y="445"/>
                  <a:pt x="94" y="480"/>
                  <a:pt x="103" y="513"/>
                </a:cubicBezTo>
                <a:cubicBezTo>
                  <a:pt x="41" y="556"/>
                  <a:pt x="0" y="628"/>
                  <a:pt x="0" y="709"/>
                </a:cubicBezTo>
                <a:cubicBezTo>
                  <a:pt x="0" y="840"/>
                  <a:pt x="106" y="947"/>
                  <a:pt x="238" y="947"/>
                </a:cubicBezTo>
                <a:lnTo>
                  <a:pt x="1067" y="947"/>
                </a:lnTo>
                <a:cubicBezTo>
                  <a:pt x="1198" y="947"/>
                  <a:pt x="1304" y="840"/>
                  <a:pt x="1304" y="709"/>
                </a:cubicBezTo>
                <a:cubicBezTo>
                  <a:pt x="1304" y="642"/>
                  <a:pt x="1277" y="582"/>
                  <a:pt x="1232" y="539"/>
                </a:cubicBezTo>
                <a:close/>
                <a:moveTo>
                  <a:pt x="427" y="441"/>
                </a:moveTo>
                <a:lnTo>
                  <a:pt x="646" y="223"/>
                </a:lnTo>
                <a:cubicBezTo>
                  <a:pt x="647" y="221"/>
                  <a:pt x="650" y="220"/>
                  <a:pt x="652" y="220"/>
                </a:cubicBezTo>
                <a:cubicBezTo>
                  <a:pt x="655" y="220"/>
                  <a:pt x="657" y="221"/>
                  <a:pt x="659" y="223"/>
                </a:cubicBezTo>
                <a:lnTo>
                  <a:pt x="877" y="441"/>
                </a:lnTo>
                <a:cubicBezTo>
                  <a:pt x="879" y="443"/>
                  <a:pt x="880" y="445"/>
                  <a:pt x="880" y="448"/>
                </a:cubicBezTo>
                <a:cubicBezTo>
                  <a:pt x="880" y="450"/>
                  <a:pt x="879" y="453"/>
                  <a:pt x="877" y="454"/>
                </a:cubicBezTo>
                <a:lnTo>
                  <a:pt x="816" y="516"/>
                </a:lnTo>
                <a:cubicBezTo>
                  <a:pt x="812" y="520"/>
                  <a:pt x="806" y="520"/>
                  <a:pt x="803" y="516"/>
                </a:cubicBezTo>
                <a:lnTo>
                  <a:pt x="708" y="422"/>
                </a:lnTo>
                <a:lnTo>
                  <a:pt x="708" y="826"/>
                </a:lnTo>
                <a:cubicBezTo>
                  <a:pt x="708" y="831"/>
                  <a:pt x="704" y="835"/>
                  <a:pt x="699" y="835"/>
                </a:cubicBezTo>
                <a:lnTo>
                  <a:pt x="605" y="835"/>
                </a:lnTo>
                <a:cubicBezTo>
                  <a:pt x="600" y="835"/>
                  <a:pt x="596" y="831"/>
                  <a:pt x="596" y="826"/>
                </a:cubicBezTo>
                <a:lnTo>
                  <a:pt x="596" y="422"/>
                </a:lnTo>
                <a:lnTo>
                  <a:pt x="502" y="516"/>
                </a:lnTo>
                <a:cubicBezTo>
                  <a:pt x="498" y="520"/>
                  <a:pt x="492" y="520"/>
                  <a:pt x="489" y="516"/>
                </a:cubicBezTo>
                <a:lnTo>
                  <a:pt x="427" y="454"/>
                </a:lnTo>
                <a:cubicBezTo>
                  <a:pt x="425" y="453"/>
                  <a:pt x="424" y="450"/>
                  <a:pt x="424" y="448"/>
                </a:cubicBezTo>
                <a:cubicBezTo>
                  <a:pt x="424" y="445"/>
                  <a:pt x="425" y="443"/>
                  <a:pt x="427" y="441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/>
            <a:endParaRPr lang="zh-CN" altLang="en-US" sz="2000" b="1" i="1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4F82AF12-A5CB-D396-B84E-EF60658EBDBA}"/>
              </a:ext>
            </a:extLst>
          </p:cNvPr>
          <p:cNvCxnSpPr>
            <a:stCxn id="68" idx="2"/>
          </p:cNvCxnSpPr>
          <p:nvPr/>
        </p:nvCxnSpPr>
        <p:spPr>
          <a:xfrm>
            <a:off x="9015318" y="4023270"/>
            <a:ext cx="0" cy="624158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prstDash val="sysDash"/>
            <a:round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ïşļide">
            <a:extLst>
              <a:ext uri="{FF2B5EF4-FFF2-40B4-BE49-F238E27FC236}">
                <a16:creationId xmlns:a16="http://schemas.microsoft.com/office/drawing/2014/main" id="{7B53BF79-ACA3-801B-7D19-5FD17A111D69}"/>
              </a:ext>
            </a:extLst>
          </p:cNvPr>
          <p:cNvSpPr txBox="1"/>
          <p:nvPr/>
        </p:nvSpPr>
        <p:spPr bwMode="auto">
          <a:xfrm>
            <a:off x="10718520" y="3232040"/>
            <a:ext cx="813043" cy="7694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ctr">
            <a:normAutofit fontScale="925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4400" b="1" dirty="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</a:t>
            </a:r>
            <a:r>
              <a:rPr lang="en-US" altLang="zh-CN" sz="100" b="1" dirty="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zh-CN" sz="4400" b="1" dirty="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</a:t>
            </a:r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26F6AF01-346E-9B1B-188C-2CE5CB605401}"/>
              </a:ext>
            </a:extLst>
          </p:cNvPr>
          <p:cNvCxnSpPr/>
          <p:nvPr/>
        </p:nvCxnSpPr>
        <p:spPr>
          <a:xfrm flipV="1">
            <a:off x="11125041" y="2607884"/>
            <a:ext cx="0" cy="624156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prstDash val="sysDash"/>
            <a:round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íŝľiḑe">
            <a:extLst>
              <a:ext uri="{FF2B5EF4-FFF2-40B4-BE49-F238E27FC236}">
                <a16:creationId xmlns:a16="http://schemas.microsoft.com/office/drawing/2014/main" id="{BB2CEDBB-32FF-2688-0793-6D3A130A5FB1}"/>
              </a:ext>
            </a:extLst>
          </p:cNvPr>
          <p:cNvSpPr txBox="1"/>
          <p:nvPr/>
        </p:nvSpPr>
        <p:spPr bwMode="auto">
          <a:xfrm>
            <a:off x="10303343" y="1370070"/>
            <a:ext cx="2380817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b="1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上线使用</a:t>
            </a:r>
            <a:endParaRPr lang="en-US" altLang="zh-CN" b="1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9" name="iśľiḓè">
            <a:extLst>
              <a:ext uri="{FF2B5EF4-FFF2-40B4-BE49-F238E27FC236}">
                <a16:creationId xmlns:a16="http://schemas.microsoft.com/office/drawing/2014/main" id="{25D9502F-D5E3-9D3C-CE60-20A76E40A57D}"/>
              </a:ext>
            </a:extLst>
          </p:cNvPr>
          <p:cNvSpPr/>
          <p:nvPr/>
        </p:nvSpPr>
        <p:spPr bwMode="auto">
          <a:xfrm>
            <a:off x="10337471" y="1808770"/>
            <a:ext cx="2380817" cy="667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调试完成后，上线使用</a:t>
            </a:r>
            <a:endParaRPr lang="en-US" altLang="zh-CN" sz="1200" dirty="0">
              <a:solidFill>
                <a:srgbClr val="40404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90" name="ï$ḻîdê">
            <a:extLst>
              <a:ext uri="{FF2B5EF4-FFF2-40B4-BE49-F238E27FC236}">
                <a16:creationId xmlns:a16="http://schemas.microsoft.com/office/drawing/2014/main" id="{CA6AB08A-8819-1B7E-025E-AA1EC439A319}"/>
              </a:ext>
            </a:extLst>
          </p:cNvPr>
          <p:cNvSpPr/>
          <p:nvPr/>
        </p:nvSpPr>
        <p:spPr>
          <a:xfrm>
            <a:off x="9745289" y="1555299"/>
            <a:ext cx="558054" cy="558054"/>
          </a:xfrm>
          <a:prstGeom prst="ellipse">
            <a:avLst/>
          </a:prstGeom>
          <a:solidFill>
            <a:srgbClr val="3D8BFA"/>
          </a:solidFill>
          <a:ln w="3175">
            <a:noFill/>
            <a:prstDash val="solid"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lnSpcReduction="10000"/>
          </a:bodyPr>
          <a:lstStyle/>
          <a:p>
            <a:pPr algn="ctr" defTabSz="914354"/>
            <a:endParaRPr lang="zh-CN" altLang="en-US" sz="2000" b="1" i="1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92" name="íŝḻíḓé">
            <a:extLst>
              <a:ext uri="{FF2B5EF4-FFF2-40B4-BE49-F238E27FC236}">
                <a16:creationId xmlns:a16="http://schemas.microsoft.com/office/drawing/2014/main" id="{0AA542E9-5521-3676-1B76-2B21FF296797}"/>
              </a:ext>
            </a:extLst>
          </p:cNvPr>
          <p:cNvSpPr/>
          <p:nvPr/>
        </p:nvSpPr>
        <p:spPr>
          <a:xfrm>
            <a:off x="9846274" y="1672789"/>
            <a:ext cx="324000" cy="324000"/>
          </a:xfrm>
          <a:custGeom>
            <a:avLst/>
            <a:gdLst>
              <a:gd name="T0" fmla="*/ 6400 w 12800"/>
              <a:gd name="T1" fmla="*/ 12800 h 12800"/>
              <a:gd name="T2" fmla="*/ 0 w 12800"/>
              <a:gd name="T3" fmla="*/ 6400 h 12800"/>
              <a:gd name="T4" fmla="*/ 6400 w 12800"/>
              <a:gd name="T5" fmla="*/ 0 h 12800"/>
              <a:gd name="T6" fmla="*/ 12800 w 12800"/>
              <a:gd name="T7" fmla="*/ 6400 h 12800"/>
              <a:gd name="T8" fmla="*/ 6400 w 12800"/>
              <a:gd name="T9" fmla="*/ 12800 h 12800"/>
              <a:gd name="T10" fmla="*/ 6400 w 12800"/>
              <a:gd name="T11" fmla="*/ 640 h 12800"/>
              <a:gd name="T12" fmla="*/ 640 w 12800"/>
              <a:gd name="T13" fmla="*/ 6400 h 12800"/>
              <a:gd name="T14" fmla="*/ 6400 w 12800"/>
              <a:gd name="T15" fmla="*/ 12160 h 12800"/>
              <a:gd name="T16" fmla="*/ 12160 w 12800"/>
              <a:gd name="T17" fmla="*/ 6400 h 12800"/>
              <a:gd name="T18" fmla="*/ 6400 w 12800"/>
              <a:gd name="T19" fmla="*/ 640 h 12800"/>
              <a:gd name="T20" fmla="*/ 10080 w 12800"/>
              <a:gd name="T21" fmla="*/ 6000 h 12800"/>
              <a:gd name="T22" fmla="*/ 4720 w 12800"/>
              <a:gd name="T23" fmla="*/ 3040 h 12800"/>
              <a:gd name="T24" fmla="*/ 4080 w 12800"/>
              <a:gd name="T25" fmla="*/ 3600 h 12800"/>
              <a:gd name="T26" fmla="*/ 4080 w 12800"/>
              <a:gd name="T27" fmla="*/ 3600 h 12800"/>
              <a:gd name="T28" fmla="*/ 4160 w 12800"/>
              <a:gd name="T29" fmla="*/ 9440 h 12800"/>
              <a:gd name="T30" fmla="*/ 5040 w 12800"/>
              <a:gd name="T31" fmla="*/ 9680 h 12800"/>
              <a:gd name="T32" fmla="*/ 5040 w 12800"/>
              <a:gd name="T33" fmla="*/ 9680 h 12800"/>
              <a:gd name="T34" fmla="*/ 10000 w 12800"/>
              <a:gd name="T35" fmla="*/ 6800 h 12800"/>
              <a:gd name="T36" fmla="*/ 10080 w 12800"/>
              <a:gd name="T37" fmla="*/ 60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00" h="12800">
                <a:moveTo>
                  <a:pt x="6400" y="12800"/>
                </a:moveTo>
                <a:cubicBezTo>
                  <a:pt x="2880" y="12800"/>
                  <a:pt x="0" y="9920"/>
                  <a:pt x="0" y="6400"/>
                </a:cubicBezTo>
                <a:cubicBezTo>
                  <a:pt x="0" y="2880"/>
                  <a:pt x="2880" y="0"/>
                  <a:pt x="6400" y="0"/>
                </a:cubicBezTo>
                <a:cubicBezTo>
                  <a:pt x="9920" y="0"/>
                  <a:pt x="12800" y="2880"/>
                  <a:pt x="12800" y="6400"/>
                </a:cubicBezTo>
                <a:cubicBezTo>
                  <a:pt x="12800" y="9920"/>
                  <a:pt x="9920" y="12800"/>
                  <a:pt x="6400" y="12800"/>
                </a:cubicBezTo>
                <a:close/>
                <a:moveTo>
                  <a:pt x="6400" y="640"/>
                </a:moveTo>
                <a:cubicBezTo>
                  <a:pt x="3200" y="640"/>
                  <a:pt x="640" y="3200"/>
                  <a:pt x="640" y="6400"/>
                </a:cubicBezTo>
                <a:cubicBezTo>
                  <a:pt x="640" y="9600"/>
                  <a:pt x="3200" y="12160"/>
                  <a:pt x="6400" y="12160"/>
                </a:cubicBezTo>
                <a:cubicBezTo>
                  <a:pt x="9600" y="12160"/>
                  <a:pt x="12160" y="9600"/>
                  <a:pt x="12160" y="6400"/>
                </a:cubicBezTo>
                <a:cubicBezTo>
                  <a:pt x="12160" y="3200"/>
                  <a:pt x="9600" y="640"/>
                  <a:pt x="6400" y="640"/>
                </a:cubicBezTo>
                <a:close/>
                <a:moveTo>
                  <a:pt x="10080" y="6000"/>
                </a:moveTo>
                <a:cubicBezTo>
                  <a:pt x="10080" y="6000"/>
                  <a:pt x="4800" y="3040"/>
                  <a:pt x="4720" y="3040"/>
                </a:cubicBezTo>
                <a:cubicBezTo>
                  <a:pt x="4240" y="2880"/>
                  <a:pt x="4080" y="3280"/>
                  <a:pt x="4080" y="3600"/>
                </a:cubicBezTo>
                <a:lnTo>
                  <a:pt x="4080" y="3600"/>
                </a:lnTo>
                <a:cubicBezTo>
                  <a:pt x="4080" y="3600"/>
                  <a:pt x="4080" y="9440"/>
                  <a:pt x="4160" y="9440"/>
                </a:cubicBezTo>
                <a:cubicBezTo>
                  <a:pt x="4320" y="9840"/>
                  <a:pt x="4720" y="9840"/>
                  <a:pt x="5040" y="9680"/>
                </a:cubicBezTo>
                <a:lnTo>
                  <a:pt x="5040" y="9680"/>
                </a:lnTo>
                <a:cubicBezTo>
                  <a:pt x="5040" y="9680"/>
                  <a:pt x="9920" y="6880"/>
                  <a:pt x="10000" y="6800"/>
                </a:cubicBezTo>
                <a:cubicBezTo>
                  <a:pt x="10240" y="6640"/>
                  <a:pt x="10480" y="6320"/>
                  <a:pt x="10080" y="6000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8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54"/>
            <a:endParaRPr lang="zh-CN" altLang="en-US" sz="2000" b="1" i="1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723ED1-6F8B-E96A-937E-CDCE09D743C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接入流程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2829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椭圆 62">
            <a:extLst>
              <a:ext uri="{FF2B5EF4-FFF2-40B4-BE49-F238E27FC236}">
                <a16:creationId xmlns:a16="http://schemas.microsoft.com/office/drawing/2014/main" id="{4141193A-236E-2071-9956-1D25C68FCD7A}"/>
              </a:ext>
            </a:extLst>
          </p:cNvPr>
          <p:cNvSpPr/>
          <p:nvPr/>
        </p:nvSpPr>
        <p:spPr>
          <a:xfrm>
            <a:off x="-1537912" y="-1007343"/>
            <a:ext cx="5754073" cy="5754073"/>
          </a:xfrm>
          <a:prstGeom prst="ellipse">
            <a:avLst/>
          </a:prstGeom>
          <a:solidFill>
            <a:srgbClr val="1D78FA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1D7880-33B0-4283-9E88-B7D29F71FDB4}"/>
              </a:ext>
            </a:extLst>
          </p:cNvPr>
          <p:cNvSpPr/>
          <p:nvPr/>
        </p:nvSpPr>
        <p:spPr>
          <a:xfrm>
            <a:off x="6601750" y="103725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产品介绍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50B37E-983C-4E59-A13D-D7B3B6D58423}"/>
              </a:ext>
            </a:extLst>
          </p:cNvPr>
          <p:cNvSpPr/>
          <p:nvPr/>
        </p:nvSpPr>
        <p:spPr>
          <a:xfrm>
            <a:off x="6656942" y="209005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应用场景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B73698-D95F-417B-BBA9-7764739A7C89}"/>
              </a:ext>
            </a:extLst>
          </p:cNvPr>
          <p:cNvSpPr/>
          <p:nvPr/>
        </p:nvSpPr>
        <p:spPr>
          <a:xfrm>
            <a:off x="6033890" y="4289150"/>
            <a:ext cx="14157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rgbClr val="1D78FA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客户案例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18F70C-DD95-4262-82FC-BE81C80E8E1E}"/>
              </a:ext>
            </a:extLst>
          </p:cNvPr>
          <p:cNvSpPr/>
          <p:nvPr/>
        </p:nvSpPr>
        <p:spPr>
          <a:xfrm>
            <a:off x="6456652" y="3198167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产品优势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68B0D97-673D-4E2B-A895-804FD89312E6}"/>
              </a:ext>
            </a:extLst>
          </p:cNvPr>
          <p:cNvSpPr/>
          <p:nvPr/>
        </p:nvSpPr>
        <p:spPr>
          <a:xfrm>
            <a:off x="4916152" y="5364211"/>
            <a:ext cx="14771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公司概况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27229BF-B1EA-F160-9854-E1FF5857241F}"/>
              </a:ext>
            </a:extLst>
          </p:cNvPr>
          <p:cNvSpPr/>
          <p:nvPr/>
        </p:nvSpPr>
        <p:spPr>
          <a:xfrm>
            <a:off x="-995795" y="-465226"/>
            <a:ext cx="4669839" cy="4669839"/>
          </a:xfrm>
          <a:prstGeom prst="ellipse">
            <a:avLst/>
          </a:prstGeom>
          <a:gradFill flip="none" rotWithShape="1">
            <a:gsLst>
              <a:gs pos="0">
                <a:srgbClr val="1D78FA"/>
              </a:gs>
              <a:gs pos="100000">
                <a:srgbClr val="0C61DA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1170CE78-7AB8-D9E2-6B29-CFBC237FD82A}"/>
              </a:ext>
            </a:extLst>
          </p:cNvPr>
          <p:cNvSpPr/>
          <p:nvPr/>
        </p:nvSpPr>
        <p:spPr>
          <a:xfrm rot="5400000">
            <a:off x="-2269228" y="-1649238"/>
            <a:ext cx="7185379" cy="7185379"/>
          </a:xfrm>
          <a:prstGeom prst="ellipse">
            <a:avLst/>
          </a:prstGeom>
          <a:noFill/>
          <a:ln w="15875" cap="flat" cmpd="sng" algn="ctr">
            <a:gradFill>
              <a:gsLst>
                <a:gs pos="0">
                  <a:srgbClr val="1D78FA">
                    <a:alpha val="50000"/>
                  </a:srgbClr>
                </a:gs>
                <a:gs pos="100000">
                  <a:schemeClr val="accent1">
                    <a:lumMod val="100000"/>
                    <a:alpha val="5500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0B2464FD-6DEA-4C85-F149-0E973C82D18A}"/>
              </a:ext>
            </a:extLst>
          </p:cNvPr>
          <p:cNvSpPr/>
          <p:nvPr/>
        </p:nvSpPr>
        <p:spPr>
          <a:xfrm rot="5400000">
            <a:off x="-3359857" y="-2828035"/>
            <a:ext cx="9433766" cy="9433766"/>
          </a:xfrm>
          <a:prstGeom prst="ellipse">
            <a:avLst/>
          </a:prstGeom>
          <a:noFill/>
          <a:ln w="15875" cap="flat" cmpd="sng" algn="ctr">
            <a:gradFill>
              <a:gsLst>
                <a:gs pos="0">
                  <a:srgbClr val="1D78FA">
                    <a:alpha val="50000"/>
                  </a:srgbClr>
                </a:gs>
                <a:gs pos="100000">
                  <a:schemeClr val="accent1">
                    <a:lumMod val="100000"/>
                    <a:alpha val="8700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EB3390F8-A456-04F3-6D21-CE5CB26CDC93}"/>
              </a:ext>
            </a:extLst>
          </p:cNvPr>
          <p:cNvSpPr>
            <a:spLocks noChangeAspect="1"/>
          </p:cNvSpPr>
          <p:nvPr/>
        </p:nvSpPr>
        <p:spPr>
          <a:xfrm>
            <a:off x="5673890" y="908088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01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9EDCDDA5-4309-4A4E-A88C-42D92E319276}"/>
              </a:ext>
            </a:extLst>
          </p:cNvPr>
          <p:cNvGrpSpPr/>
          <p:nvPr/>
        </p:nvGrpSpPr>
        <p:grpSpPr>
          <a:xfrm>
            <a:off x="10444918" y="3564646"/>
            <a:ext cx="540000" cy="540000"/>
            <a:chOff x="13658850" y="3254376"/>
            <a:chExt cx="3821113" cy="3817938"/>
          </a:xfrm>
          <a:solidFill>
            <a:schemeClr val="bg1"/>
          </a:solidFill>
        </p:grpSpPr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3C8325D4-E2A5-48E5-9C24-894DB8F17F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58850" y="3254376"/>
              <a:ext cx="3821113" cy="3817938"/>
            </a:xfrm>
            <a:custGeom>
              <a:avLst/>
              <a:gdLst>
                <a:gd name="T0" fmla="*/ 1756 w 2048"/>
                <a:gd name="T1" fmla="*/ 228 h 2048"/>
                <a:gd name="T2" fmla="*/ 988 w 2048"/>
                <a:gd name="T3" fmla="*/ 0 h 2048"/>
                <a:gd name="T4" fmla="*/ 228 w 2048"/>
                <a:gd name="T5" fmla="*/ 292 h 2048"/>
                <a:gd name="T6" fmla="*/ 0 w 2048"/>
                <a:gd name="T7" fmla="*/ 1060 h 2048"/>
                <a:gd name="T8" fmla="*/ 292 w 2048"/>
                <a:gd name="T9" fmla="*/ 1820 h 2048"/>
                <a:gd name="T10" fmla="*/ 1060 w 2048"/>
                <a:gd name="T11" fmla="*/ 2048 h 2048"/>
                <a:gd name="T12" fmla="*/ 1820 w 2048"/>
                <a:gd name="T13" fmla="*/ 1756 h 2048"/>
                <a:gd name="T14" fmla="*/ 2048 w 2048"/>
                <a:gd name="T15" fmla="*/ 988 h 2048"/>
                <a:gd name="T16" fmla="*/ 1684 w 2048"/>
                <a:gd name="T17" fmla="*/ 364 h 2048"/>
                <a:gd name="T18" fmla="*/ 1848 w 2048"/>
                <a:gd name="T19" fmla="*/ 1056 h 2048"/>
                <a:gd name="T20" fmla="*/ 1850 w 2048"/>
                <a:gd name="T21" fmla="*/ 971 h 2048"/>
                <a:gd name="T22" fmla="*/ 1531 w 2048"/>
                <a:gd name="T23" fmla="*/ 562 h 2048"/>
                <a:gd name="T24" fmla="*/ 1486 w 2048"/>
                <a:gd name="T25" fmla="*/ 1441 h 2048"/>
                <a:gd name="T26" fmla="*/ 1375 w 2048"/>
                <a:gd name="T27" fmla="*/ 1056 h 2048"/>
                <a:gd name="T28" fmla="*/ 1295 w 2048"/>
                <a:gd name="T29" fmla="*/ 849 h 2048"/>
                <a:gd name="T30" fmla="*/ 1623 w 2048"/>
                <a:gd name="T31" fmla="*/ 992 h 2048"/>
                <a:gd name="T32" fmla="*/ 992 w 2048"/>
                <a:gd name="T33" fmla="*/ 1263 h 2048"/>
                <a:gd name="T34" fmla="*/ 1024 w 2048"/>
                <a:gd name="T35" fmla="*/ 989 h 2048"/>
                <a:gd name="T36" fmla="*/ 753 w 2048"/>
                <a:gd name="T37" fmla="*/ 849 h 2048"/>
                <a:gd name="T38" fmla="*/ 562 w 2048"/>
                <a:gd name="T39" fmla="*/ 607 h 2048"/>
                <a:gd name="T40" fmla="*/ 992 w 2048"/>
                <a:gd name="T41" fmla="*/ 712 h 2048"/>
                <a:gd name="T42" fmla="*/ 753 w 2048"/>
                <a:gd name="T43" fmla="*/ 1199 h 2048"/>
                <a:gd name="T44" fmla="*/ 737 w 2048"/>
                <a:gd name="T45" fmla="*/ 1056 h 2048"/>
                <a:gd name="T46" fmla="*/ 607 w 2048"/>
                <a:gd name="T47" fmla="*/ 1486 h 2048"/>
                <a:gd name="T48" fmla="*/ 1441 w 2048"/>
                <a:gd name="T49" fmla="*/ 562 h 2048"/>
                <a:gd name="T50" fmla="*/ 1056 w 2048"/>
                <a:gd name="T51" fmla="*/ 1263 h 2048"/>
                <a:gd name="T52" fmla="*/ 1441 w 2048"/>
                <a:gd name="T53" fmla="*/ 1486 h 2048"/>
                <a:gd name="T54" fmla="*/ 1329 w 2048"/>
                <a:gd name="T55" fmla="*/ 360 h 2048"/>
                <a:gd name="T56" fmla="*/ 1621 w 2048"/>
                <a:gd name="T57" fmla="*/ 284 h 2048"/>
                <a:gd name="T58" fmla="*/ 1077 w 2048"/>
                <a:gd name="T59" fmla="*/ 198 h 2048"/>
                <a:gd name="T60" fmla="*/ 988 w 2048"/>
                <a:gd name="T61" fmla="*/ 64 h 2048"/>
                <a:gd name="T62" fmla="*/ 971 w 2048"/>
                <a:gd name="T63" fmla="*/ 198 h 2048"/>
                <a:gd name="T64" fmla="*/ 924 w 2048"/>
                <a:gd name="T65" fmla="*/ 142 h 2048"/>
                <a:gd name="T66" fmla="*/ 924 w 2048"/>
                <a:gd name="T67" fmla="*/ 142 h 2048"/>
                <a:gd name="T68" fmla="*/ 428 w 2048"/>
                <a:gd name="T69" fmla="*/ 360 h 2048"/>
                <a:gd name="T70" fmla="*/ 381 w 2048"/>
                <a:gd name="T71" fmla="*/ 426 h 2048"/>
                <a:gd name="T72" fmla="*/ 292 w 2048"/>
                <a:gd name="T73" fmla="*/ 292 h 2048"/>
                <a:gd name="T74" fmla="*/ 142 w 2048"/>
                <a:gd name="T75" fmla="*/ 924 h 2048"/>
                <a:gd name="T76" fmla="*/ 296 w 2048"/>
                <a:gd name="T77" fmla="*/ 992 h 2048"/>
                <a:gd name="T78" fmla="*/ 200 w 2048"/>
                <a:gd name="T79" fmla="*/ 1056 h 2048"/>
                <a:gd name="T80" fmla="*/ 136 w 2048"/>
                <a:gd name="T81" fmla="*/ 988 h 2048"/>
                <a:gd name="T82" fmla="*/ 296 w 2048"/>
                <a:gd name="T83" fmla="*/ 1265 h 2048"/>
                <a:gd name="T84" fmla="*/ 292 w 2048"/>
                <a:gd name="T85" fmla="*/ 1684 h 2048"/>
                <a:gd name="T86" fmla="*/ 360 w 2048"/>
                <a:gd name="T87" fmla="*/ 1329 h 2048"/>
                <a:gd name="T88" fmla="*/ 428 w 2048"/>
                <a:gd name="T89" fmla="*/ 1688 h 2048"/>
                <a:gd name="T90" fmla="*/ 428 w 2048"/>
                <a:gd name="T91" fmla="*/ 1756 h 2048"/>
                <a:gd name="T92" fmla="*/ 873 w 2048"/>
                <a:gd name="T93" fmla="*/ 1752 h 2048"/>
                <a:gd name="T94" fmla="*/ 988 w 2048"/>
                <a:gd name="T95" fmla="*/ 1984 h 2048"/>
                <a:gd name="T96" fmla="*/ 1056 w 2048"/>
                <a:gd name="T97" fmla="*/ 1848 h 2048"/>
                <a:gd name="T98" fmla="*/ 1122 w 2048"/>
                <a:gd name="T99" fmla="*/ 1895 h 2048"/>
                <a:gd name="T100" fmla="*/ 1620 w 2048"/>
                <a:gd name="T101" fmla="*/ 1688 h 2048"/>
                <a:gd name="T102" fmla="*/ 1667 w 2048"/>
                <a:gd name="T103" fmla="*/ 1622 h 2048"/>
                <a:gd name="T104" fmla="*/ 1756 w 2048"/>
                <a:gd name="T105" fmla="*/ 1756 h 2048"/>
                <a:gd name="T106" fmla="*/ 1764 w 2048"/>
                <a:gd name="T107" fmla="*/ 1621 h 2048"/>
                <a:gd name="T108" fmla="*/ 1764 w 2048"/>
                <a:gd name="T109" fmla="*/ 1621 h 2048"/>
                <a:gd name="T110" fmla="*/ 1907 w 2048"/>
                <a:gd name="T111" fmla="*/ 924 h 2048"/>
                <a:gd name="T112" fmla="*/ 1984 w 2048"/>
                <a:gd name="T113" fmla="*/ 988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048" h="2048">
                  <a:moveTo>
                    <a:pt x="1984" y="924"/>
                  </a:moveTo>
                  <a:cubicBezTo>
                    <a:pt x="1973" y="924"/>
                    <a:pt x="1973" y="924"/>
                    <a:pt x="1973" y="924"/>
                  </a:cubicBezTo>
                  <a:cubicBezTo>
                    <a:pt x="1807" y="348"/>
                    <a:pt x="1819" y="386"/>
                    <a:pt x="1817" y="383"/>
                  </a:cubicBezTo>
                  <a:cubicBezTo>
                    <a:pt x="1821" y="371"/>
                    <a:pt x="1820" y="370"/>
                    <a:pt x="1820" y="292"/>
                  </a:cubicBezTo>
                  <a:cubicBezTo>
                    <a:pt x="1820" y="257"/>
                    <a:pt x="1791" y="228"/>
                    <a:pt x="1756" y="228"/>
                  </a:cubicBezTo>
                  <a:cubicBezTo>
                    <a:pt x="1678" y="228"/>
                    <a:pt x="1677" y="227"/>
                    <a:pt x="1665" y="231"/>
                  </a:cubicBezTo>
                  <a:cubicBezTo>
                    <a:pt x="1661" y="229"/>
                    <a:pt x="1700" y="240"/>
                    <a:pt x="1124" y="76"/>
                  </a:cubicBezTo>
                  <a:cubicBezTo>
                    <a:pt x="1124" y="64"/>
                    <a:pt x="1124" y="64"/>
                    <a:pt x="1124" y="64"/>
                  </a:cubicBezTo>
                  <a:cubicBezTo>
                    <a:pt x="1124" y="29"/>
                    <a:pt x="1095" y="0"/>
                    <a:pt x="1060" y="0"/>
                  </a:cubicBezTo>
                  <a:cubicBezTo>
                    <a:pt x="988" y="0"/>
                    <a:pt x="988" y="0"/>
                    <a:pt x="988" y="0"/>
                  </a:cubicBezTo>
                  <a:cubicBezTo>
                    <a:pt x="953" y="0"/>
                    <a:pt x="924" y="29"/>
                    <a:pt x="924" y="64"/>
                  </a:cubicBezTo>
                  <a:cubicBezTo>
                    <a:pt x="924" y="76"/>
                    <a:pt x="924" y="76"/>
                    <a:pt x="924" y="76"/>
                  </a:cubicBezTo>
                  <a:cubicBezTo>
                    <a:pt x="348" y="240"/>
                    <a:pt x="387" y="229"/>
                    <a:pt x="383" y="231"/>
                  </a:cubicBezTo>
                  <a:cubicBezTo>
                    <a:pt x="371" y="227"/>
                    <a:pt x="370" y="228"/>
                    <a:pt x="292" y="228"/>
                  </a:cubicBezTo>
                  <a:cubicBezTo>
                    <a:pt x="257" y="228"/>
                    <a:pt x="228" y="257"/>
                    <a:pt x="228" y="292"/>
                  </a:cubicBezTo>
                  <a:cubicBezTo>
                    <a:pt x="228" y="370"/>
                    <a:pt x="227" y="371"/>
                    <a:pt x="231" y="383"/>
                  </a:cubicBezTo>
                  <a:cubicBezTo>
                    <a:pt x="229" y="387"/>
                    <a:pt x="240" y="349"/>
                    <a:pt x="76" y="924"/>
                  </a:cubicBezTo>
                  <a:cubicBezTo>
                    <a:pt x="64" y="924"/>
                    <a:pt x="64" y="924"/>
                    <a:pt x="64" y="924"/>
                  </a:cubicBezTo>
                  <a:cubicBezTo>
                    <a:pt x="29" y="924"/>
                    <a:pt x="0" y="953"/>
                    <a:pt x="0" y="988"/>
                  </a:cubicBezTo>
                  <a:cubicBezTo>
                    <a:pt x="0" y="1060"/>
                    <a:pt x="0" y="1060"/>
                    <a:pt x="0" y="1060"/>
                  </a:cubicBezTo>
                  <a:cubicBezTo>
                    <a:pt x="0" y="1095"/>
                    <a:pt x="29" y="1124"/>
                    <a:pt x="64" y="1124"/>
                  </a:cubicBezTo>
                  <a:cubicBezTo>
                    <a:pt x="76" y="1124"/>
                    <a:pt x="76" y="1124"/>
                    <a:pt x="76" y="1124"/>
                  </a:cubicBezTo>
                  <a:cubicBezTo>
                    <a:pt x="241" y="1701"/>
                    <a:pt x="229" y="1661"/>
                    <a:pt x="231" y="1665"/>
                  </a:cubicBezTo>
                  <a:cubicBezTo>
                    <a:pt x="227" y="1677"/>
                    <a:pt x="228" y="1678"/>
                    <a:pt x="228" y="1756"/>
                  </a:cubicBezTo>
                  <a:cubicBezTo>
                    <a:pt x="228" y="1791"/>
                    <a:pt x="257" y="1820"/>
                    <a:pt x="292" y="1820"/>
                  </a:cubicBezTo>
                  <a:cubicBezTo>
                    <a:pt x="370" y="1820"/>
                    <a:pt x="371" y="1821"/>
                    <a:pt x="383" y="1817"/>
                  </a:cubicBezTo>
                  <a:cubicBezTo>
                    <a:pt x="387" y="1819"/>
                    <a:pt x="348" y="1808"/>
                    <a:pt x="924" y="1972"/>
                  </a:cubicBezTo>
                  <a:cubicBezTo>
                    <a:pt x="924" y="1984"/>
                    <a:pt x="924" y="1984"/>
                    <a:pt x="924" y="1984"/>
                  </a:cubicBezTo>
                  <a:cubicBezTo>
                    <a:pt x="924" y="2019"/>
                    <a:pt x="953" y="2048"/>
                    <a:pt x="988" y="2048"/>
                  </a:cubicBezTo>
                  <a:cubicBezTo>
                    <a:pt x="1060" y="2048"/>
                    <a:pt x="1060" y="2048"/>
                    <a:pt x="1060" y="2048"/>
                  </a:cubicBezTo>
                  <a:cubicBezTo>
                    <a:pt x="1095" y="2048"/>
                    <a:pt x="1124" y="2019"/>
                    <a:pt x="1124" y="1984"/>
                  </a:cubicBezTo>
                  <a:cubicBezTo>
                    <a:pt x="1124" y="1972"/>
                    <a:pt x="1124" y="1972"/>
                    <a:pt x="1124" y="1972"/>
                  </a:cubicBezTo>
                  <a:cubicBezTo>
                    <a:pt x="1700" y="1808"/>
                    <a:pt x="1661" y="1819"/>
                    <a:pt x="1665" y="1817"/>
                  </a:cubicBezTo>
                  <a:cubicBezTo>
                    <a:pt x="1677" y="1821"/>
                    <a:pt x="1678" y="1820"/>
                    <a:pt x="1756" y="1820"/>
                  </a:cubicBezTo>
                  <a:cubicBezTo>
                    <a:pt x="1791" y="1820"/>
                    <a:pt x="1820" y="1791"/>
                    <a:pt x="1820" y="1756"/>
                  </a:cubicBezTo>
                  <a:cubicBezTo>
                    <a:pt x="1820" y="1678"/>
                    <a:pt x="1821" y="1677"/>
                    <a:pt x="1817" y="1665"/>
                  </a:cubicBezTo>
                  <a:cubicBezTo>
                    <a:pt x="1819" y="1661"/>
                    <a:pt x="1807" y="1700"/>
                    <a:pt x="1973" y="1124"/>
                  </a:cubicBezTo>
                  <a:cubicBezTo>
                    <a:pt x="1984" y="1124"/>
                    <a:pt x="1984" y="1124"/>
                    <a:pt x="1984" y="1124"/>
                  </a:cubicBezTo>
                  <a:cubicBezTo>
                    <a:pt x="2019" y="1124"/>
                    <a:pt x="2048" y="1095"/>
                    <a:pt x="2048" y="1060"/>
                  </a:cubicBezTo>
                  <a:cubicBezTo>
                    <a:pt x="2048" y="988"/>
                    <a:pt x="2048" y="988"/>
                    <a:pt x="2048" y="988"/>
                  </a:cubicBezTo>
                  <a:cubicBezTo>
                    <a:pt x="2048" y="953"/>
                    <a:pt x="2019" y="924"/>
                    <a:pt x="1984" y="924"/>
                  </a:cubicBezTo>
                  <a:close/>
                  <a:moveTo>
                    <a:pt x="1684" y="292"/>
                  </a:moveTo>
                  <a:cubicBezTo>
                    <a:pt x="1756" y="292"/>
                    <a:pt x="1756" y="292"/>
                    <a:pt x="1756" y="292"/>
                  </a:cubicBezTo>
                  <a:cubicBezTo>
                    <a:pt x="1756" y="364"/>
                    <a:pt x="1756" y="364"/>
                    <a:pt x="1756" y="364"/>
                  </a:cubicBezTo>
                  <a:cubicBezTo>
                    <a:pt x="1684" y="364"/>
                    <a:pt x="1684" y="364"/>
                    <a:pt x="1684" y="364"/>
                  </a:cubicBezTo>
                  <a:lnTo>
                    <a:pt x="1684" y="292"/>
                  </a:lnTo>
                  <a:close/>
                  <a:moveTo>
                    <a:pt x="1850" y="1077"/>
                  </a:moveTo>
                  <a:cubicBezTo>
                    <a:pt x="1752" y="1175"/>
                    <a:pt x="1752" y="1175"/>
                    <a:pt x="1752" y="1175"/>
                  </a:cubicBezTo>
                  <a:cubicBezTo>
                    <a:pt x="1752" y="1056"/>
                    <a:pt x="1752" y="1056"/>
                    <a:pt x="1752" y="1056"/>
                  </a:cubicBezTo>
                  <a:cubicBezTo>
                    <a:pt x="1848" y="1056"/>
                    <a:pt x="1848" y="1056"/>
                    <a:pt x="1848" y="1056"/>
                  </a:cubicBezTo>
                  <a:cubicBezTo>
                    <a:pt x="1848" y="1062"/>
                    <a:pt x="1848" y="1068"/>
                    <a:pt x="1850" y="1077"/>
                  </a:cubicBezTo>
                  <a:close/>
                  <a:moveTo>
                    <a:pt x="1848" y="992"/>
                  </a:moveTo>
                  <a:cubicBezTo>
                    <a:pt x="1752" y="992"/>
                    <a:pt x="1752" y="992"/>
                    <a:pt x="1752" y="992"/>
                  </a:cubicBezTo>
                  <a:cubicBezTo>
                    <a:pt x="1752" y="873"/>
                    <a:pt x="1752" y="873"/>
                    <a:pt x="1752" y="873"/>
                  </a:cubicBezTo>
                  <a:cubicBezTo>
                    <a:pt x="1850" y="971"/>
                    <a:pt x="1850" y="971"/>
                    <a:pt x="1850" y="971"/>
                  </a:cubicBezTo>
                  <a:cubicBezTo>
                    <a:pt x="1848" y="980"/>
                    <a:pt x="1848" y="986"/>
                    <a:pt x="1848" y="992"/>
                  </a:cubicBezTo>
                  <a:close/>
                  <a:moveTo>
                    <a:pt x="1667" y="426"/>
                  </a:moveTo>
                  <a:cubicBezTo>
                    <a:pt x="1676" y="428"/>
                    <a:pt x="1682" y="428"/>
                    <a:pt x="1688" y="428"/>
                  </a:cubicBezTo>
                  <a:cubicBezTo>
                    <a:pt x="1688" y="719"/>
                    <a:pt x="1688" y="719"/>
                    <a:pt x="1688" y="719"/>
                  </a:cubicBezTo>
                  <a:cubicBezTo>
                    <a:pt x="1531" y="562"/>
                    <a:pt x="1531" y="562"/>
                    <a:pt x="1531" y="562"/>
                  </a:cubicBezTo>
                  <a:lnTo>
                    <a:pt x="1667" y="426"/>
                  </a:lnTo>
                  <a:close/>
                  <a:moveTo>
                    <a:pt x="1623" y="1056"/>
                  </a:moveTo>
                  <a:cubicBezTo>
                    <a:pt x="1688" y="1056"/>
                    <a:pt x="1688" y="1056"/>
                    <a:pt x="1688" y="1056"/>
                  </a:cubicBezTo>
                  <a:cubicBezTo>
                    <a:pt x="1688" y="1239"/>
                    <a:pt x="1688" y="1239"/>
                    <a:pt x="1688" y="1239"/>
                  </a:cubicBezTo>
                  <a:cubicBezTo>
                    <a:pt x="1486" y="1441"/>
                    <a:pt x="1486" y="1441"/>
                    <a:pt x="1486" y="1441"/>
                  </a:cubicBezTo>
                  <a:cubicBezTo>
                    <a:pt x="1263" y="1217"/>
                    <a:pt x="1263" y="1217"/>
                    <a:pt x="1263" y="1217"/>
                  </a:cubicBezTo>
                  <a:cubicBezTo>
                    <a:pt x="1295" y="1199"/>
                    <a:pt x="1295" y="1199"/>
                    <a:pt x="1295" y="1199"/>
                  </a:cubicBezTo>
                  <a:cubicBezTo>
                    <a:pt x="1305" y="1193"/>
                    <a:pt x="1311" y="1182"/>
                    <a:pt x="1311" y="1171"/>
                  </a:cubicBezTo>
                  <a:cubicBezTo>
                    <a:pt x="1311" y="1056"/>
                    <a:pt x="1311" y="1056"/>
                    <a:pt x="1311" y="1056"/>
                  </a:cubicBezTo>
                  <a:cubicBezTo>
                    <a:pt x="1375" y="1056"/>
                    <a:pt x="1375" y="1056"/>
                    <a:pt x="1375" y="1056"/>
                  </a:cubicBezTo>
                  <a:cubicBezTo>
                    <a:pt x="1392" y="1056"/>
                    <a:pt x="1407" y="1042"/>
                    <a:pt x="1407" y="1024"/>
                  </a:cubicBezTo>
                  <a:cubicBezTo>
                    <a:pt x="1407" y="1006"/>
                    <a:pt x="1392" y="992"/>
                    <a:pt x="1375" y="992"/>
                  </a:cubicBezTo>
                  <a:cubicBezTo>
                    <a:pt x="1311" y="992"/>
                    <a:pt x="1311" y="992"/>
                    <a:pt x="1311" y="992"/>
                  </a:cubicBezTo>
                  <a:cubicBezTo>
                    <a:pt x="1311" y="877"/>
                    <a:pt x="1311" y="877"/>
                    <a:pt x="1311" y="877"/>
                  </a:cubicBezTo>
                  <a:cubicBezTo>
                    <a:pt x="1311" y="866"/>
                    <a:pt x="1305" y="855"/>
                    <a:pt x="1295" y="849"/>
                  </a:cubicBezTo>
                  <a:cubicBezTo>
                    <a:pt x="1263" y="831"/>
                    <a:pt x="1263" y="831"/>
                    <a:pt x="1263" y="831"/>
                  </a:cubicBezTo>
                  <a:cubicBezTo>
                    <a:pt x="1486" y="607"/>
                    <a:pt x="1486" y="607"/>
                    <a:pt x="1486" y="607"/>
                  </a:cubicBezTo>
                  <a:cubicBezTo>
                    <a:pt x="1688" y="809"/>
                    <a:pt x="1688" y="809"/>
                    <a:pt x="1688" y="809"/>
                  </a:cubicBezTo>
                  <a:cubicBezTo>
                    <a:pt x="1688" y="992"/>
                    <a:pt x="1688" y="992"/>
                    <a:pt x="1688" y="992"/>
                  </a:cubicBezTo>
                  <a:cubicBezTo>
                    <a:pt x="1623" y="992"/>
                    <a:pt x="1623" y="992"/>
                    <a:pt x="1623" y="992"/>
                  </a:cubicBezTo>
                  <a:cubicBezTo>
                    <a:pt x="1605" y="992"/>
                    <a:pt x="1591" y="1006"/>
                    <a:pt x="1591" y="1024"/>
                  </a:cubicBezTo>
                  <a:cubicBezTo>
                    <a:pt x="1591" y="1042"/>
                    <a:pt x="1605" y="1056"/>
                    <a:pt x="1623" y="1056"/>
                  </a:cubicBezTo>
                  <a:close/>
                  <a:moveTo>
                    <a:pt x="898" y="990"/>
                  </a:moveTo>
                  <a:cubicBezTo>
                    <a:pt x="992" y="1044"/>
                    <a:pt x="992" y="1044"/>
                    <a:pt x="992" y="1044"/>
                  </a:cubicBezTo>
                  <a:cubicBezTo>
                    <a:pt x="992" y="1263"/>
                    <a:pt x="992" y="1263"/>
                    <a:pt x="992" y="1263"/>
                  </a:cubicBezTo>
                  <a:cubicBezTo>
                    <a:pt x="801" y="1153"/>
                    <a:pt x="801" y="1153"/>
                    <a:pt x="801" y="1153"/>
                  </a:cubicBezTo>
                  <a:cubicBezTo>
                    <a:pt x="801" y="895"/>
                    <a:pt x="801" y="895"/>
                    <a:pt x="801" y="895"/>
                  </a:cubicBezTo>
                  <a:cubicBezTo>
                    <a:pt x="1024" y="767"/>
                    <a:pt x="1024" y="767"/>
                    <a:pt x="1024" y="767"/>
                  </a:cubicBezTo>
                  <a:cubicBezTo>
                    <a:pt x="1216" y="878"/>
                    <a:pt x="1216" y="878"/>
                    <a:pt x="1216" y="878"/>
                  </a:cubicBezTo>
                  <a:cubicBezTo>
                    <a:pt x="1024" y="989"/>
                    <a:pt x="1024" y="989"/>
                    <a:pt x="1024" y="989"/>
                  </a:cubicBezTo>
                  <a:cubicBezTo>
                    <a:pt x="930" y="935"/>
                    <a:pt x="930" y="935"/>
                    <a:pt x="930" y="935"/>
                  </a:cubicBezTo>
                  <a:cubicBezTo>
                    <a:pt x="914" y="926"/>
                    <a:pt x="895" y="931"/>
                    <a:pt x="886" y="946"/>
                  </a:cubicBezTo>
                  <a:cubicBezTo>
                    <a:pt x="877" y="962"/>
                    <a:pt x="882" y="981"/>
                    <a:pt x="898" y="990"/>
                  </a:cubicBezTo>
                  <a:close/>
                  <a:moveTo>
                    <a:pt x="785" y="831"/>
                  </a:moveTo>
                  <a:cubicBezTo>
                    <a:pt x="753" y="849"/>
                    <a:pt x="753" y="849"/>
                    <a:pt x="753" y="849"/>
                  </a:cubicBezTo>
                  <a:cubicBezTo>
                    <a:pt x="743" y="855"/>
                    <a:pt x="737" y="866"/>
                    <a:pt x="737" y="877"/>
                  </a:cubicBezTo>
                  <a:cubicBezTo>
                    <a:pt x="737" y="992"/>
                    <a:pt x="737" y="992"/>
                    <a:pt x="737" y="992"/>
                  </a:cubicBezTo>
                  <a:cubicBezTo>
                    <a:pt x="360" y="992"/>
                    <a:pt x="360" y="992"/>
                    <a:pt x="360" y="992"/>
                  </a:cubicBezTo>
                  <a:cubicBezTo>
                    <a:pt x="360" y="809"/>
                    <a:pt x="360" y="809"/>
                    <a:pt x="360" y="809"/>
                  </a:cubicBezTo>
                  <a:cubicBezTo>
                    <a:pt x="562" y="607"/>
                    <a:pt x="562" y="607"/>
                    <a:pt x="562" y="607"/>
                  </a:cubicBezTo>
                  <a:lnTo>
                    <a:pt x="785" y="831"/>
                  </a:lnTo>
                  <a:close/>
                  <a:moveTo>
                    <a:pt x="607" y="562"/>
                  </a:moveTo>
                  <a:cubicBezTo>
                    <a:pt x="809" y="360"/>
                    <a:pt x="809" y="360"/>
                    <a:pt x="809" y="360"/>
                  </a:cubicBezTo>
                  <a:cubicBezTo>
                    <a:pt x="992" y="360"/>
                    <a:pt x="992" y="360"/>
                    <a:pt x="992" y="360"/>
                  </a:cubicBezTo>
                  <a:cubicBezTo>
                    <a:pt x="992" y="712"/>
                    <a:pt x="992" y="712"/>
                    <a:pt x="992" y="712"/>
                  </a:cubicBezTo>
                  <a:cubicBezTo>
                    <a:pt x="843" y="798"/>
                    <a:pt x="843" y="798"/>
                    <a:pt x="843" y="798"/>
                  </a:cubicBezTo>
                  <a:lnTo>
                    <a:pt x="607" y="562"/>
                  </a:lnTo>
                  <a:close/>
                  <a:moveTo>
                    <a:pt x="737" y="1056"/>
                  </a:moveTo>
                  <a:cubicBezTo>
                    <a:pt x="737" y="1171"/>
                    <a:pt x="737" y="1171"/>
                    <a:pt x="737" y="1171"/>
                  </a:cubicBezTo>
                  <a:cubicBezTo>
                    <a:pt x="737" y="1182"/>
                    <a:pt x="743" y="1193"/>
                    <a:pt x="753" y="1199"/>
                  </a:cubicBezTo>
                  <a:cubicBezTo>
                    <a:pt x="785" y="1217"/>
                    <a:pt x="785" y="1217"/>
                    <a:pt x="785" y="1217"/>
                  </a:cubicBezTo>
                  <a:cubicBezTo>
                    <a:pt x="562" y="1441"/>
                    <a:pt x="562" y="1441"/>
                    <a:pt x="562" y="1441"/>
                  </a:cubicBezTo>
                  <a:cubicBezTo>
                    <a:pt x="360" y="1239"/>
                    <a:pt x="360" y="1239"/>
                    <a:pt x="360" y="1239"/>
                  </a:cubicBezTo>
                  <a:cubicBezTo>
                    <a:pt x="360" y="1056"/>
                    <a:pt x="360" y="1056"/>
                    <a:pt x="360" y="1056"/>
                  </a:cubicBezTo>
                  <a:lnTo>
                    <a:pt x="737" y="1056"/>
                  </a:lnTo>
                  <a:close/>
                  <a:moveTo>
                    <a:pt x="843" y="1250"/>
                  </a:moveTo>
                  <a:cubicBezTo>
                    <a:pt x="992" y="1336"/>
                    <a:pt x="992" y="1336"/>
                    <a:pt x="992" y="1336"/>
                  </a:cubicBezTo>
                  <a:cubicBezTo>
                    <a:pt x="992" y="1688"/>
                    <a:pt x="992" y="1688"/>
                    <a:pt x="992" y="1688"/>
                  </a:cubicBezTo>
                  <a:cubicBezTo>
                    <a:pt x="809" y="1688"/>
                    <a:pt x="809" y="1688"/>
                    <a:pt x="809" y="1688"/>
                  </a:cubicBezTo>
                  <a:cubicBezTo>
                    <a:pt x="607" y="1486"/>
                    <a:pt x="607" y="1486"/>
                    <a:pt x="607" y="1486"/>
                  </a:cubicBezTo>
                  <a:lnTo>
                    <a:pt x="843" y="1250"/>
                  </a:lnTo>
                  <a:close/>
                  <a:moveTo>
                    <a:pt x="1056" y="712"/>
                  </a:moveTo>
                  <a:cubicBezTo>
                    <a:pt x="1056" y="360"/>
                    <a:pt x="1056" y="360"/>
                    <a:pt x="1056" y="360"/>
                  </a:cubicBezTo>
                  <a:cubicBezTo>
                    <a:pt x="1239" y="360"/>
                    <a:pt x="1239" y="360"/>
                    <a:pt x="1239" y="360"/>
                  </a:cubicBezTo>
                  <a:cubicBezTo>
                    <a:pt x="1441" y="562"/>
                    <a:pt x="1441" y="562"/>
                    <a:pt x="1441" y="562"/>
                  </a:cubicBezTo>
                  <a:cubicBezTo>
                    <a:pt x="1205" y="798"/>
                    <a:pt x="1205" y="798"/>
                    <a:pt x="1205" y="798"/>
                  </a:cubicBezTo>
                  <a:lnTo>
                    <a:pt x="1056" y="712"/>
                  </a:lnTo>
                  <a:close/>
                  <a:moveTo>
                    <a:pt x="1247" y="934"/>
                  </a:moveTo>
                  <a:cubicBezTo>
                    <a:pt x="1247" y="1153"/>
                    <a:pt x="1247" y="1153"/>
                    <a:pt x="1247" y="1153"/>
                  </a:cubicBezTo>
                  <a:cubicBezTo>
                    <a:pt x="1056" y="1263"/>
                    <a:pt x="1056" y="1263"/>
                    <a:pt x="1056" y="1263"/>
                  </a:cubicBezTo>
                  <a:cubicBezTo>
                    <a:pt x="1056" y="1044"/>
                    <a:pt x="1056" y="1044"/>
                    <a:pt x="1056" y="1044"/>
                  </a:cubicBezTo>
                  <a:lnTo>
                    <a:pt x="1247" y="934"/>
                  </a:lnTo>
                  <a:close/>
                  <a:moveTo>
                    <a:pt x="1056" y="1336"/>
                  </a:moveTo>
                  <a:cubicBezTo>
                    <a:pt x="1205" y="1250"/>
                    <a:pt x="1205" y="1250"/>
                    <a:pt x="1205" y="1250"/>
                  </a:cubicBezTo>
                  <a:cubicBezTo>
                    <a:pt x="1441" y="1486"/>
                    <a:pt x="1441" y="1486"/>
                    <a:pt x="1441" y="1486"/>
                  </a:cubicBezTo>
                  <a:cubicBezTo>
                    <a:pt x="1239" y="1688"/>
                    <a:pt x="1239" y="1688"/>
                    <a:pt x="1239" y="1688"/>
                  </a:cubicBezTo>
                  <a:cubicBezTo>
                    <a:pt x="1056" y="1688"/>
                    <a:pt x="1056" y="1688"/>
                    <a:pt x="1056" y="1688"/>
                  </a:cubicBezTo>
                  <a:lnTo>
                    <a:pt x="1056" y="1336"/>
                  </a:lnTo>
                  <a:close/>
                  <a:moveTo>
                    <a:pt x="1486" y="517"/>
                  </a:moveTo>
                  <a:cubicBezTo>
                    <a:pt x="1329" y="360"/>
                    <a:pt x="1329" y="360"/>
                    <a:pt x="1329" y="360"/>
                  </a:cubicBezTo>
                  <a:cubicBezTo>
                    <a:pt x="1620" y="360"/>
                    <a:pt x="1620" y="360"/>
                    <a:pt x="1620" y="360"/>
                  </a:cubicBezTo>
                  <a:cubicBezTo>
                    <a:pt x="1620" y="366"/>
                    <a:pt x="1620" y="372"/>
                    <a:pt x="1622" y="381"/>
                  </a:cubicBezTo>
                  <a:lnTo>
                    <a:pt x="1486" y="517"/>
                  </a:lnTo>
                  <a:close/>
                  <a:moveTo>
                    <a:pt x="1124" y="142"/>
                  </a:moveTo>
                  <a:cubicBezTo>
                    <a:pt x="1621" y="284"/>
                    <a:pt x="1621" y="284"/>
                    <a:pt x="1621" y="284"/>
                  </a:cubicBezTo>
                  <a:cubicBezTo>
                    <a:pt x="1620" y="287"/>
                    <a:pt x="1620" y="289"/>
                    <a:pt x="1620" y="292"/>
                  </a:cubicBezTo>
                  <a:cubicBezTo>
                    <a:pt x="1620" y="298"/>
                    <a:pt x="1659" y="296"/>
                    <a:pt x="1265" y="296"/>
                  </a:cubicBezTo>
                  <a:cubicBezTo>
                    <a:pt x="1122" y="153"/>
                    <a:pt x="1122" y="153"/>
                    <a:pt x="1122" y="153"/>
                  </a:cubicBezTo>
                  <a:cubicBezTo>
                    <a:pt x="1123" y="149"/>
                    <a:pt x="1123" y="146"/>
                    <a:pt x="1124" y="142"/>
                  </a:cubicBezTo>
                  <a:close/>
                  <a:moveTo>
                    <a:pt x="1077" y="198"/>
                  </a:moveTo>
                  <a:cubicBezTo>
                    <a:pt x="1175" y="296"/>
                    <a:pt x="1175" y="296"/>
                    <a:pt x="1175" y="296"/>
                  </a:cubicBezTo>
                  <a:cubicBezTo>
                    <a:pt x="1056" y="296"/>
                    <a:pt x="1056" y="296"/>
                    <a:pt x="1056" y="296"/>
                  </a:cubicBezTo>
                  <a:cubicBezTo>
                    <a:pt x="1056" y="200"/>
                    <a:pt x="1056" y="200"/>
                    <a:pt x="1056" y="200"/>
                  </a:cubicBezTo>
                  <a:cubicBezTo>
                    <a:pt x="1062" y="200"/>
                    <a:pt x="1068" y="200"/>
                    <a:pt x="1077" y="198"/>
                  </a:cubicBezTo>
                  <a:close/>
                  <a:moveTo>
                    <a:pt x="988" y="64"/>
                  </a:moveTo>
                  <a:cubicBezTo>
                    <a:pt x="1060" y="64"/>
                    <a:pt x="1060" y="64"/>
                    <a:pt x="1060" y="64"/>
                  </a:cubicBezTo>
                  <a:cubicBezTo>
                    <a:pt x="1060" y="136"/>
                    <a:pt x="1060" y="136"/>
                    <a:pt x="1060" y="136"/>
                  </a:cubicBezTo>
                  <a:cubicBezTo>
                    <a:pt x="988" y="136"/>
                    <a:pt x="988" y="136"/>
                    <a:pt x="988" y="136"/>
                  </a:cubicBezTo>
                  <a:cubicBezTo>
                    <a:pt x="988" y="63"/>
                    <a:pt x="988" y="64"/>
                    <a:pt x="988" y="64"/>
                  </a:cubicBezTo>
                  <a:close/>
                  <a:moveTo>
                    <a:pt x="971" y="198"/>
                  </a:moveTo>
                  <a:cubicBezTo>
                    <a:pt x="980" y="200"/>
                    <a:pt x="986" y="200"/>
                    <a:pt x="992" y="200"/>
                  </a:cubicBezTo>
                  <a:cubicBezTo>
                    <a:pt x="992" y="296"/>
                    <a:pt x="992" y="296"/>
                    <a:pt x="992" y="296"/>
                  </a:cubicBezTo>
                  <a:cubicBezTo>
                    <a:pt x="873" y="296"/>
                    <a:pt x="873" y="296"/>
                    <a:pt x="873" y="296"/>
                  </a:cubicBezTo>
                  <a:lnTo>
                    <a:pt x="971" y="198"/>
                  </a:lnTo>
                  <a:close/>
                  <a:moveTo>
                    <a:pt x="924" y="142"/>
                  </a:moveTo>
                  <a:cubicBezTo>
                    <a:pt x="925" y="146"/>
                    <a:pt x="925" y="149"/>
                    <a:pt x="926" y="153"/>
                  </a:cubicBezTo>
                  <a:cubicBezTo>
                    <a:pt x="783" y="296"/>
                    <a:pt x="783" y="296"/>
                    <a:pt x="783" y="296"/>
                  </a:cubicBezTo>
                  <a:cubicBezTo>
                    <a:pt x="388" y="296"/>
                    <a:pt x="428" y="298"/>
                    <a:pt x="428" y="292"/>
                  </a:cubicBezTo>
                  <a:cubicBezTo>
                    <a:pt x="428" y="289"/>
                    <a:pt x="428" y="287"/>
                    <a:pt x="427" y="284"/>
                  </a:cubicBezTo>
                  <a:lnTo>
                    <a:pt x="924" y="142"/>
                  </a:lnTo>
                  <a:close/>
                  <a:moveTo>
                    <a:pt x="428" y="360"/>
                  </a:moveTo>
                  <a:cubicBezTo>
                    <a:pt x="719" y="360"/>
                    <a:pt x="719" y="360"/>
                    <a:pt x="719" y="360"/>
                  </a:cubicBezTo>
                  <a:cubicBezTo>
                    <a:pt x="562" y="517"/>
                    <a:pt x="562" y="517"/>
                    <a:pt x="562" y="517"/>
                  </a:cubicBezTo>
                  <a:cubicBezTo>
                    <a:pt x="426" y="381"/>
                    <a:pt x="426" y="381"/>
                    <a:pt x="426" y="381"/>
                  </a:cubicBezTo>
                  <a:cubicBezTo>
                    <a:pt x="428" y="372"/>
                    <a:pt x="428" y="366"/>
                    <a:pt x="428" y="360"/>
                  </a:cubicBezTo>
                  <a:close/>
                  <a:moveTo>
                    <a:pt x="381" y="426"/>
                  </a:moveTo>
                  <a:cubicBezTo>
                    <a:pt x="517" y="562"/>
                    <a:pt x="517" y="562"/>
                    <a:pt x="517" y="562"/>
                  </a:cubicBezTo>
                  <a:cubicBezTo>
                    <a:pt x="360" y="719"/>
                    <a:pt x="360" y="719"/>
                    <a:pt x="360" y="719"/>
                  </a:cubicBezTo>
                  <a:cubicBezTo>
                    <a:pt x="360" y="428"/>
                    <a:pt x="360" y="428"/>
                    <a:pt x="360" y="428"/>
                  </a:cubicBezTo>
                  <a:cubicBezTo>
                    <a:pt x="366" y="428"/>
                    <a:pt x="372" y="428"/>
                    <a:pt x="381" y="426"/>
                  </a:cubicBezTo>
                  <a:close/>
                  <a:moveTo>
                    <a:pt x="292" y="292"/>
                  </a:moveTo>
                  <a:cubicBezTo>
                    <a:pt x="364" y="292"/>
                    <a:pt x="364" y="292"/>
                    <a:pt x="364" y="292"/>
                  </a:cubicBezTo>
                  <a:cubicBezTo>
                    <a:pt x="364" y="364"/>
                    <a:pt x="364" y="364"/>
                    <a:pt x="364" y="364"/>
                  </a:cubicBezTo>
                  <a:cubicBezTo>
                    <a:pt x="292" y="364"/>
                    <a:pt x="292" y="364"/>
                    <a:pt x="292" y="364"/>
                  </a:cubicBezTo>
                  <a:cubicBezTo>
                    <a:pt x="292" y="292"/>
                    <a:pt x="292" y="292"/>
                    <a:pt x="292" y="292"/>
                  </a:cubicBezTo>
                  <a:close/>
                  <a:moveTo>
                    <a:pt x="284" y="427"/>
                  </a:moveTo>
                  <a:cubicBezTo>
                    <a:pt x="289" y="428"/>
                    <a:pt x="291" y="428"/>
                    <a:pt x="296" y="428"/>
                  </a:cubicBezTo>
                  <a:cubicBezTo>
                    <a:pt x="296" y="783"/>
                    <a:pt x="296" y="783"/>
                    <a:pt x="296" y="783"/>
                  </a:cubicBezTo>
                  <a:cubicBezTo>
                    <a:pt x="153" y="926"/>
                    <a:pt x="153" y="926"/>
                    <a:pt x="153" y="926"/>
                  </a:cubicBezTo>
                  <a:cubicBezTo>
                    <a:pt x="149" y="925"/>
                    <a:pt x="146" y="925"/>
                    <a:pt x="142" y="924"/>
                  </a:cubicBezTo>
                  <a:lnTo>
                    <a:pt x="284" y="427"/>
                  </a:lnTo>
                  <a:close/>
                  <a:moveTo>
                    <a:pt x="200" y="992"/>
                  </a:moveTo>
                  <a:cubicBezTo>
                    <a:pt x="200" y="986"/>
                    <a:pt x="200" y="980"/>
                    <a:pt x="198" y="971"/>
                  </a:cubicBezTo>
                  <a:cubicBezTo>
                    <a:pt x="296" y="873"/>
                    <a:pt x="296" y="873"/>
                    <a:pt x="296" y="873"/>
                  </a:cubicBezTo>
                  <a:cubicBezTo>
                    <a:pt x="296" y="992"/>
                    <a:pt x="296" y="992"/>
                    <a:pt x="296" y="992"/>
                  </a:cubicBezTo>
                  <a:lnTo>
                    <a:pt x="200" y="992"/>
                  </a:lnTo>
                  <a:close/>
                  <a:moveTo>
                    <a:pt x="296" y="1056"/>
                  </a:moveTo>
                  <a:cubicBezTo>
                    <a:pt x="296" y="1175"/>
                    <a:pt x="296" y="1175"/>
                    <a:pt x="296" y="1175"/>
                  </a:cubicBezTo>
                  <a:cubicBezTo>
                    <a:pt x="198" y="1077"/>
                    <a:pt x="198" y="1077"/>
                    <a:pt x="198" y="1077"/>
                  </a:cubicBezTo>
                  <a:cubicBezTo>
                    <a:pt x="200" y="1068"/>
                    <a:pt x="200" y="1062"/>
                    <a:pt x="200" y="1056"/>
                  </a:cubicBezTo>
                  <a:lnTo>
                    <a:pt x="296" y="1056"/>
                  </a:lnTo>
                  <a:close/>
                  <a:moveTo>
                    <a:pt x="136" y="1060"/>
                  </a:moveTo>
                  <a:cubicBezTo>
                    <a:pt x="112" y="1060"/>
                    <a:pt x="91" y="1060"/>
                    <a:pt x="64" y="1060"/>
                  </a:cubicBezTo>
                  <a:cubicBezTo>
                    <a:pt x="64" y="988"/>
                    <a:pt x="64" y="988"/>
                    <a:pt x="64" y="988"/>
                  </a:cubicBezTo>
                  <a:cubicBezTo>
                    <a:pt x="136" y="988"/>
                    <a:pt x="136" y="988"/>
                    <a:pt x="136" y="988"/>
                  </a:cubicBezTo>
                  <a:lnTo>
                    <a:pt x="136" y="1060"/>
                  </a:lnTo>
                  <a:close/>
                  <a:moveTo>
                    <a:pt x="284" y="1621"/>
                  </a:moveTo>
                  <a:cubicBezTo>
                    <a:pt x="142" y="1124"/>
                    <a:pt x="142" y="1124"/>
                    <a:pt x="142" y="1124"/>
                  </a:cubicBezTo>
                  <a:cubicBezTo>
                    <a:pt x="146" y="1123"/>
                    <a:pt x="149" y="1123"/>
                    <a:pt x="153" y="1122"/>
                  </a:cubicBezTo>
                  <a:cubicBezTo>
                    <a:pt x="296" y="1265"/>
                    <a:pt x="296" y="1265"/>
                    <a:pt x="296" y="1265"/>
                  </a:cubicBezTo>
                  <a:cubicBezTo>
                    <a:pt x="296" y="1620"/>
                    <a:pt x="296" y="1620"/>
                    <a:pt x="296" y="1620"/>
                  </a:cubicBezTo>
                  <a:cubicBezTo>
                    <a:pt x="291" y="1620"/>
                    <a:pt x="289" y="1620"/>
                    <a:pt x="284" y="1621"/>
                  </a:cubicBezTo>
                  <a:close/>
                  <a:moveTo>
                    <a:pt x="364" y="1756"/>
                  </a:moveTo>
                  <a:cubicBezTo>
                    <a:pt x="292" y="1756"/>
                    <a:pt x="292" y="1756"/>
                    <a:pt x="292" y="1756"/>
                  </a:cubicBezTo>
                  <a:cubicBezTo>
                    <a:pt x="292" y="1684"/>
                    <a:pt x="292" y="1684"/>
                    <a:pt x="292" y="1684"/>
                  </a:cubicBezTo>
                  <a:cubicBezTo>
                    <a:pt x="364" y="1684"/>
                    <a:pt x="364" y="1684"/>
                    <a:pt x="364" y="1684"/>
                  </a:cubicBezTo>
                  <a:cubicBezTo>
                    <a:pt x="364" y="1754"/>
                    <a:pt x="364" y="1756"/>
                    <a:pt x="364" y="1756"/>
                  </a:cubicBezTo>
                  <a:close/>
                  <a:moveTo>
                    <a:pt x="381" y="1622"/>
                  </a:moveTo>
                  <a:cubicBezTo>
                    <a:pt x="372" y="1620"/>
                    <a:pt x="366" y="1620"/>
                    <a:pt x="360" y="1620"/>
                  </a:cubicBezTo>
                  <a:cubicBezTo>
                    <a:pt x="360" y="1329"/>
                    <a:pt x="360" y="1329"/>
                    <a:pt x="360" y="1329"/>
                  </a:cubicBezTo>
                  <a:cubicBezTo>
                    <a:pt x="517" y="1486"/>
                    <a:pt x="517" y="1486"/>
                    <a:pt x="517" y="1486"/>
                  </a:cubicBezTo>
                  <a:lnTo>
                    <a:pt x="381" y="1622"/>
                  </a:lnTo>
                  <a:close/>
                  <a:moveTo>
                    <a:pt x="562" y="1531"/>
                  </a:moveTo>
                  <a:cubicBezTo>
                    <a:pt x="719" y="1688"/>
                    <a:pt x="719" y="1688"/>
                    <a:pt x="719" y="1688"/>
                  </a:cubicBezTo>
                  <a:cubicBezTo>
                    <a:pt x="428" y="1688"/>
                    <a:pt x="428" y="1688"/>
                    <a:pt x="428" y="1688"/>
                  </a:cubicBezTo>
                  <a:cubicBezTo>
                    <a:pt x="428" y="1682"/>
                    <a:pt x="428" y="1676"/>
                    <a:pt x="426" y="1667"/>
                  </a:cubicBezTo>
                  <a:lnTo>
                    <a:pt x="562" y="1531"/>
                  </a:lnTo>
                  <a:close/>
                  <a:moveTo>
                    <a:pt x="924" y="1906"/>
                  </a:moveTo>
                  <a:cubicBezTo>
                    <a:pt x="427" y="1764"/>
                    <a:pt x="427" y="1764"/>
                    <a:pt x="427" y="1764"/>
                  </a:cubicBezTo>
                  <a:cubicBezTo>
                    <a:pt x="428" y="1761"/>
                    <a:pt x="428" y="1759"/>
                    <a:pt x="428" y="1756"/>
                  </a:cubicBezTo>
                  <a:cubicBezTo>
                    <a:pt x="428" y="1750"/>
                    <a:pt x="389" y="1752"/>
                    <a:pt x="783" y="1752"/>
                  </a:cubicBezTo>
                  <a:cubicBezTo>
                    <a:pt x="926" y="1895"/>
                    <a:pt x="926" y="1895"/>
                    <a:pt x="926" y="1895"/>
                  </a:cubicBezTo>
                  <a:cubicBezTo>
                    <a:pt x="925" y="1899"/>
                    <a:pt x="925" y="1902"/>
                    <a:pt x="924" y="1906"/>
                  </a:cubicBezTo>
                  <a:close/>
                  <a:moveTo>
                    <a:pt x="971" y="1850"/>
                  </a:moveTo>
                  <a:cubicBezTo>
                    <a:pt x="873" y="1752"/>
                    <a:pt x="873" y="1752"/>
                    <a:pt x="873" y="1752"/>
                  </a:cubicBezTo>
                  <a:cubicBezTo>
                    <a:pt x="992" y="1752"/>
                    <a:pt x="992" y="1752"/>
                    <a:pt x="992" y="1752"/>
                  </a:cubicBezTo>
                  <a:cubicBezTo>
                    <a:pt x="992" y="1848"/>
                    <a:pt x="992" y="1848"/>
                    <a:pt x="992" y="1848"/>
                  </a:cubicBezTo>
                  <a:cubicBezTo>
                    <a:pt x="986" y="1848"/>
                    <a:pt x="980" y="1848"/>
                    <a:pt x="971" y="1850"/>
                  </a:cubicBezTo>
                  <a:close/>
                  <a:moveTo>
                    <a:pt x="1060" y="1984"/>
                  </a:moveTo>
                  <a:cubicBezTo>
                    <a:pt x="988" y="1984"/>
                    <a:pt x="988" y="1984"/>
                    <a:pt x="988" y="1984"/>
                  </a:cubicBezTo>
                  <a:cubicBezTo>
                    <a:pt x="988" y="1912"/>
                    <a:pt x="988" y="1912"/>
                    <a:pt x="988" y="1912"/>
                  </a:cubicBezTo>
                  <a:cubicBezTo>
                    <a:pt x="1060" y="1912"/>
                    <a:pt x="1060" y="1912"/>
                    <a:pt x="1060" y="1912"/>
                  </a:cubicBezTo>
                  <a:cubicBezTo>
                    <a:pt x="1060" y="1985"/>
                    <a:pt x="1060" y="1984"/>
                    <a:pt x="1060" y="1984"/>
                  </a:cubicBezTo>
                  <a:close/>
                  <a:moveTo>
                    <a:pt x="1077" y="1850"/>
                  </a:moveTo>
                  <a:cubicBezTo>
                    <a:pt x="1068" y="1848"/>
                    <a:pt x="1062" y="1848"/>
                    <a:pt x="1056" y="1848"/>
                  </a:cubicBezTo>
                  <a:cubicBezTo>
                    <a:pt x="1056" y="1752"/>
                    <a:pt x="1056" y="1752"/>
                    <a:pt x="1056" y="1752"/>
                  </a:cubicBezTo>
                  <a:cubicBezTo>
                    <a:pt x="1175" y="1752"/>
                    <a:pt x="1175" y="1752"/>
                    <a:pt x="1175" y="1752"/>
                  </a:cubicBezTo>
                  <a:lnTo>
                    <a:pt x="1077" y="1850"/>
                  </a:lnTo>
                  <a:close/>
                  <a:moveTo>
                    <a:pt x="1124" y="1906"/>
                  </a:moveTo>
                  <a:cubicBezTo>
                    <a:pt x="1123" y="1902"/>
                    <a:pt x="1123" y="1899"/>
                    <a:pt x="1122" y="1895"/>
                  </a:cubicBezTo>
                  <a:cubicBezTo>
                    <a:pt x="1265" y="1752"/>
                    <a:pt x="1265" y="1752"/>
                    <a:pt x="1265" y="1752"/>
                  </a:cubicBezTo>
                  <a:cubicBezTo>
                    <a:pt x="1660" y="1752"/>
                    <a:pt x="1620" y="1750"/>
                    <a:pt x="1620" y="1756"/>
                  </a:cubicBezTo>
                  <a:cubicBezTo>
                    <a:pt x="1620" y="1759"/>
                    <a:pt x="1620" y="1761"/>
                    <a:pt x="1621" y="1764"/>
                  </a:cubicBezTo>
                  <a:lnTo>
                    <a:pt x="1124" y="1906"/>
                  </a:lnTo>
                  <a:close/>
                  <a:moveTo>
                    <a:pt x="1620" y="1688"/>
                  </a:moveTo>
                  <a:cubicBezTo>
                    <a:pt x="1329" y="1688"/>
                    <a:pt x="1329" y="1688"/>
                    <a:pt x="1329" y="1688"/>
                  </a:cubicBezTo>
                  <a:cubicBezTo>
                    <a:pt x="1486" y="1531"/>
                    <a:pt x="1486" y="1531"/>
                    <a:pt x="1486" y="1531"/>
                  </a:cubicBezTo>
                  <a:cubicBezTo>
                    <a:pt x="1622" y="1667"/>
                    <a:pt x="1622" y="1667"/>
                    <a:pt x="1622" y="1667"/>
                  </a:cubicBezTo>
                  <a:cubicBezTo>
                    <a:pt x="1620" y="1676"/>
                    <a:pt x="1620" y="1682"/>
                    <a:pt x="1620" y="1688"/>
                  </a:cubicBezTo>
                  <a:close/>
                  <a:moveTo>
                    <a:pt x="1667" y="1622"/>
                  </a:moveTo>
                  <a:cubicBezTo>
                    <a:pt x="1531" y="1486"/>
                    <a:pt x="1531" y="1486"/>
                    <a:pt x="1531" y="1486"/>
                  </a:cubicBezTo>
                  <a:cubicBezTo>
                    <a:pt x="1688" y="1329"/>
                    <a:pt x="1688" y="1329"/>
                    <a:pt x="1688" y="1329"/>
                  </a:cubicBezTo>
                  <a:cubicBezTo>
                    <a:pt x="1688" y="1620"/>
                    <a:pt x="1688" y="1620"/>
                    <a:pt x="1688" y="1620"/>
                  </a:cubicBezTo>
                  <a:cubicBezTo>
                    <a:pt x="1682" y="1620"/>
                    <a:pt x="1676" y="1620"/>
                    <a:pt x="1667" y="1622"/>
                  </a:cubicBezTo>
                  <a:close/>
                  <a:moveTo>
                    <a:pt x="1756" y="1756"/>
                  </a:moveTo>
                  <a:cubicBezTo>
                    <a:pt x="1684" y="1756"/>
                    <a:pt x="1684" y="1756"/>
                    <a:pt x="1684" y="1756"/>
                  </a:cubicBezTo>
                  <a:cubicBezTo>
                    <a:pt x="1684" y="1684"/>
                    <a:pt x="1684" y="1684"/>
                    <a:pt x="1684" y="1684"/>
                  </a:cubicBezTo>
                  <a:cubicBezTo>
                    <a:pt x="1756" y="1684"/>
                    <a:pt x="1756" y="1684"/>
                    <a:pt x="1756" y="1684"/>
                  </a:cubicBezTo>
                  <a:lnTo>
                    <a:pt x="1756" y="1756"/>
                  </a:lnTo>
                  <a:close/>
                  <a:moveTo>
                    <a:pt x="1764" y="1621"/>
                  </a:moveTo>
                  <a:cubicBezTo>
                    <a:pt x="1759" y="1620"/>
                    <a:pt x="1757" y="1620"/>
                    <a:pt x="1752" y="1620"/>
                  </a:cubicBezTo>
                  <a:cubicBezTo>
                    <a:pt x="1752" y="1265"/>
                    <a:pt x="1752" y="1265"/>
                    <a:pt x="1752" y="1265"/>
                  </a:cubicBezTo>
                  <a:cubicBezTo>
                    <a:pt x="1895" y="1122"/>
                    <a:pt x="1895" y="1122"/>
                    <a:pt x="1895" y="1122"/>
                  </a:cubicBezTo>
                  <a:cubicBezTo>
                    <a:pt x="1899" y="1123"/>
                    <a:pt x="1903" y="1123"/>
                    <a:pt x="1907" y="1124"/>
                  </a:cubicBezTo>
                  <a:lnTo>
                    <a:pt x="1764" y="1621"/>
                  </a:lnTo>
                  <a:close/>
                  <a:moveTo>
                    <a:pt x="1895" y="926"/>
                  </a:moveTo>
                  <a:cubicBezTo>
                    <a:pt x="1752" y="783"/>
                    <a:pt x="1752" y="783"/>
                    <a:pt x="1752" y="783"/>
                  </a:cubicBezTo>
                  <a:cubicBezTo>
                    <a:pt x="1752" y="428"/>
                    <a:pt x="1752" y="428"/>
                    <a:pt x="1752" y="428"/>
                  </a:cubicBezTo>
                  <a:cubicBezTo>
                    <a:pt x="1757" y="428"/>
                    <a:pt x="1759" y="428"/>
                    <a:pt x="1764" y="427"/>
                  </a:cubicBezTo>
                  <a:cubicBezTo>
                    <a:pt x="1907" y="924"/>
                    <a:pt x="1907" y="924"/>
                    <a:pt x="1907" y="924"/>
                  </a:cubicBezTo>
                  <a:cubicBezTo>
                    <a:pt x="1903" y="925"/>
                    <a:pt x="1899" y="925"/>
                    <a:pt x="1895" y="926"/>
                  </a:cubicBezTo>
                  <a:close/>
                  <a:moveTo>
                    <a:pt x="1984" y="1060"/>
                  </a:moveTo>
                  <a:cubicBezTo>
                    <a:pt x="1912" y="1060"/>
                    <a:pt x="1912" y="1060"/>
                    <a:pt x="1912" y="1060"/>
                  </a:cubicBezTo>
                  <a:cubicBezTo>
                    <a:pt x="1912" y="988"/>
                    <a:pt x="1912" y="988"/>
                    <a:pt x="1912" y="988"/>
                  </a:cubicBezTo>
                  <a:cubicBezTo>
                    <a:pt x="1984" y="988"/>
                    <a:pt x="1984" y="988"/>
                    <a:pt x="1984" y="988"/>
                  </a:cubicBezTo>
                  <a:cubicBezTo>
                    <a:pt x="1984" y="1060"/>
                    <a:pt x="1984" y="1060"/>
                    <a:pt x="1984" y="106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Freeform 21">
              <a:extLst>
                <a:ext uri="{FF2B5EF4-FFF2-40B4-BE49-F238E27FC236}">
                  <a16:creationId xmlns:a16="http://schemas.microsoft.com/office/drawing/2014/main" id="{AEA3D71B-6FAA-43FA-AF7C-FAB839D7F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1250" y="5103813"/>
              <a:ext cx="142875" cy="119063"/>
            </a:xfrm>
            <a:custGeom>
              <a:avLst/>
              <a:gdLst>
                <a:gd name="T0" fmla="*/ 45 w 77"/>
                <a:gd name="T1" fmla="*/ 0 h 64"/>
                <a:gd name="T2" fmla="*/ 45 w 77"/>
                <a:gd name="T3" fmla="*/ 64 h 64"/>
                <a:gd name="T4" fmla="*/ 77 w 77"/>
                <a:gd name="T5" fmla="*/ 32 h 64"/>
                <a:gd name="T6" fmla="*/ 45 w 77"/>
                <a:gd name="T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64">
                  <a:moveTo>
                    <a:pt x="45" y="0"/>
                  </a:moveTo>
                  <a:cubicBezTo>
                    <a:pt x="0" y="0"/>
                    <a:pt x="0" y="64"/>
                    <a:pt x="45" y="64"/>
                  </a:cubicBezTo>
                  <a:cubicBezTo>
                    <a:pt x="62" y="64"/>
                    <a:pt x="77" y="50"/>
                    <a:pt x="77" y="32"/>
                  </a:cubicBezTo>
                  <a:cubicBezTo>
                    <a:pt x="77" y="14"/>
                    <a:pt x="62" y="0"/>
                    <a:pt x="45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73B72845-8322-4922-8EC3-9B0946C6FA64}"/>
              </a:ext>
            </a:extLst>
          </p:cNvPr>
          <p:cNvSpPr/>
          <p:nvPr/>
        </p:nvSpPr>
        <p:spPr>
          <a:xfrm>
            <a:off x="1132119" y="1051168"/>
            <a:ext cx="1034259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5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目 </a:t>
            </a:r>
            <a:endParaRPr lang="en-US" altLang="zh-CN" sz="54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r>
              <a:rPr lang="zh-CN" altLang="en-US" sz="5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录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37F63F99-A3C7-F4EE-7C3D-4D4D41389E13}"/>
              </a:ext>
            </a:extLst>
          </p:cNvPr>
          <p:cNvSpPr/>
          <p:nvPr/>
        </p:nvSpPr>
        <p:spPr>
          <a:xfrm>
            <a:off x="7733965" y="5041996"/>
            <a:ext cx="1681202" cy="1681202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66A845AC-E601-BBEB-6FAA-9CB43227DBFA}"/>
              </a:ext>
            </a:extLst>
          </p:cNvPr>
          <p:cNvSpPr/>
          <p:nvPr/>
        </p:nvSpPr>
        <p:spPr>
          <a:xfrm>
            <a:off x="10369239" y="3944379"/>
            <a:ext cx="691357" cy="691357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8480D32-50E5-8D39-5388-097B302373C9}"/>
              </a:ext>
            </a:extLst>
          </p:cNvPr>
          <p:cNvSpPr/>
          <p:nvPr/>
        </p:nvSpPr>
        <p:spPr>
          <a:xfrm>
            <a:off x="9564134" y="1507846"/>
            <a:ext cx="1164412" cy="1164412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93A660FB-EEBA-AB90-A73D-C0EA36C8C4D9}"/>
              </a:ext>
            </a:extLst>
          </p:cNvPr>
          <p:cNvSpPr>
            <a:spLocks noChangeAspect="1"/>
          </p:cNvSpPr>
          <p:nvPr/>
        </p:nvSpPr>
        <p:spPr>
          <a:xfrm>
            <a:off x="5678907" y="1983149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02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41B2470C-8894-9179-94B5-106A521E769C}"/>
              </a:ext>
            </a:extLst>
          </p:cNvPr>
          <p:cNvSpPr>
            <a:spLocks noChangeAspect="1"/>
          </p:cNvSpPr>
          <p:nvPr/>
        </p:nvSpPr>
        <p:spPr>
          <a:xfrm>
            <a:off x="5487737" y="3058210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03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66517BFE-8853-290E-964B-5BA5B033A0BB}"/>
              </a:ext>
            </a:extLst>
          </p:cNvPr>
          <p:cNvSpPr>
            <a:spLocks noChangeAspect="1"/>
          </p:cNvSpPr>
          <p:nvPr/>
        </p:nvSpPr>
        <p:spPr>
          <a:xfrm>
            <a:off x="4988036" y="4133271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D469AB11-BEDA-E9CE-CB07-1F0EA993E79C}"/>
              </a:ext>
            </a:extLst>
          </p:cNvPr>
          <p:cNvSpPr>
            <a:spLocks noChangeAspect="1"/>
          </p:cNvSpPr>
          <p:nvPr/>
        </p:nvSpPr>
        <p:spPr>
          <a:xfrm>
            <a:off x="3941164" y="5208331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05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D4670546-1D29-3A3A-D8AF-2DD7D5A4B38F}"/>
              </a:ext>
            </a:extLst>
          </p:cNvPr>
          <p:cNvSpPr/>
          <p:nvPr/>
        </p:nvSpPr>
        <p:spPr>
          <a:xfrm>
            <a:off x="1072030" y="5191240"/>
            <a:ext cx="691357" cy="691357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008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连接符 20"/>
          <p:cNvCxnSpPr/>
          <p:nvPr/>
        </p:nvCxnSpPr>
        <p:spPr>
          <a:xfrm flipV="1">
            <a:off x="11292205" y="586740"/>
            <a:ext cx="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381" y="1515162"/>
            <a:ext cx="2106363" cy="4376783"/>
          </a:xfrm>
          <a:prstGeom prst="rect">
            <a:avLst/>
          </a:prstGeom>
        </p:spPr>
      </p:pic>
      <p:sp>
        <p:nvSpPr>
          <p:cNvPr id="7" name=" 184"/>
          <p:cNvSpPr/>
          <p:nvPr/>
        </p:nvSpPr>
        <p:spPr>
          <a:xfrm>
            <a:off x="2628265" y="1582035"/>
            <a:ext cx="1993900" cy="19939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C00000"/>
            </a:solidFill>
          </a:ln>
          <a:effectLst>
            <a:outerShdw blurRad="50800" dist="38100" dir="5400000" algn="tl" rotWithShape="0">
              <a:srgbClr val="50567E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cs typeface="书体坊赵九江钢笔行书" panose="03000509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1000" y="2952365"/>
            <a:ext cx="1485899" cy="37664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1600" b="1" spc="200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微软雅黑" panose="020B0503020204020204" pitchFamily="34" charset="-122"/>
              </a:rPr>
              <a:t>平安好车主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8648" y="2004841"/>
            <a:ext cx="914400" cy="9144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圆角矩形 10"/>
          <p:cNvSpPr/>
          <p:nvPr/>
        </p:nvSpPr>
        <p:spPr>
          <a:xfrm>
            <a:off x="1040851" y="3914370"/>
            <a:ext cx="5381214" cy="1854605"/>
          </a:xfrm>
          <a:prstGeom prst="roundRect">
            <a:avLst>
              <a:gd name="adj" fmla="val 4612"/>
            </a:avLst>
          </a:prstGeom>
          <a:solidFill>
            <a:srgbClr val="F7F7F7"/>
          </a:solidFill>
          <a:ln w="9525" cap="flat">
            <a:solidFill>
              <a:schemeClr val="bg1">
                <a:lumMod val="75000"/>
              </a:schemeClr>
            </a:solidFill>
            <a:custDash>
              <a:ds d="380000" sp="120000"/>
            </a:custDash>
            <a:bevel/>
          </a:ln>
        </p:spPr>
        <p:txBody>
          <a:bodyPr wrap="square" lIns="216000" tIns="0" rIns="216000" bIns="0" rtlCol="0" anchor="ctr"/>
          <a:lstStyle/>
          <a:p>
            <a:pPr>
              <a:lnSpc>
                <a:spcPct val="170000"/>
              </a:lnSpc>
            </a:pPr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平安好车主隶属于平安集团，是平安车险旗下涵盖车保险、车服务、车生活的一站式服务平台。</a:t>
            </a:r>
            <a:r>
              <a:rPr lang="zh-CN" altLang="en-US" sz="1400" baseline="300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 </a:t>
            </a:r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月活用户千万，持续位居汽车工具领域、车后服务领域第一位。</a:t>
            </a:r>
            <a:endParaRPr lang="en-US" altLang="zh-CN" sz="1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接入一键登录后，相比短信验证码方式，用户体验明显提升。登录时长缩短</a:t>
            </a:r>
            <a:r>
              <a:rPr lang="en-US" altLang="zh-CN" sz="16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90%</a:t>
            </a:r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，注册转化率提升</a:t>
            </a:r>
            <a:r>
              <a:rPr lang="en-US" altLang="zh-CN" sz="16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8%</a:t>
            </a:r>
            <a:endParaRPr lang="en-US" altLang="zh-CN" sz="1400" b="1" dirty="0">
              <a:solidFill>
                <a:srgbClr val="FF000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8126" y="1330591"/>
            <a:ext cx="2430651" cy="4856759"/>
          </a:xfrm>
          <a:prstGeom prst="rect">
            <a:avLst/>
          </a:prstGeom>
        </p:spPr>
      </p:pic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97E2448-6DF7-133C-A050-8F519EAF8A7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sz="2800" b="1" dirty="0"/>
              <a:t>客户案例</a:t>
            </a:r>
            <a:r>
              <a:rPr lang="en-US" altLang="zh-CN" sz="2800" b="1" dirty="0"/>
              <a:t>-</a:t>
            </a:r>
            <a:r>
              <a:rPr lang="zh-CN" altLang="en-US" sz="2800" b="1" dirty="0"/>
              <a:t>平安好车主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813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连接符 20"/>
          <p:cNvCxnSpPr/>
          <p:nvPr/>
        </p:nvCxnSpPr>
        <p:spPr>
          <a:xfrm flipV="1">
            <a:off x="11292205" y="586740"/>
            <a:ext cx="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 184"/>
          <p:cNvSpPr/>
          <p:nvPr/>
        </p:nvSpPr>
        <p:spPr>
          <a:xfrm>
            <a:off x="2628265" y="1582035"/>
            <a:ext cx="1993900" cy="19939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C00000"/>
            </a:solidFill>
          </a:ln>
          <a:effectLst>
            <a:outerShdw blurRad="50800" dist="38100" dir="5400000" algn="tl" rotWithShape="0">
              <a:srgbClr val="50567E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cs typeface="书体坊赵九江钢笔行书" panose="03000509000000000000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2841" y="2952365"/>
            <a:ext cx="1268815" cy="37664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1600" b="1" spc="200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微软雅黑" panose="020B0503020204020204" pitchFamily="34" charset="-122"/>
              </a:rPr>
              <a:t>好慷在家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12" t="1983" b="-1"/>
          <a:stretch/>
        </p:blipFill>
        <p:spPr bwMode="auto">
          <a:xfrm>
            <a:off x="3178648" y="2004841"/>
            <a:ext cx="914400" cy="9144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文本框 19"/>
          <p:cNvSpPr txBox="1"/>
          <p:nvPr/>
        </p:nvSpPr>
        <p:spPr>
          <a:xfrm>
            <a:off x="1040851" y="4113755"/>
            <a:ext cx="5381214" cy="409652"/>
          </a:xfrm>
          <a:prstGeom prst="rect">
            <a:avLst/>
          </a:prstGeom>
          <a:noFill/>
        </p:spPr>
        <p:txBody>
          <a:bodyPr wrap="square" lIns="216000" rIns="216000" rtlCol="0">
            <a:spAutoFit/>
          </a:bodyPr>
          <a:lstStyle/>
          <a:p>
            <a:pPr>
              <a:lnSpc>
                <a:spcPct val="170000"/>
              </a:lnSpc>
            </a:pP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536" y="1387543"/>
            <a:ext cx="2020053" cy="437678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8126" y="1330591"/>
            <a:ext cx="2430651" cy="4856759"/>
          </a:xfrm>
          <a:prstGeom prst="rect">
            <a:avLst/>
          </a:prstGeom>
        </p:spPr>
      </p:pic>
      <p:sp>
        <p:nvSpPr>
          <p:cNvPr id="12" name="圆角矩形 11"/>
          <p:cNvSpPr/>
          <p:nvPr/>
        </p:nvSpPr>
        <p:spPr>
          <a:xfrm>
            <a:off x="1040851" y="3897312"/>
            <a:ext cx="5381214" cy="1871663"/>
          </a:xfrm>
          <a:prstGeom prst="roundRect">
            <a:avLst>
              <a:gd name="adj" fmla="val 4612"/>
            </a:avLst>
          </a:prstGeom>
          <a:solidFill>
            <a:srgbClr val="F7F7F7"/>
          </a:solidFill>
          <a:ln w="9525" cap="flat">
            <a:solidFill>
              <a:schemeClr val="bg1">
                <a:lumMod val="75000"/>
              </a:schemeClr>
            </a:solidFill>
            <a:custDash>
              <a:ds d="380000" sp="120000"/>
            </a:custDash>
            <a:bevel/>
          </a:ln>
        </p:spPr>
        <p:txBody>
          <a:bodyPr wrap="square" lIns="216000" tIns="0" rIns="216000" bIns="0" rtlCol="0" anchor="ctr"/>
          <a:lstStyle/>
          <a:p>
            <a:pPr>
              <a:lnSpc>
                <a:spcPct val="170000"/>
              </a:lnSpc>
            </a:pPr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好慷在家是一款专业提供</a:t>
            </a:r>
            <a:r>
              <a:rPr lang="en-US" altLang="zh-CN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O2O</a:t>
            </a:r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家政服务的应用，目前业务覆盖全国</a:t>
            </a:r>
            <a:r>
              <a:rPr lang="en-US" altLang="zh-CN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30</a:t>
            </a:r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个主要城市，服务家庭用户超过</a:t>
            </a:r>
            <a:r>
              <a:rPr lang="en-US" altLang="zh-CN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500</a:t>
            </a:r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万。</a:t>
            </a:r>
            <a:endParaRPr lang="en-US" altLang="zh-CN" sz="1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在</a:t>
            </a:r>
            <a:r>
              <a:rPr lang="en-US" altLang="zh-CN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App</a:t>
            </a:r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推广阶段，客户接入一键登录，极大的缩短了用户注册流程，既让用户有良好的体验，也提升了用户转化率，注册转化率提升</a:t>
            </a:r>
            <a:r>
              <a:rPr lang="en-US" altLang="zh-CN" sz="16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10%</a:t>
            </a:r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。</a:t>
            </a:r>
            <a:endParaRPr lang="en-US" altLang="zh-CN" sz="1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E239B37-512B-E8FB-BCC7-428564C1311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sz="2800" b="1" dirty="0"/>
              <a:t>客户案例</a:t>
            </a:r>
            <a:r>
              <a:rPr lang="en-US" altLang="zh-CN" sz="2800" b="1" dirty="0"/>
              <a:t>-</a:t>
            </a:r>
            <a:r>
              <a:rPr lang="zh-CN" altLang="en-US" sz="2800" b="1" dirty="0"/>
              <a:t>好慷在家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975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连接符 20"/>
          <p:cNvCxnSpPr/>
          <p:nvPr/>
        </p:nvCxnSpPr>
        <p:spPr>
          <a:xfrm flipV="1">
            <a:off x="11292205" y="586740"/>
            <a:ext cx="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 184"/>
          <p:cNvSpPr/>
          <p:nvPr/>
        </p:nvSpPr>
        <p:spPr>
          <a:xfrm>
            <a:off x="2628265" y="1582035"/>
            <a:ext cx="1993900" cy="19939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C00000"/>
            </a:solidFill>
          </a:ln>
          <a:effectLst>
            <a:outerShdw blurRad="50800" dist="38100" dir="5400000" algn="tl" rotWithShape="0">
              <a:srgbClr val="50567E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cs typeface="书体坊赵九江钢笔行书" panose="03000509000000000000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2841" y="2952365"/>
            <a:ext cx="1268815" cy="37664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1600" b="1" spc="200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微软雅黑" panose="020B0503020204020204" pitchFamily="34" charset="-122"/>
              </a:rPr>
              <a:t>云 米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78648" y="2004841"/>
            <a:ext cx="914400" cy="9144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文本框 19"/>
          <p:cNvSpPr txBox="1"/>
          <p:nvPr/>
        </p:nvSpPr>
        <p:spPr>
          <a:xfrm>
            <a:off x="1040851" y="4113755"/>
            <a:ext cx="5381214" cy="409652"/>
          </a:xfrm>
          <a:prstGeom prst="rect">
            <a:avLst/>
          </a:prstGeom>
          <a:noFill/>
        </p:spPr>
        <p:txBody>
          <a:bodyPr wrap="square" lIns="216000" rIns="216000" rtlCol="0">
            <a:spAutoFit/>
          </a:bodyPr>
          <a:lstStyle/>
          <a:p>
            <a:pPr>
              <a:lnSpc>
                <a:spcPct val="170000"/>
              </a:lnSpc>
            </a:pPr>
            <a:endParaRPr lang="en-US" altLang="zh-CN" sz="1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536" y="1387543"/>
            <a:ext cx="2020053" cy="437678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8126" y="1330591"/>
            <a:ext cx="2430651" cy="4856759"/>
          </a:xfrm>
          <a:prstGeom prst="rect">
            <a:avLst/>
          </a:prstGeom>
        </p:spPr>
      </p:pic>
      <p:sp>
        <p:nvSpPr>
          <p:cNvPr id="12" name="圆角矩形 11"/>
          <p:cNvSpPr/>
          <p:nvPr/>
        </p:nvSpPr>
        <p:spPr>
          <a:xfrm>
            <a:off x="1040851" y="3897312"/>
            <a:ext cx="5381214" cy="1871663"/>
          </a:xfrm>
          <a:prstGeom prst="roundRect">
            <a:avLst>
              <a:gd name="adj" fmla="val 4612"/>
            </a:avLst>
          </a:prstGeom>
          <a:solidFill>
            <a:srgbClr val="F7F7F7"/>
          </a:solidFill>
          <a:ln w="9525" cap="flat">
            <a:solidFill>
              <a:schemeClr val="bg1">
                <a:lumMod val="75000"/>
              </a:schemeClr>
            </a:solidFill>
            <a:custDash>
              <a:ds d="380000" sp="120000"/>
            </a:custDash>
            <a:bevel/>
          </a:ln>
        </p:spPr>
        <p:txBody>
          <a:bodyPr wrap="square" lIns="216000" tIns="0" rIns="216000" bIns="0" rtlCol="0" anchor="ctr"/>
          <a:lstStyle/>
          <a:p>
            <a:pPr>
              <a:lnSpc>
                <a:spcPct val="170000"/>
              </a:lnSpc>
            </a:pPr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云米是全球领先的家庭物联网高科技企业，致力于为全球用户提供“一站式全屋智能”解决方案。</a:t>
            </a:r>
            <a:endParaRPr lang="en-US" altLang="zh-CN" sz="1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客户接入一键登录后，极大的缩短了用户注册</a:t>
            </a:r>
            <a:r>
              <a:rPr lang="en-US" altLang="zh-CN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/</a:t>
            </a:r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登录流程，提升了用户体验。较原流程登录时长缩短</a:t>
            </a:r>
            <a:r>
              <a:rPr lang="en-US" altLang="zh-CN" sz="16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90%</a:t>
            </a:r>
            <a:r>
              <a:rPr lang="zh-CN" altLang="en-US" sz="16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以上</a:t>
            </a:r>
            <a:endParaRPr lang="en-US" altLang="zh-CN" sz="1400" b="1" dirty="0">
              <a:solidFill>
                <a:srgbClr val="FF000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E239B37-512B-E8FB-BCC7-428564C1311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sz="2800" b="1" dirty="0"/>
              <a:t>客户案例</a:t>
            </a:r>
            <a:r>
              <a:rPr lang="en-US" altLang="zh-CN" sz="2800" b="1" dirty="0"/>
              <a:t>-</a:t>
            </a:r>
            <a:r>
              <a:rPr lang="zh-CN" altLang="en-US" dirty="0"/>
              <a:t>云米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C66FBAE-536C-10A1-F45F-B807C8FAFEB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147" y="1513810"/>
            <a:ext cx="2105785" cy="4462028"/>
          </a:xfrm>
          <a:prstGeom prst="roundRect">
            <a:avLst>
              <a:gd name="adj" fmla="val 15330"/>
            </a:avLst>
          </a:prstGeom>
        </p:spPr>
      </p:pic>
    </p:spTree>
    <p:extLst>
      <p:ext uri="{BB962C8B-B14F-4D97-AF65-F5344CB8AC3E}">
        <p14:creationId xmlns:p14="http://schemas.microsoft.com/office/powerpoint/2010/main" val="97050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828" y="1505926"/>
            <a:ext cx="2020053" cy="4376783"/>
          </a:xfrm>
          <a:prstGeom prst="rect">
            <a:avLst/>
          </a:prstGeom>
        </p:spPr>
      </p:pic>
      <p:cxnSp>
        <p:nvCxnSpPr>
          <p:cNvPr id="21" name="直接连接符 20"/>
          <p:cNvCxnSpPr/>
          <p:nvPr/>
        </p:nvCxnSpPr>
        <p:spPr>
          <a:xfrm flipV="1">
            <a:off x="11292205" y="586740"/>
            <a:ext cx="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 184"/>
          <p:cNvSpPr/>
          <p:nvPr/>
        </p:nvSpPr>
        <p:spPr>
          <a:xfrm>
            <a:off x="2628265" y="1582035"/>
            <a:ext cx="1993900" cy="19939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C00000"/>
            </a:solidFill>
          </a:ln>
          <a:effectLst>
            <a:outerShdw blurRad="50800" dist="38100" dir="5400000" algn="tl" rotWithShape="0">
              <a:srgbClr val="50567E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cs typeface="书体坊赵九江钢笔行书" panose="03000509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032841" y="2952365"/>
            <a:ext cx="1268815" cy="37664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1600" b="1" spc="200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微软雅黑" panose="020B0503020204020204" pitchFamily="34" charset="-122"/>
              </a:rPr>
              <a:t>到 位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8648" y="2004841"/>
            <a:ext cx="914400" cy="9144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8126" y="1330591"/>
            <a:ext cx="2430651" cy="4856759"/>
          </a:xfrm>
          <a:prstGeom prst="rect">
            <a:avLst/>
          </a:prstGeom>
        </p:spPr>
      </p:pic>
      <p:sp>
        <p:nvSpPr>
          <p:cNvPr id="15" name="圆角矩形 14"/>
          <p:cNvSpPr/>
          <p:nvPr/>
        </p:nvSpPr>
        <p:spPr>
          <a:xfrm>
            <a:off x="1040851" y="3897312"/>
            <a:ext cx="5381214" cy="2232025"/>
          </a:xfrm>
          <a:prstGeom prst="roundRect">
            <a:avLst>
              <a:gd name="adj" fmla="val 4612"/>
            </a:avLst>
          </a:prstGeom>
          <a:solidFill>
            <a:srgbClr val="F7F7F7"/>
          </a:solidFill>
          <a:ln w="9525" cap="flat">
            <a:solidFill>
              <a:schemeClr val="bg1">
                <a:lumMod val="75000"/>
              </a:schemeClr>
            </a:solidFill>
            <a:custDash>
              <a:ds d="380000" sp="120000"/>
            </a:custDash>
            <a:bevel/>
          </a:ln>
        </p:spPr>
        <p:txBody>
          <a:bodyPr wrap="square" lIns="216000" tIns="0" rIns="216000" bIns="0" rtlCol="0" anchor="ctr"/>
          <a:lstStyle/>
          <a:p>
            <a:pPr>
              <a:lnSpc>
                <a:spcPct val="170000"/>
              </a:lnSpc>
            </a:pPr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到位</a:t>
            </a:r>
            <a:r>
              <a:rPr lang="en-US" altLang="zh-CN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APP</a:t>
            </a:r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隶属于北京邻家科技有限公司，是中国领先的高品质</a:t>
            </a:r>
            <a:r>
              <a:rPr lang="en-US" altLang="zh-CN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O2O</a:t>
            </a:r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上门服务平台。</a:t>
            </a:r>
            <a:endParaRPr lang="en-US" altLang="zh-CN" sz="1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用户登录时，默认提供一键登录的方式，便捷用户操作，同时跟原有的登录形式相结合，给用户更多的选择，客户反馈用户体验非常不错。较原流程注册转化率提升</a:t>
            </a:r>
            <a:r>
              <a:rPr lang="en-US" altLang="zh-CN" sz="16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10%-13%</a:t>
            </a:r>
            <a:endParaRPr lang="en-US" altLang="zh-CN" sz="1400" b="1" dirty="0">
              <a:solidFill>
                <a:srgbClr val="FF000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7815D00-42A9-8971-1BDA-9F5239ECDCA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sz="2800" b="1" dirty="0"/>
              <a:t>客户案例</a:t>
            </a:r>
            <a:r>
              <a:rPr lang="en-US" altLang="zh-CN" sz="2800" b="1" dirty="0"/>
              <a:t>-</a:t>
            </a:r>
            <a:r>
              <a:rPr lang="zh-CN" altLang="en-US" sz="2800" b="1" dirty="0"/>
              <a:t>到位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90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8126" y="1330591"/>
            <a:ext cx="2430651" cy="4856759"/>
          </a:xfrm>
          <a:prstGeom prst="rect">
            <a:avLst/>
          </a:prstGeom>
        </p:spPr>
      </p:pic>
      <p:cxnSp>
        <p:nvCxnSpPr>
          <p:cNvPr id="21" name="直接连接符 20"/>
          <p:cNvCxnSpPr/>
          <p:nvPr/>
        </p:nvCxnSpPr>
        <p:spPr>
          <a:xfrm flipV="1">
            <a:off x="11292205" y="586740"/>
            <a:ext cx="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 184"/>
          <p:cNvSpPr/>
          <p:nvPr/>
        </p:nvSpPr>
        <p:spPr>
          <a:xfrm>
            <a:off x="2628265" y="1582035"/>
            <a:ext cx="1993900" cy="1993900"/>
          </a:xfrm>
          <a:prstGeom prst="ellipse">
            <a:avLst/>
          </a:prstGeom>
          <a:solidFill>
            <a:schemeClr val="bg1"/>
          </a:solidFill>
          <a:ln w="76200">
            <a:solidFill>
              <a:srgbClr val="C00000"/>
            </a:solidFill>
          </a:ln>
          <a:effectLst>
            <a:outerShdw blurRad="50800" dist="38100" dir="5400000" algn="tl" rotWithShape="0">
              <a:srgbClr val="50567E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cs typeface="书体坊赵九江钢笔行书" panose="03000509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032841" y="2952365"/>
            <a:ext cx="1268815" cy="37664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1600" b="1" spc="200" dirty="0">
                <a:latin typeface="思源黑体 CN Bold" panose="020B0800000000000000" pitchFamily="34" charset="-122"/>
                <a:ea typeface="思源黑体 CN Bold" panose="020B0800000000000000" pitchFamily="34" charset="-122"/>
                <a:cs typeface="微软雅黑" panose="020B0503020204020204" pitchFamily="34" charset="-122"/>
              </a:rPr>
              <a:t>闲来麻将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8648" y="2004841"/>
            <a:ext cx="914400" cy="9144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850" y="1477641"/>
            <a:ext cx="2133600" cy="4554788"/>
          </a:xfrm>
          <a:prstGeom prst="rect">
            <a:avLst/>
          </a:prstGeom>
        </p:spPr>
      </p:pic>
      <p:sp>
        <p:nvSpPr>
          <p:cNvPr id="15" name="圆角矩形 14"/>
          <p:cNvSpPr/>
          <p:nvPr/>
        </p:nvSpPr>
        <p:spPr>
          <a:xfrm>
            <a:off x="1040851" y="3897312"/>
            <a:ext cx="5381214" cy="2232025"/>
          </a:xfrm>
          <a:prstGeom prst="roundRect">
            <a:avLst>
              <a:gd name="adj" fmla="val 4612"/>
            </a:avLst>
          </a:prstGeom>
          <a:solidFill>
            <a:srgbClr val="F7F7F7"/>
          </a:solidFill>
          <a:ln w="9525" cap="flat">
            <a:solidFill>
              <a:schemeClr val="bg1">
                <a:lumMod val="75000"/>
              </a:schemeClr>
            </a:solidFill>
            <a:custDash>
              <a:ds d="380000" sp="120000"/>
            </a:custDash>
            <a:bevel/>
          </a:ln>
        </p:spPr>
        <p:txBody>
          <a:bodyPr wrap="square" lIns="216000" tIns="0" rIns="216000" bIns="0" rtlCol="0" anchor="ctr"/>
          <a:lstStyle/>
          <a:p>
            <a:pPr>
              <a:lnSpc>
                <a:spcPct val="170000"/>
              </a:lnSpc>
            </a:pPr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闲来麻将隶属于北京闲徕互娱网络科技有限公司，是一款棋牌类的游戏应用。</a:t>
            </a:r>
            <a:endParaRPr lang="en-US" altLang="zh-CN" sz="1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70000"/>
              </a:lnSpc>
            </a:pPr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客户在微信登录后，绑定手机号的环节采用了一键登录，实现了快速将微信与手机号进行绑定，打破传统交互，简化了用户操作流程。较原流程注册转化率提升</a:t>
            </a:r>
            <a:r>
              <a:rPr lang="en-US" altLang="zh-CN" sz="16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14%</a:t>
            </a:r>
            <a:endParaRPr lang="en-US" altLang="zh-CN" sz="1400" b="1" dirty="0">
              <a:solidFill>
                <a:srgbClr val="FF0000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E32351F-6AA0-4093-27BE-98E5A3D091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sz="2800" b="1" dirty="0"/>
              <a:t>客户案例</a:t>
            </a:r>
            <a:r>
              <a:rPr lang="en-US" altLang="zh-CN" sz="2800" b="1" dirty="0"/>
              <a:t>-</a:t>
            </a:r>
            <a:r>
              <a:rPr lang="zh-CN" altLang="en-US" sz="2800" b="1" dirty="0"/>
              <a:t>闲来麻将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378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椭圆 62">
            <a:extLst>
              <a:ext uri="{FF2B5EF4-FFF2-40B4-BE49-F238E27FC236}">
                <a16:creationId xmlns:a16="http://schemas.microsoft.com/office/drawing/2014/main" id="{4141193A-236E-2071-9956-1D25C68FCD7A}"/>
              </a:ext>
            </a:extLst>
          </p:cNvPr>
          <p:cNvSpPr/>
          <p:nvPr/>
        </p:nvSpPr>
        <p:spPr>
          <a:xfrm>
            <a:off x="-1537912" y="-1007343"/>
            <a:ext cx="5754073" cy="5754073"/>
          </a:xfrm>
          <a:prstGeom prst="ellipse">
            <a:avLst/>
          </a:prstGeom>
          <a:solidFill>
            <a:srgbClr val="1D78FA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1D7880-33B0-4283-9E88-B7D29F71FDB4}"/>
              </a:ext>
            </a:extLst>
          </p:cNvPr>
          <p:cNvSpPr/>
          <p:nvPr/>
        </p:nvSpPr>
        <p:spPr>
          <a:xfrm>
            <a:off x="6601750" y="103725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产品介绍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50B37E-983C-4E59-A13D-D7B3B6D58423}"/>
              </a:ext>
            </a:extLst>
          </p:cNvPr>
          <p:cNvSpPr/>
          <p:nvPr/>
        </p:nvSpPr>
        <p:spPr>
          <a:xfrm>
            <a:off x="6656942" y="209005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应用场景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B73698-D95F-417B-BBA9-7764739A7C89}"/>
              </a:ext>
            </a:extLst>
          </p:cNvPr>
          <p:cNvSpPr/>
          <p:nvPr/>
        </p:nvSpPr>
        <p:spPr>
          <a:xfrm>
            <a:off x="6033890" y="4289150"/>
            <a:ext cx="14157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客户案例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18F70C-DD95-4262-82FC-BE81C80E8E1E}"/>
              </a:ext>
            </a:extLst>
          </p:cNvPr>
          <p:cNvSpPr/>
          <p:nvPr/>
        </p:nvSpPr>
        <p:spPr>
          <a:xfrm>
            <a:off x="6456652" y="3198167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产品优势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68B0D97-673D-4E2B-A895-804FD89312E6}"/>
              </a:ext>
            </a:extLst>
          </p:cNvPr>
          <p:cNvSpPr/>
          <p:nvPr/>
        </p:nvSpPr>
        <p:spPr>
          <a:xfrm>
            <a:off x="4916152" y="5364211"/>
            <a:ext cx="14771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srgbClr val="1D78FA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公司概况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27229BF-B1EA-F160-9854-E1FF5857241F}"/>
              </a:ext>
            </a:extLst>
          </p:cNvPr>
          <p:cNvSpPr/>
          <p:nvPr/>
        </p:nvSpPr>
        <p:spPr>
          <a:xfrm>
            <a:off x="-995795" y="-465226"/>
            <a:ext cx="4669839" cy="4669839"/>
          </a:xfrm>
          <a:prstGeom prst="ellipse">
            <a:avLst/>
          </a:prstGeom>
          <a:gradFill flip="none" rotWithShape="1">
            <a:gsLst>
              <a:gs pos="0">
                <a:srgbClr val="1D78FA"/>
              </a:gs>
              <a:gs pos="100000">
                <a:srgbClr val="0C61DA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1170CE78-7AB8-D9E2-6B29-CFBC237FD82A}"/>
              </a:ext>
            </a:extLst>
          </p:cNvPr>
          <p:cNvSpPr/>
          <p:nvPr/>
        </p:nvSpPr>
        <p:spPr>
          <a:xfrm rot="5400000">
            <a:off x="-2269228" y="-1649238"/>
            <a:ext cx="7185379" cy="7185379"/>
          </a:xfrm>
          <a:prstGeom prst="ellipse">
            <a:avLst/>
          </a:prstGeom>
          <a:noFill/>
          <a:ln w="15875" cap="flat" cmpd="sng" algn="ctr">
            <a:gradFill>
              <a:gsLst>
                <a:gs pos="0">
                  <a:srgbClr val="1D78FA">
                    <a:alpha val="50000"/>
                  </a:srgbClr>
                </a:gs>
                <a:gs pos="100000">
                  <a:schemeClr val="accent1">
                    <a:lumMod val="100000"/>
                    <a:alpha val="5500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0B2464FD-6DEA-4C85-F149-0E973C82D18A}"/>
              </a:ext>
            </a:extLst>
          </p:cNvPr>
          <p:cNvSpPr/>
          <p:nvPr/>
        </p:nvSpPr>
        <p:spPr>
          <a:xfrm rot="5400000">
            <a:off x="-3359857" y="-2828035"/>
            <a:ext cx="9433766" cy="9433766"/>
          </a:xfrm>
          <a:prstGeom prst="ellipse">
            <a:avLst/>
          </a:prstGeom>
          <a:noFill/>
          <a:ln w="15875" cap="flat" cmpd="sng" algn="ctr">
            <a:gradFill>
              <a:gsLst>
                <a:gs pos="0">
                  <a:srgbClr val="1D78FA">
                    <a:alpha val="50000"/>
                  </a:srgbClr>
                </a:gs>
                <a:gs pos="100000">
                  <a:schemeClr val="accent1">
                    <a:lumMod val="100000"/>
                    <a:alpha val="8700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EB3390F8-A456-04F3-6D21-CE5CB26CDC93}"/>
              </a:ext>
            </a:extLst>
          </p:cNvPr>
          <p:cNvSpPr>
            <a:spLocks noChangeAspect="1"/>
          </p:cNvSpPr>
          <p:nvPr/>
        </p:nvSpPr>
        <p:spPr>
          <a:xfrm>
            <a:off x="5673890" y="908088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01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9EDCDDA5-4309-4A4E-A88C-42D92E319276}"/>
              </a:ext>
            </a:extLst>
          </p:cNvPr>
          <p:cNvGrpSpPr/>
          <p:nvPr/>
        </p:nvGrpSpPr>
        <p:grpSpPr>
          <a:xfrm>
            <a:off x="10444918" y="3564646"/>
            <a:ext cx="540000" cy="540000"/>
            <a:chOff x="13658850" y="3254376"/>
            <a:chExt cx="3821113" cy="3817938"/>
          </a:xfrm>
          <a:solidFill>
            <a:schemeClr val="bg1"/>
          </a:solidFill>
        </p:grpSpPr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3C8325D4-E2A5-48E5-9C24-894DB8F17F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58850" y="3254376"/>
              <a:ext cx="3821113" cy="3817938"/>
            </a:xfrm>
            <a:custGeom>
              <a:avLst/>
              <a:gdLst>
                <a:gd name="T0" fmla="*/ 1756 w 2048"/>
                <a:gd name="T1" fmla="*/ 228 h 2048"/>
                <a:gd name="T2" fmla="*/ 988 w 2048"/>
                <a:gd name="T3" fmla="*/ 0 h 2048"/>
                <a:gd name="T4" fmla="*/ 228 w 2048"/>
                <a:gd name="T5" fmla="*/ 292 h 2048"/>
                <a:gd name="T6" fmla="*/ 0 w 2048"/>
                <a:gd name="T7" fmla="*/ 1060 h 2048"/>
                <a:gd name="T8" fmla="*/ 292 w 2048"/>
                <a:gd name="T9" fmla="*/ 1820 h 2048"/>
                <a:gd name="T10" fmla="*/ 1060 w 2048"/>
                <a:gd name="T11" fmla="*/ 2048 h 2048"/>
                <a:gd name="T12" fmla="*/ 1820 w 2048"/>
                <a:gd name="T13" fmla="*/ 1756 h 2048"/>
                <a:gd name="T14" fmla="*/ 2048 w 2048"/>
                <a:gd name="T15" fmla="*/ 988 h 2048"/>
                <a:gd name="T16" fmla="*/ 1684 w 2048"/>
                <a:gd name="T17" fmla="*/ 364 h 2048"/>
                <a:gd name="T18" fmla="*/ 1848 w 2048"/>
                <a:gd name="T19" fmla="*/ 1056 h 2048"/>
                <a:gd name="T20" fmla="*/ 1850 w 2048"/>
                <a:gd name="T21" fmla="*/ 971 h 2048"/>
                <a:gd name="T22" fmla="*/ 1531 w 2048"/>
                <a:gd name="T23" fmla="*/ 562 h 2048"/>
                <a:gd name="T24" fmla="*/ 1486 w 2048"/>
                <a:gd name="T25" fmla="*/ 1441 h 2048"/>
                <a:gd name="T26" fmla="*/ 1375 w 2048"/>
                <a:gd name="T27" fmla="*/ 1056 h 2048"/>
                <a:gd name="T28" fmla="*/ 1295 w 2048"/>
                <a:gd name="T29" fmla="*/ 849 h 2048"/>
                <a:gd name="T30" fmla="*/ 1623 w 2048"/>
                <a:gd name="T31" fmla="*/ 992 h 2048"/>
                <a:gd name="T32" fmla="*/ 992 w 2048"/>
                <a:gd name="T33" fmla="*/ 1263 h 2048"/>
                <a:gd name="T34" fmla="*/ 1024 w 2048"/>
                <a:gd name="T35" fmla="*/ 989 h 2048"/>
                <a:gd name="T36" fmla="*/ 753 w 2048"/>
                <a:gd name="T37" fmla="*/ 849 h 2048"/>
                <a:gd name="T38" fmla="*/ 562 w 2048"/>
                <a:gd name="T39" fmla="*/ 607 h 2048"/>
                <a:gd name="T40" fmla="*/ 992 w 2048"/>
                <a:gd name="T41" fmla="*/ 712 h 2048"/>
                <a:gd name="T42" fmla="*/ 753 w 2048"/>
                <a:gd name="T43" fmla="*/ 1199 h 2048"/>
                <a:gd name="T44" fmla="*/ 737 w 2048"/>
                <a:gd name="T45" fmla="*/ 1056 h 2048"/>
                <a:gd name="T46" fmla="*/ 607 w 2048"/>
                <a:gd name="T47" fmla="*/ 1486 h 2048"/>
                <a:gd name="T48" fmla="*/ 1441 w 2048"/>
                <a:gd name="T49" fmla="*/ 562 h 2048"/>
                <a:gd name="T50" fmla="*/ 1056 w 2048"/>
                <a:gd name="T51" fmla="*/ 1263 h 2048"/>
                <a:gd name="T52" fmla="*/ 1441 w 2048"/>
                <a:gd name="T53" fmla="*/ 1486 h 2048"/>
                <a:gd name="T54" fmla="*/ 1329 w 2048"/>
                <a:gd name="T55" fmla="*/ 360 h 2048"/>
                <a:gd name="T56" fmla="*/ 1621 w 2048"/>
                <a:gd name="T57" fmla="*/ 284 h 2048"/>
                <a:gd name="T58" fmla="*/ 1077 w 2048"/>
                <a:gd name="T59" fmla="*/ 198 h 2048"/>
                <a:gd name="T60" fmla="*/ 988 w 2048"/>
                <a:gd name="T61" fmla="*/ 64 h 2048"/>
                <a:gd name="T62" fmla="*/ 971 w 2048"/>
                <a:gd name="T63" fmla="*/ 198 h 2048"/>
                <a:gd name="T64" fmla="*/ 924 w 2048"/>
                <a:gd name="T65" fmla="*/ 142 h 2048"/>
                <a:gd name="T66" fmla="*/ 924 w 2048"/>
                <a:gd name="T67" fmla="*/ 142 h 2048"/>
                <a:gd name="T68" fmla="*/ 428 w 2048"/>
                <a:gd name="T69" fmla="*/ 360 h 2048"/>
                <a:gd name="T70" fmla="*/ 381 w 2048"/>
                <a:gd name="T71" fmla="*/ 426 h 2048"/>
                <a:gd name="T72" fmla="*/ 292 w 2048"/>
                <a:gd name="T73" fmla="*/ 292 h 2048"/>
                <a:gd name="T74" fmla="*/ 142 w 2048"/>
                <a:gd name="T75" fmla="*/ 924 h 2048"/>
                <a:gd name="T76" fmla="*/ 296 w 2048"/>
                <a:gd name="T77" fmla="*/ 992 h 2048"/>
                <a:gd name="T78" fmla="*/ 200 w 2048"/>
                <a:gd name="T79" fmla="*/ 1056 h 2048"/>
                <a:gd name="T80" fmla="*/ 136 w 2048"/>
                <a:gd name="T81" fmla="*/ 988 h 2048"/>
                <a:gd name="T82" fmla="*/ 296 w 2048"/>
                <a:gd name="T83" fmla="*/ 1265 h 2048"/>
                <a:gd name="T84" fmla="*/ 292 w 2048"/>
                <a:gd name="T85" fmla="*/ 1684 h 2048"/>
                <a:gd name="T86" fmla="*/ 360 w 2048"/>
                <a:gd name="T87" fmla="*/ 1329 h 2048"/>
                <a:gd name="T88" fmla="*/ 428 w 2048"/>
                <a:gd name="T89" fmla="*/ 1688 h 2048"/>
                <a:gd name="T90" fmla="*/ 428 w 2048"/>
                <a:gd name="T91" fmla="*/ 1756 h 2048"/>
                <a:gd name="T92" fmla="*/ 873 w 2048"/>
                <a:gd name="T93" fmla="*/ 1752 h 2048"/>
                <a:gd name="T94" fmla="*/ 988 w 2048"/>
                <a:gd name="T95" fmla="*/ 1984 h 2048"/>
                <a:gd name="T96" fmla="*/ 1056 w 2048"/>
                <a:gd name="T97" fmla="*/ 1848 h 2048"/>
                <a:gd name="T98" fmla="*/ 1122 w 2048"/>
                <a:gd name="T99" fmla="*/ 1895 h 2048"/>
                <a:gd name="T100" fmla="*/ 1620 w 2048"/>
                <a:gd name="T101" fmla="*/ 1688 h 2048"/>
                <a:gd name="T102" fmla="*/ 1667 w 2048"/>
                <a:gd name="T103" fmla="*/ 1622 h 2048"/>
                <a:gd name="T104" fmla="*/ 1756 w 2048"/>
                <a:gd name="T105" fmla="*/ 1756 h 2048"/>
                <a:gd name="T106" fmla="*/ 1764 w 2048"/>
                <a:gd name="T107" fmla="*/ 1621 h 2048"/>
                <a:gd name="T108" fmla="*/ 1764 w 2048"/>
                <a:gd name="T109" fmla="*/ 1621 h 2048"/>
                <a:gd name="T110" fmla="*/ 1907 w 2048"/>
                <a:gd name="T111" fmla="*/ 924 h 2048"/>
                <a:gd name="T112" fmla="*/ 1984 w 2048"/>
                <a:gd name="T113" fmla="*/ 988 h 2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048" h="2048">
                  <a:moveTo>
                    <a:pt x="1984" y="924"/>
                  </a:moveTo>
                  <a:cubicBezTo>
                    <a:pt x="1973" y="924"/>
                    <a:pt x="1973" y="924"/>
                    <a:pt x="1973" y="924"/>
                  </a:cubicBezTo>
                  <a:cubicBezTo>
                    <a:pt x="1807" y="348"/>
                    <a:pt x="1819" y="386"/>
                    <a:pt x="1817" y="383"/>
                  </a:cubicBezTo>
                  <a:cubicBezTo>
                    <a:pt x="1821" y="371"/>
                    <a:pt x="1820" y="370"/>
                    <a:pt x="1820" y="292"/>
                  </a:cubicBezTo>
                  <a:cubicBezTo>
                    <a:pt x="1820" y="257"/>
                    <a:pt x="1791" y="228"/>
                    <a:pt x="1756" y="228"/>
                  </a:cubicBezTo>
                  <a:cubicBezTo>
                    <a:pt x="1678" y="228"/>
                    <a:pt x="1677" y="227"/>
                    <a:pt x="1665" y="231"/>
                  </a:cubicBezTo>
                  <a:cubicBezTo>
                    <a:pt x="1661" y="229"/>
                    <a:pt x="1700" y="240"/>
                    <a:pt x="1124" y="76"/>
                  </a:cubicBezTo>
                  <a:cubicBezTo>
                    <a:pt x="1124" y="64"/>
                    <a:pt x="1124" y="64"/>
                    <a:pt x="1124" y="64"/>
                  </a:cubicBezTo>
                  <a:cubicBezTo>
                    <a:pt x="1124" y="29"/>
                    <a:pt x="1095" y="0"/>
                    <a:pt x="1060" y="0"/>
                  </a:cubicBezTo>
                  <a:cubicBezTo>
                    <a:pt x="988" y="0"/>
                    <a:pt x="988" y="0"/>
                    <a:pt x="988" y="0"/>
                  </a:cubicBezTo>
                  <a:cubicBezTo>
                    <a:pt x="953" y="0"/>
                    <a:pt x="924" y="29"/>
                    <a:pt x="924" y="64"/>
                  </a:cubicBezTo>
                  <a:cubicBezTo>
                    <a:pt x="924" y="76"/>
                    <a:pt x="924" y="76"/>
                    <a:pt x="924" y="76"/>
                  </a:cubicBezTo>
                  <a:cubicBezTo>
                    <a:pt x="348" y="240"/>
                    <a:pt x="387" y="229"/>
                    <a:pt x="383" y="231"/>
                  </a:cubicBezTo>
                  <a:cubicBezTo>
                    <a:pt x="371" y="227"/>
                    <a:pt x="370" y="228"/>
                    <a:pt x="292" y="228"/>
                  </a:cubicBezTo>
                  <a:cubicBezTo>
                    <a:pt x="257" y="228"/>
                    <a:pt x="228" y="257"/>
                    <a:pt x="228" y="292"/>
                  </a:cubicBezTo>
                  <a:cubicBezTo>
                    <a:pt x="228" y="370"/>
                    <a:pt x="227" y="371"/>
                    <a:pt x="231" y="383"/>
                  </a:cubicBezTo>
                  <a:cubicBezTo>
                    <a:pt x="229" y="387"/>
                    <a:pt x="240" y="349"/>
                    <a:pt x="76" y="924"/>
                  </a:cubicBezTo>
                  <a:cubicBezTo>
                    <a:pt x="64" y="924"/>
                    <a:pt x="64" y="924"/>
                    <a:pt x="64" y="924"/>
                  </a:cubicBezTo>
                  <a:cubicBezTo>
                    <a:pt x="29" y="924"/>
                    <a:pt x="0" y="953"/>
                    <a:pt x="0" y="988"/>
                  </a:cubicBezTo>
                  <a:cubicBezTo>
                    <a:pt x="0" y="1060"/>
                    <a:pt x="0" y="1060"/>
                    <a:pt x="0" y="1060"/>
                  </a:cubicBezTo>
                  <a:cubicBezTo>
                    <a:pt x="0" y="1095"/>
                    <a:pt x="29" y="1124"/>
                    <a:pt x="64" y="1124"/>
                  </a:cubicBezTo>
                  <a:cubicBezTo>
                    <a:pt x="76" y="1124"/>
                    <a:pt x="76" y="1124"/>
                    <a:pt x="76" y="1124"/>
                  </a:cubicBezTo>
                  <a:cubicBezTo>
                    <a:pt x="241" y="1701"/>
                    <a:pt x="229" y="1661"/>
                    <a:pt x="231" y="1665"/>
                  </a:cubicBezTo>
                  <a:cubicBezTo>
                    <a:pt x="227" y="1677"/>
                    <a:pt x="228" y="1678"/>
                    <a:pt x="228" y="1756"/>
                  </a:cubicBezTo>
                  <a:cubicBezTo>
                    <a:pt x="228" y="1791"/>
                    <a:pt x="257" y="1820"/>
                    <a:pt x="292" y="1820"/>
                  </a:cubicBezTo>
                  <a:cubicBezTo>
                    <a:pt x="370" y="1820"/>
                    <a:pt x="371" y="1821"/>
                    <a:pt x="383" y="1817"/>
                  </a:cubicBezTo>
                  <a:cubicBezTo>
                    <a:pt x="387" y="1819"/>
                    <a:pt x="348" y="1808"/>
                    <a:pt x="924" y="1972"/>
                  </a:cubicBezTo>
                  <a:cubicBezTo>
                    <a:pt x="924" y="1984"/>
                    <a:pt x="924" y="1984"/>
                    <a:pt x="924" y="1984"/>
                  </a:cubicBezTo>
                  <a:cubicBezTo>
                    <a:pt x="924" y="2019"/>
                    <a:pt x="953" y="2048"/>
                    <a:pt x="988" y="2048"/>
                  </a:cubicBezTo>
                  <a:cubicBezTo>
                    <a:pt x="1060" y="2048"/>
                    <a:pt x="1060" y="2048"/>
                    <a:pt x="1060" y="2048"/>
                  </a:cubicBezTo>
                  <a:cubicBezTo>
                    <a:pt x="1095" y="2048"/>
                    <a:pt x="1124" y="2019"/>
                    <a:pt x="1124" y="1984"/>
                  </a:cubicBezTo>
                  <a:cubicBezTo>
                    <a:pt x="1124" y="1972"/>
                    <a:pt x="1124" y="1972"/>
                    <a:pt x="1124" y="1972"/>
                  </a:cubicBezTo>
                  <a:cubicBezTo>
                    <a:pt x="1700" y="1808"/>
                    <a:pt x="1661" y="1819"/>
                    <a:pt x="1665" y="1817"/>
                  </a:cubicBezTo>
                  <a:cubicBezTo>
                    <a:pt x="1677" y="1821"/>
                    <a:pt x="1678" y="1820"/>
                    <a:pt x="1756" y="1820"/>
                  </a:cubicBezTo>
                  <a:cubicBezTo>
                    <a:pt x="1791" y="1820"/>
                    <a:pt x="1820" y="1791"/>
                    <a:pt x="1820" y="1756"/>
                  </a:cubicBezTo>
                  <a:cubicBezTo>
                    <a:pt x="1820" y="1678"/>
                    <a:pt x="1821" y="1677"/>
                    <a:pt x="1817" y="1665"/>
                  </a:cubicBezTo>
                  <a:cubicBezTo>
                    <a:pt x="1819" y="1661"/>
                    <a:pt x="1807" y="1700"/>
                    <a:pt x="1973" y="1124"/>
                  </a:cubicBezTo>
                  <a:cubicBezTo>
                    <a:pt x="1984" y="1124"/>
                    <a:pt x="1984" y="1124"/>
                    <a:pt x="1984" y="1124"/>
                  </a:cubicBezTo>
                  <a:cubicBezTo>
                    <a:pt x="2019" y="1124"/>
                    <a:pt x="2048" y="1095"/>
                    <a:pt x="2048" y="1060"/>
                  </a:cubicBezTo>
                  <a:cubicBezTo>
                    <a:pt x="2048" y="988"/>
                    <a:pt x="2048" y="988"/>
                    <a:pt x="2048" y="988"/>
                  </a:cubicBezTo>
                  <a:cubicBezTo>
                    <a:pt x="2048" y="953"/>
                    <a:pt x="2019" y="924"/>
                    <a:pt x="1984" y="924"/>
                  </a:cubicBezTo>
                  <a:close/>
                  <a:moveTo>
                    <a:pt x="1684" y="292"/>
                  </a:moveTo>
                  <a:cubicBezTo>
                    <a:pt x="1756" y="292"/>
                    <a:pt x="1756" y="292"/>
                    <a:pt x="1756" y="292"/>
                  </a:cubicBezTo>
                  <a:cubicBezTo>
                    <a:pt x="1756" y="364"/>
                    <a:pt x="1756" y="364"/>
                    <a:pt x="1756" y="364"/>
                  </a:cubicBezTo>
                  <a:cubicBezTo>
                    <a:pt x="1684" y="364"/>
                    <a:pt x="1684" y="364"/>
                    <a:pt x="1684" y="364"/>
                  </a:cubicBezTo>
                  <a:lnTo>
                    <a:pt x="1684" y="292"/>
                  </a:lnTo>
                  <a:close/>
                  <a:moveTo>
                    <a:pt x="1850" y="1077"/>
                  </a:moveTo>
                  <a:cubicBezTo>
                    <a:pt x="1752" y="1175"/>
                    <a:pt x="1752" y="1175"/>
                    <a:pt x="1752" y="1175"/>
                  </a:cubicBezTo>
                  <a:cubicBezTo>
                    <a:pt x="1752" y="1056"/>
                    <a:pt x="1752" y="1056"/>
                    <a:pt x="1752" y="1056"/>
                  </a:cubicBezTo>
                  <a:cubicBezTo>
                    <a:pt x="1848" y="1056"/>
                    <a:pt x="1848" y="1056"/>
                    <a:pt x="1848" y="1056"/>
                  </a:cubicBezTo>
                  <a:cubicBezTo>
                    <a:pt x="1848" y="1062"/>
                    <a:pt x="1848" y="1068"/>
                    <a:pt x="1850" y="1077"/>
                  </a:cubicBezTo>
                  <a:close/>
                  <a:moveTo>
                    <a:pt x="1848" y="992"/>
                  </a:moveTo>
                  <a:cubicBezTo>
                    <a:pt x="1752" y="992"/>
                    <a:pt x="1752" y="992"/>
                    <a:pt x="1752" y="992"/>
                  </a:cubicBezTo>
                  <a:cubicBezTo>
                    <a:pt x="1752" y="873"/>
                    <a:pt x="1752" y="873"/>
                    <a:pt x="1752" y="873"/>
                  </a:cubicBezTo>
                  <a:cubicBezTo>
                    <a:pt x="1850" y="971"/>
                    <a:pt x="1850" y="971"/>
                    <a:pt x="1850" y="971"/>
                  </a:cubicBezTo>
                  <a:cubicBezTo>
                    <a:pt x="1848" y="980"/>
                    <a:pt x="1848" y="986"/>
                    <a:pt x="1848" y="992"/>
                  </a:cubicBezTo>
                  <a:close/>
                  <a:moveTo>
                    <a:pt x="1667" y="426"/>
                  </a:moveTo>
                  <a:cubicBezTo>
                    <a:pt x="1676" y="428"/>
                    <a:pt x="1682" y="428"/>
                    <a:pt x="1688" y="428"/>
                  </a:cubicBezTo>
                  <a:cubicBezTo>
                    <a:pt x="1688" y="719"/>
                    <a:pt x="1688" y="719"/>
                    <a:pt x="1688" y="719"/>
                  </a:cubicBezTo>
                  <a:cubicBezTo>
                    <a:pt x="1531" y="562"/>
                    <a:pt x="1531" y="562"/>
                    <a:pt x="1531" y="562"/>
                  </a:cubicBezTo>
                  <a:lnTo>
                    <a:pt x="1667" y="426"/>
                  </a:lnTo>
                  <a:close/>
                  <a:moveTo>
                    <a:pt x="1623" y="1056"/>
                  </a:moveTo>
                  <a:cubicBezTo>
                    <a:pt x="1688" y="1056"/>
                    <a:pt x="1688" y="1056"/>
                    <a:pt x="1688" y="1056"/>
                  </a:cubicBezTo>
                  <a:cubicBezTo>
                    <a:pt x="1688" y="1239"/>
                    <a:pt x="1688" y="1239"/>
                    <a:pt x="1688" y="1239"/>
                  </a:cubicBezTo>
                  <a:cubicBezTo>
                    <a:pt x="1486" y="1441"/>
                    <a:pt x="1486" y="1441"/>
                    <a:pt x="1486" y="1441"/>
                  </a:cubicBezTo>
                  <a:cubicBezTo>
                    <a:pt x="1263" y="1217"/>
                    <a:pt x="1263" y="1217"/>
                    <a:pt x="1263" y="1217"/>
                  </a:cubicBezTo>
                  <a:cubicBezTo>
                    <a:pt x="1295" y="1199"/>
                    <a:pt x="1295" y="1199"/>
                    <a:pt x="1295" y="1199"/>
                  </a:cubicBezTo>
                  <a:cubicBezTo>
                    <a:pt x="1305" y="1193"/>
                    <a:pt x="1311" y="1182"/>
                    <a:pt x="1311" y="1171"/>
                  </a:cubicBezTo>
                  <a:cubicBezTo>
                    <a:pt x="1311" y="1056"/>
                    <a:pt x="1311" y="1056"/>
                    <a:pt x="1311" y="1056"/>
                  </a:cubicBezTo>
                  <a:cubicBezTo>
                    <a:pt x="1375" y="1056"/>
                    <a:pt x="1375" y="1056"/>
                    <a:pt x="1375" y="1056"/>
                  </a:cubicBezTo>
                  <a:cubicBezTo>
                    <a:pt x="1392" y="1056"/>
                    <a:pt x="1407" y="1042"/>
                    <a:pt x="1407" y="1024"/>
                  </a:cubicBezTo>
                  <a:cubicBezTo>
                    <a:pt x="1407" y="1006"/>
                    <a:pt x="1392" y="992"/>
                    <a:pt x="1375" y="992"/>
                  </a:cubicBezTo>
                  <a:cubicBezTo>
                    <a:pt x="1311" y="992"/>
                    <a:pt x="1311" y="992"/>
                    <a:pt x="1311" y="992"/>
                  </a:cubicBezTo>
                  <a:cubicBezTo>
                    <a:pt x="1311" y="877"/>
                    <a:pt x="1311" y="877"/>
                    <a:pt x="1311" y="877"/>
                  </a:cubicBezTo>
                  <a:cubicBezTo>
                    <a:pt x="1311" y="866"/>
                    <a:pt x="1305" y="855"/>
                    <a:pt x="1295" y="849"/>
                  </a:cubicBezTo>
                  <a:cubicBezTo>
                    <a:pt x="1263" y="831"/>
                    <a:pt x="1263" y="831"/>
                    <a:pt x="1263" y="831"/>
                  </a:cubicBezTo>
                  <a:cubicBezTo>
                    <a:pt x="1486" y="607"/>
                    <a:pt x="1486" y="607"/>
                    <a:pt x="1486" y="607"/>
                  </a:cubicBezTo>
                  <a:cubicBezTo>
                    <a:pt x="1688" y="809"/>
                    <a:pt x="1688" y="809"/>
                    <a:pt x="1688" y="809"/>
                  </a:cubicBezTo>
                  <a:cubicBezTo>
                    <a:pt x="1688" y="992"/>
                    <a:pt x="1688" y="992"/>
                    <a:pt x="1688" y="992"/>
                  </a:cubicBezTo>
                  <a:cubicBezTo>
                    <a:pt x="1623" y="992"/>
                    <a:pt x="1623" y="992"/>
                    <a:pt x="1623" y="992"/>
                  </a:cubicBezTo>
                  <a:cubicBezTo>
                    <a:pt x="1605" y="992"/>
                    <a:pt x="1591" y="1006"/>
                    <a:pt x="1591" y="1024"/>
                  </a:cubicBezTo>
                  <a:cubicBezTo>
                    <a:pt x="1591" y="1042"/>
                    <a:pt x="1605" y="1056"/>
                    <a:pt x="1623" y="1056"/>
                  </a:cubicBezTo>
                  <a:close/>
                  <a:moveTo>
                    <a:pt x="898" y="990"/>
                  </a:moveTo>
                  <a:cubicBezTo>
                    <a:pt x="992" y="1044"/>
                    <a:pt x="992" y="1044"/>
                    <a:pt x="992" y="1044"/>
                  </a:cubicBezTo>
                  <a:cubicBezTo>
                    <a:pt x="992" y="1263"/>
                    <a:pt x="992" y="1263"/>
                    <a:pt x="992" y="1263"/>
                  </a:cubicBezTo>
                  <a:cubicBezTo>
                    <a:pt x="801" y="1153"/>
                    <a:pt x="801" y="1153"/>
                    <a:pt x="801" y="1153"/>
                  </a:cubicBezTo>
                  <a:cubicBezTo>
                    <a:pt x="801" y="895"/>
                    <a:pt x="801" y="895"/>
                    <a:pt x="801" y="895"/>
                  </a:cubicBezTo>
                  <a:cubicBezTo>
                    <a:pt x="1024" y="767"/>
                    <a:pt x="1024" y="767"/>
                    <a:pt x="1024" y="767"/>
                  </a:cubicBezTo>
                  <a:cubicBezTo>
                    <a:pt x="1216" y="878"/>
                    <a:pt x="1216" y="878"/>
                    <a:pt x="1216" y="878"/>
                  </a:cubicBezTo>
                  <a:cubicBezTo>
                    <a:pt x="1024" y="989"/>
                    <a:pt x="1024" y="989"/>
                    <a:pt x="1024" y="989"/>
                  </a:cubicBezTo>
                  <a:cubicBezTo>
                    <a:pt x="930" y="935"/>
                    <a:pt x="930" y="935"/>
                    <a:pt x="930" y="935"/>
                  </a:cubicBezTo>
                  <a:cubicBezTo>
                    <a:pt x="914" y="926"/>
                    <a:pt x="895" y="931"/>
                    <a:pt x="886" y="946"/>
                  </a:cubicBezTo>
                  <a:cubicBezTo>
                    <a:pt x="877" y="962"/>
                    <a:pt x="882" y="981"/>
                    <a:pt x="898" y="990"/>
                  </a:cubicBezTo>
                  <a:close/>
                  <a:moveTo>
                    <a:pt x="785" y="831"/>
                  </a:moveTo>
                  <a:cubicBezTo>
                    <a:pt x="753" y="849"/>
                    <a:pt x="753" y="849"/>
                    <a:pt x="753" y="849"/>
                  </a:cubicBezTo>
                  <a:cubicBezTo>
                    <a:pt x="743" y="855"/>
                    <a:pt x="737" y="866"/>
                    <a:pt x="737" y="877"/>
                  </a:cubicBezTo>
                  <a:cubicBezTo>
                    <a:pt x="737" y="992"/>
                    <a:pt x="737" y="992"/>
                    <a:pt x="737" y="992"/>
                  </a:cubicBezTo>
                  <a:cubicBezTo>
                    <a:pt x="360" y="992"/>
                    <a:pt x="360" y="992"/>
                    <a:pt x="360" y="992"/>
                  </a:cubicBezTo>
                  <a:cubicBezTo>
                    <a:pt x="360" y="809"/>
                    <a:pt x="360" y="809"/>
                    <a:pt x="360" y="809"/>
                  </a:cubicBezTo>
                  <a:cubicBezTo>
                    <a:pt x="562" y="607"/>
                    <a:pt x="562" y="607"/>
                    <a:pt x="562" y="607"/>
                  </a:cubicBezTo>
                  <a:lnTo>
                    <a:pt x="785" y="831"/>
                  </a:lnTo>
                  <a:close/>
                  <a:moveTo>
                    <a:pt x="607" y="562"/>
                  </a:moveTo>
                  <a:cubicBezTo>
                    <a:pt x="809" y="360"/>
                    <a:pt x="809" y="360"/>
                    <a:pt x="809" y="360"/>
                  </a:cubicBezTo>
                  <a:cubicBezTo>
                    <a:pt x="992" y="360"/>
                    <a:pt x="992" y="360"/>
                    <a:pt x="992" y="360"/>
                  </a:cubicBezTo>
                  <a:cubicBezTo>
                    <a:pt x="992" y="712"/>
                    <a:pt x="992" y="712"/>
                    <a:pt x="992" y="712"/>
                  </a:cubicBezTo>
                  <a:cubicBezTo>
                    <a:pt x="843" y="798"/>
                    <a:pt x="843" y="798"/>
                    <a:pt x="843" y="798"/>
                  </a:cubicBezTo>
                  <a:lnTo>
                    <a:pt x="607" y="562"/>
                  </a:lnTo>
                  <a:close/>
                  <a:moveTo>
                    <a:pt x="737" y="1056"/>
                  </a:moveTo>
                  <a:cubicBezTo>
                    <a:pt x="737" y="1171"/>
                    <a:pt x="737" y="1171"/>
                    <a:pt x="737" y="1171"/>
                  </a:cubicBezTo>
                  <a:cubicBezTo>
                    <a:pt x="737" y="1182"/>
                    <a:pt x="743" y="1193"/>
                    <a:pt x="753" y="1199"/>
                  </a:cubicBezTo>
                  <a:cubicBezTo>
                    <a:pt x="785" y="1217"/>
                    <a:pt x="785" y="1217"/>
                    <a:pt x="785" y="1217"/>
                  </a:cubicBezTo>
                  <a:cubicBezTo>
                    <a:pt x="562" y="1441"/>
                    <a:pt x="562" y="1441"/>
                    <a:pt x="562" y="1441"/>
                  </a:cubicBezTo>
                  <a:cubicBezTo>
                    <a:pt x="360" y="1239"/>
                    <a:pt x="360" y="1239"/>
                    <a:pt x="360" y="1239"/>
                  </a:cubicBezTo>
                  <a:cubicBezTo>
                    <a:pt x="360" y="1056"/>
                    <a:pt x="360" y="1056"/>
                    <a:pt x="360" y="1056"/>
                  </a:cubicBezTo>
                  <a:lnTo>
                    <a:pt x="737" y="1056"/>
                  </a:lnTo>
                  <a:close/>
                  <a:moveTo>
                    <a:pt x="843" y="1250"/>
                  </a:moveTo>
                  <a:cubicBezTo>
                    <a:pt x="992" y="1336"/>
                    <a:pt x="992" y="1336"/>
                    <a:pt x="992" y="1336"/>
                  </a:cubicBezTo>
                  <a:cubicBezTo>
                    <a:pt x="992" y="1688"/>
                    <a:pt x="992" y="1688"/>
                    <a:pt x="992" y="1688"/>
                  </a:cubicBezTo>
                  <a:cubicBezTo>
                    <a:pt x="809" y="1688"/>
                    <a:pt x="809" y="1688"/>
                    <a:pt x="809" y="1688"/>
                  </a:cubicBezTo>
                  <a:cubicBezTo>
                    <a:pt x="607" y="1486"/>
                    <a:pt x="607" y="1486"/>
                    <a:pt x="607" y="1486"/>
                  </a:cubicBezTo>
                  <a:lnTo>
                    <a:pt x="843" y="1250"/>
                  </a:lnTo>
                  <a:close/>
                  <a:moveTo>
                    <a:pt x="1056" y="712"/>
                  </a:moveTo>
                  <a:cubicBezTo>
                    <a:pt x="1056" y="360"/>
                    <a:pt x="1056" y="360"/>
                    <a:pt x="1056" y="360"/>
                  </a:cubicBezTo>
                  <a:cubicBezTo>
                    <a:pt x="1239" y="360"/>
                    <a:pt x="1239" y="360"/>
                    <a:pt x="1239" y="360"/>
                  </a:cubicBezTo>
                  <a:cubicBezTo>
                    <a:pt x="1441" y="562"/>
                    <a:pt x="1441" y="562"/>
                    <a:pt x="1441" y="562"/>
                  </a:cubicBezTo>
                  <a:cubicBezTo>
                    <a:pt x="1205" y="798"/>
                    <a:pt x="1205" y="798"/>
                    <a:pt x="1205" y="798"/>
                  </a:cubicBezTo>
                  <a:lnTo>
                    <a:pt x="1056" y="712"/>
                  </a:lnTo>
                  <a:close/>
                  <a:moveTo>
                    <a:pt x="1247" y="934"/>
                  </a:moveTo>
                  <a:cubicBezTo>
                    <a:pt x="1247" y="1153"/>
                    <a:pt x="1247" y="1153"/>
                    <a:pt x="1247" y="1153"/>
                  </a:cubicBezTo>
                  <a:cubicBezTo>
                    <a:pt x="1056" y="1263"/>
                    <a:pt x="1056" y="1263"/>
                    <a:pt x="1056" y="1263"/>
                  </a:cubicBezTo>
                  <a:cubicBezTo>
                    <a:pt x="1056" y="1044"/>
                    <a:pt x="1056" y="1044"/>
                    <a:pt x="1056" y="1044"/>
                  </a:cubicBezTo>
                  <a:lnTo>
                    <a:pt x="1247" y="934"/>
                  </a:lnTo>
                  <a:close/>
                  <a:moveTo>
                    <a:pt x="1056" y="1336"/>
                  </a:moveTo>
                  <a:cubicBezTo>
                    <a:pt x="1205" y="1250"/>
                    <a:pt x="1205" y="1250"/>
                    <a:pt x="1205" y="1250"/>
                  </a:cubicBezTo>
                  <a:cubicBezTo>
                    <a:pt x="1441" y="1486"/>
                    <a:pt x="1441" y="1486"/>
                    <a:pt x="1441" y="1486"/>
                  </a:cubicBezTo>
                  <a:cubicBezTo>
                    <a:pt x="1239" y="1688"/>
                    <a:pt x="1239" y="1688"/>
                    <a:pt x="1239" y="1688"/>
                  </a:cubicBezTo>
                  <a:cubicBezTo>
                    <a:pt x="1056" y="1688"/>
                    <a:pt x="1056" y="1688"/>
                    <a:pt x="1056" y="1688"/>
                  </a:cubicBezTo>
                  <a:lnTo>
                    <a:pt x="1056" y="1336"/>
                  </a:lnTo>
                  <a:close/>
                  <a:moveTo>
                    <a:pt x="1486" y="517"/>
                  </a:moveTo>
                  <a:cubicBezTo>
                    <a:pt x="1329" y="360"/>
                    <a:pt x="1329" y="360"/>
                    <a:pt x="1329" y="360"/>
                  </a:cubicBezTo>
                  <a:cubicBezTo>
                    <a:pt x="1620" y="360"/>
                    <a:pt x="1620" y="360"/>
                    <a:pt x="1620" y="360"/>
                  </a:cubicBezTo>
                  <a:cubicBezTo>
                    <a:pt x="1620" y="366"/>
                    <a:pt x="1620" y="372"/>
                    <a:pt x="1622" y="381"/>
                  </a:cubicBezTo>
                  <a:lnTo>
                    <a:pt x="1486" y="517"/>
                  </a:lnTo>
                  <a:close/>
                  <a:moveTo>
                    <a:pt x="1124" y="142"/>
                  </a:moveTo>
                  <a:cubicBezTo>
                    <a:pt x="1621" y="284"/>
                    <a:pt x="1621" y="284"/>
                    <a:pt x="1621" y="284"/>
                  </a:cubicBezTo>
                  <a:cubicBezTo>
                    <a:pt x="1620" y="287"/>
                    <a:pt x="1620" y="289"/>
                    <a:pt x="1620" y="292"/>
                  </a:cubicBezTo>
                  <a:cubicBezTo>
                    <a:pt x="1620" y="298"/>
                    <a:pt x="1659" y="296"/>
                    <a:pt x="1265" y="296"/>
                  </a:cubicBezTo>
                  <a:cubicBezTo>
                    <a:pt x="1122" y="153"/>
                    <a:pt x="1122" y="153"/>
                    <a:pt x="1122" y="153"/>
                  </a:cubicBezTo>
                  <a:cubicBezTo>
                    <a:pt x="1123" y="149"/>
                    <a:pt x="1123" y="146"/>
                    <a:pt x="1124" y="142"/>
                  </a:cubicBezTo>
                  <a:close/>
                  <a:moveTo>
                    <a:pt x="1077" y="198"/>
                  </a:moveTo>
                  <a:cubicBezTo>
                    <a:pt x="1175" y="296"/>
                    <a:pt x="1175" y="296"/>
                    <a:pt x="1175" y="296"/>
                  </a:cubicBezTo>
                  <a:cubicBezTo>
                    <a:pt x="1056" y="296"/>
                    <a:pt x="1056" y="296"/>
                    <a:pt x="1056" y="296"/>
                  </a:cubicBezTo>
                  <a:cubicBezTo>
                    <a:pt x="1056" y="200"/>
                    <a:pt x="1056" y="200"/>
                    <a:pt x="1056" y="200"/>
                  </a:cubicBezTo>
                  <a:cubicBezTo>
                    <a:pt x="1062" y="200"/>
                    <a:pt x="1068" y="200"/>
                    <a:pt x="1077" y="198"/>
                  </a:cubicBezTo>
                  <a:close/>
                  <a:moveTo>
                    <a:pt x="988" y="64"/>
                  </a:moveTo>
                  <a:cubicBezTo>
                    <a:pt x="1060" y="64"/>
                    <a:pt x="1060" y="64"/>
                    <a:pt x="1060" y="64"/>
                  </a:cubicBezTo>
                  <a:cubicBezTo>
                    <a:pt x="1060" y="136"/>
                    <a:pt x="1060" y="136"/>
                    <a:pt x="1060" y="136"/>
                  </a:cubicBezTo>
                  <a:cubicBezTo>
                    <a:pt x="988" y="136"/>
                    <a:pt x="988" y="136"/>
                    <a:pt x="988" y="136"/>
                  </a:cubicBezTo>
                  <a:cubicBezTo>
                    <a:pt x="988" y="63"/>
                    <a:pt x="988" y="64"/>
                    <a:pt x="988" y="64"/>
                  </a:cubicBezTo>
                  <a:close/>
                  <a:moveTo>
                    <a:pt x="971" y="198"/>
                  </a:moveTo>
                  <a:cubicBezTo>
                    <a:pt x="980" y="200"/>
                    <a:pt x="986" y="200"/>
                    <a:pt x="992" y="200"/>
                  </a:cubicBezTo>
                  <a:cubicBezTo>
                    <a:pt x="992" y="296"/>
                    <a:pt x="992" y="296"/>
                    <a:pt x="992" y="296"/>
                  </a:cubicBezTo>
                  <a:cubicBezTo>
                    <a:pt x="873" y="296"/>
                    <a:pt x="873" y="296"/>
                    <a:pt x="873" y="296"/>
                  </a:cubicBezTo>
                  <a:lnTo>
                    <a:pt x="971" y="198"/>
                  </a:lnTo>
                  <a:close/>
                  <a:moveTo>
                    <a:pt x="924" y="142"/>
                  </a:moveTo>
                  <a:cubicBezTo>
                    <a:pt x="925" y="146"/>
                    <a:pt x="925" y="149"/>
                    <a:pt x="926" y="153"/>
                  </a:cubicBezTo>
                  <a:cubicBezTo>
                    <a:pt x="783" y="296"/>
                    <a:pt x="783" y="296"/>
                    <a:pt x="783" y="296"/>
                  </a:cubicBezTo>
                  <a:cubicBezTo>
                    <a:pt x="388" y="296"/>
                    <a:pt x="428" y="298"/>
                    <a:pt x="428" y="292"/>
                  </a:cubicBezTo>
                  <a:cubicBezTo>
                    <a:pt x="428" y="289"/>
                    <a:pt x="428" y="287"/>
                    <a:pt x="427" y="284"/>
                  </a:cubicBezTo>
                  <a:lnTo>
                    <a:pt x="924" y="142"/>
                  </a:lnTo>
                  <a:close/>
                  <a:moveTo>
                    <a:pt x="428" y="360"/>
                  </a:moveTo>
                  <a:cubicBezTo>
                    <a:pt x="719" y="360"/>
                    <a:pt x="719" y="360"/>
                    <a:pt x="719" y="360"/>
                  </a:cubicBezTo>
                  <a:cubicBezTo>
                    <a:pt x="562" y="517"/>
                    <a:pt x="562" y="517"/>
                    <a:pt x="562" y="517"/>
                  </a:cubicBezTo>
                  <a:cubicBezTo>
                    <a:pt x="426" y="381"/>
                    <a:pt x="426" y="381"/>
                    <a:pt x="426" y="381"/>
                  </a:cubicBezTo>
                  <a:cubicBezTo>
                    <a:pt x="428" y="372"/>
                    <a:pt x="428" y="366"/>
                    <a:pt x="428" y="360"/>
                  </a:cubicBezTo>
                  <a:close/>
                  <a:moveTo>
                    <a:pt x="381" y="426"/>
                  </a:moveTo>
                  <a:cubicBezTo>
                    <a:pt x="517" y="562"/>
                    <a:pt x="517" y="562"/>
                    <a:pt x="517" y="562"/>
                  </a:cubicBezTo>
                  <a:cubicBezTo>
                    <a:pt x="360" y="719"/>
                    <a:pt x="360" y="719"/>
                    <a:pt x="360" y="719"/>
                  </a:cubicBezTo>
                  <a:cubicBezTo>
                    <a:pt x="360" y="428"/>
                    <a:pt x="360" y="428"/>
                    <a:pt x="360" y="428"/>
                  </a:cubicBezTo>
                  <a:cubicBezTo>
                    <a:pt x="366" y="428"/>
                    <a:pt x="372" y="428"/>
                    <a:pt x="381" y="426"/>
                  </a:cubicBezTo>
                  <a:close/>
                  <a:moveTo>
                    <a:pt x="292" y="292"/>
                  </a:moveTo>
                  <a:cubicBezTo>
                    <a:pt x="364" y="292"/>
                    <a:pt x="364" y="292"/>
                    <a:pt x="364" y="292"/>
                  </a:cubicBezTo>
                  <a:cubicBezTo>
                    <a:pt x="364" y="364"/>
                    <a:pt x="364" y="364"/>
                    <a:pt x="364" y="364"/>
                  </a:cubicBezTo>
                  <a:cubicBezTo>
                    <a:pt x="292" y="364"/>
                    <a:pt x="292" y="364"/>
                    <a:pt x="292" y="364"/>
                  </a:cubicBezTo>
                  <a:cubicBezTo>
                    <a:pt x="292" y="292"/>
                    <a:pt x="292" y="292"/>
                    <a:pt x="292" y="292"/>
                  </a:cubicBezTo>
                  <a:close/>
                  <a:moveTo>
                    <a:pt x="284" y="427"/>
                  </a:moveTo>
                  <a:cubicBezTo>
                    <a:pt x="289" y="428"/>
                    <a:pt x="291" y="428"/>
                    <a:pt x="296" y="428"/>
                  </a:cubicBezTo>
                  <a:cubicBezTo>
                    <a:pt x="296" y="783"/>
                    <a:pt x="296" y="783"/>
                    <a:pt x="296" y="783"/>
                  </a:cubicBezTo>
                  <a:cubicBezTo>
                    <a:pt x="153" y="926"/>
                    <a:pt x="153" y="926"/>
                    <a:pt x="153" y="926"/>
                  </a:cubicBezTo>
                  <a:cubicBezTo>
                    <a:pt x="149" y="925"/>
                    <a:pt x="146" y="925"/>
                    <a:pt x="142" y="924"/>
                  </a:cubicBezTo>
                  <a:lnTo>
                    <a:pt x="284" y="427"/>
                  </a:lnTo>
                  <a:close/>
                  <a:moveTo>
                    <a:pt x="200" y="992"/>
                  </a:moveTo>
                  <a:cubicBezTo>
                    <a:pt x="200" y="986"/>
                    <a:pt x="200" y="980"/>
                    <a:pt x="198" y="971"/>
                  </a:cubicBezTo>
                  <a:cubicBezTo>
                    <a:pt x="296" y="873"/>
                    <a:pt x="296" y="873"/>
                    <a:pt x="296" y="873"/>
                  </a:cubicBezTo>
                  <a:cubicBezTo>
                    <a:pt x="296" y="992"/>
                    <a:pt x="296" y="992"/>
                    <a:pt x="296" y="992"/>
                  </a:cubicBezTo>
                  <a:lnTo>
                    <a:pt x="200" y="992"/>
                  </a:lnTo>
                  <a:close/>
                  <a:moveTo>
                    <a:pt x="296" y="1056"/>
                  </a:moveTo>
                  <a:cubicBezTo>
                    <a:pt x="296" y="1175"/>
                    <a:pt x="296" y="1175"/>
                    <a:pt x="296" y="1175"/>
                  </a:cubicBezTo>
                  <a:cubicBezTo>
                    <a:pt x="198" y="1077"/>
                    <a:pt x="198" y="1077"/>
                    <a:pt x="198" y="1077"/>
                  </a:cubicBezTo>
                  <a:cubicBezTo>
                    <a:pt x="200" y="1068"/>
                    <a:pt x="200" y="1062"/>
                    <a:pt x="200" y="1056"/>
                  </a:cubicBezTo>
                  <a:lnTo>
                    <a:pt x="296" y="1056"/>
                  </a:lnTo>
                  <a:close/>
                  <a:moveTo>
                    <a:pt x="136" y="1060"/>
                  </a:moveTo>
                  <a:cubicBezTo>
                    <a:pt x="112" y="1060"/>
                    <a:pt x="91" y="1060"/>
                    <a:pt x="64" y="1060"/>
                  </a:cubicBezTo>
                  <a:cubicBezTo>
                    <a:pt x="64" y="988"/>
                    <a:pt x="64" y="988"/>
                    <a:pt x="64" y="988"/>
                  </a:cubicBezTo>
                  <a:cubicBezTo>
                    <a:pt x="136" y="988"/>
                    <a:pt x="136" y="988"/>
                    <a:pt x="136" y="988"/>
                  </a:cubicBezTo>
                  <a:lnTo>
                    <a:pt x="136" y="1060"/>
                  </a:lnTo>
                  <a:close/>
                  <a:moveTo>
                    <a:pt x="284" y="1621"/>
                  </a:moveTo>
                  <a:cubicBezTo>
                    <a:pt x="142" y="1124"/>
                    <a:pt x="142" y="1124"/>
                    <a:pt x="142" y="1124"/>
                  </a:cubicBezTo>
                  <a:cubicBezTo>
                    <a:pt x="146" y="1123"/>
                    <a:pt x="149" y="1123"/>
                    <a:pt x="153" y="1122"/>
                  </a:cubicBezTo>
                  <a:cubicBezTo>
                    <a:pt x="296" y="1265"/>
                    <a:pt x="296" y="1265"/>
                    <a:pt x="296" y="1265"/>
                  </a:cubicBezTo>
                  <a:cubicBezTo>
                    <a:pt x="296" y="1620"/>
                    <a:pt x="296" y="1620"/>
                    <a:pt x="296" y="1620"/>
                  </a:cubicBezTo>
                  <a:cubicBezTo>
                    <a:pt x="291" y="1620"/>
                    <a:pt x="289" y="1620"/>
                    <a:pt x="284" y="1621"/>
                  </a:cubicBezTo>
                  <a:close/>
                  <a:moveTo>
                    <a:pt x="364" y="1756"/>
                  </a:moveTo>
                  <a:cubicBezTo>
                    <a:pt x="292" y="1756"/>
                    <a:pt x="292" y="1756"/>
                    <a:pt x="292" y="1756"/>
                  </a:cubicBezTo>
                  <a:cubicBezTo>
                    <a:pt x="292" y="1684"/>
                    <a:pt x="292" y="1684"/>
                    <a:pt x="292" y="1684"/>
                  </a:cubicBezTo>
                  <a:cubicBezTo>
                    <a:pt x="364" y="1684"/>
                    <a:pt x="364" y="1684"/>
                    <a:pt x="364" y="1684"/>
                  </a:cubicBezTo>
                  <a:cubicBezTo>
                    <a:pt x="364" y="1754"/>
                    <a:pt x="364" y="1756"/>
                    <a:pt x="364" y="1756"/>
                  </a:cubicBezTo>
                  <a:close/>
                  <a:moveTo>
                    <a:pt x="381" y="1622"/>
                  </a:moveTo>
                  <a:cubicBezTo>
                    <a:pt x="372" y="1620"/>
                    <a:pt x="366" y="1620"/>
                    <a:pt x="360" y="1620"/>
                  </a:cubicBezTo>
                  <a:cubicBezTo>
                    <a:pt x="360" y="1329"/>
                    <a:pt x="360" y="1329"/>
                    <a:pt x="360" y="1329"/>
                  </a:cubicBezTo>
                  <a:cubicBezTo>
                    <a:pt x="517" y="1486"/>
                    <a:pt x="517" y="1486"/>
                    <a:pt x="517" y="1486"/>
                  </a:cubicBezTo>
                  <a:lnTo>
                    <a:pt x="381" y="1622"/>
                  </a:lnTo>
                  <a:close/>
                  <a:moveTo>
                    <a:pt x="562" y="1531"/>
                  </a:moveTo>
                  <a:cubicBezTo>
                    <a:pt x="719" y="1688"/>
                    <a:pt x="719" y="1688"/>
                    <a:pt x="719" y="1688"/>
                  </a:cubicBezTo>
                  <a:cubicBezTo>
                    <a:pt x="428" y="1688"/>
                    <a:pt x="428" y="1688"/>
                    <a:pt x="428" y="1688"/>
                  </a:cubicBezTo>
                  <a:cubicBezTo>
                    <a:pt x="428" y="1682"/>
                    <a:pt x="428" y="1676"/>
                    <a:pt x="426" y="1667"/>
                  </a:cubicBezTo>
                  <a:lnTo>
                    <a:pt x="562" y="1531"/>
                  </a:lnTo>
                  <a:close/>
                  <a:moveTo>
                    <a:pt x="924" y="1906"/>
                  </a:moveTo>
                  <a:cubicBezTo>
                    <a:pt x="427" y="1764"/>
                    <a:pt x="427" y="1764"/>
                    <a:pt x="427" y="1764"/>
                  </a:cubicBezTo>
                  <a:cubicBezTo>
                    <a:pt x="428" y="1761"/>
                    <a:pt x="428" y="1759"/>
                    <a:pt x="428" y="1756"/>
                  </a:cubicBezTo>
                  <a:cubicBezTo>
                    <a:pt x="428" y="1750"/>
                    <a:pt x="389" y="1752"/>
                    <a:pt x="783" y="1752"/>
                  </a:cubicBezTo>
                  <a:cubicBezTo>
                    <a:pt x="926" y="1895"/>
                    <a:pt x="926" y="1895"/>
                    <a:pt x="926" y="1895"/>
                  </a:cubicBezTo>
                  <a:cubicBezTo>
                    <a:pt x="925" y="1899"/>
                    <a:pt x="925" y="1902"/>
                    <a:pt x="924" y="1906"/>
                  </a:cubicBezTo>
                  <a:close/>
                  <a:moveTo>
                    <a:pt x="971" y="1850"/>
                  </a:moveTo>
                  <a:cubicBezTo>
                    <a:pt x="873" y="1752"/>
                    <a:pt x="873" y="1752"/>
                    <a:pt x="873" y="1752"/>
                  </a:cubicBezTo>
                  <a:cubicBezTo>
                    <a:pt x="992" y="1752"/>
                    <a:pt x="992" y="1752"/>
                    <a:pt x="992" y="1752"/>
                  </a:cubicBezTo>
                  <a:cubicBezTo>
                    <a:pt x="992" y="1848"/>
                    <a:pt x="992" y="1848"/>
                    <a:pt x="992" y="1848"/>
                  </a:cubicBezTo>
                  <a:cubicBezTo>
                    <a:pt x="986" y="1848"/>
                    <a:pt x="980" y="1848"/>
                    <a:pt x="971" y="1850"/>
                  </a:cubicBezTo>
                  <a:close/>
                  <a:moveTo>
                    <a:pt x="1060" y="1984"/>
                  </a:moveTo>
                  <a:cubicBezTo>
                    <a:pt x="988" y="1984"/>
                    <a:pt x="988" y="1984"/>
                    <a:pt x="988" y="1984"/>
                  </a:cubicBezTo>
                  <a:cubicBezTo>
                    <a:pt x="988" y="1912"/>
                    <a:pt x="988" y="1912"/>
                    <a:pt x="988" y="1912"/>
                  </a:cubicBezTo>
                  <a:cubicBezTo>
                    <a:pt x="1060" y="1912"/>
                    <a:pt x="1060" y="1912"/>
                    <a:pt x="1060" y="1912"/>
                  </a:cubicBezTo>
                  <a:cubicBezTo>
                    <a:pt x="1060" y="1985"/>
                    <a:pt x="1060" y="1984"/>
                    <a:pt x="1060" y="1984"/>
                  </a:cubicBezTo>
                  <a:close/>
                  <a:moveTo>
                    <a:pt x="1077" y="1850"/>
                  </a:moveTo>
                  <a:cubicBezTo>
                    <a:pt x="1068" y="1848"/>
                    <a:pt x="1062" y="1848"/>
                    <a:pt x="1056" y="1848"/>
                  </a:cubicBezTo>
                  <a:cubicBezTo>
                    <a:pt x="1056" y="1752"/>
                    <a:pt x="1056" y="1752"/>
                    <a:pt x="1056" y="1752"/>
                  </a:cubicBezTo>
                  <a:cubicBezTo>
                    <a:pt x="1175" y="1752"/>
                    <a:pt x="1175" y="1752"/>
                    <a:pt x="1175" y="1752"/>
                  </a:cubicBezTo>
                  <a:lnTo>
                    <a:pt x="1077" y="1850"/>
                  </a:lnTo>
                  <a:close/>
                  <a:moveTo>
                    <a:pt x="1124" y="1906"/>
                  </a:moveTo>
                  <a:cubicBezTo>
                    <a:pt x="1123" y="1902"/>
                    <a:pt x="1123" y="1899"/>
                    <a:pt x="1122" y="1895"/>
                  </a:cubicBezTo>
                  <a:cubicBezTo>
                    <a:pt x="1265" y="1752"/>
                    <a:pt x="1265" y="1752"/>
                    <a:pt x="1265" y="1752"/>
                  </a:cubicBezTo>
                  <a:cubicBezTo>
                    <a:pt x="1660" y="1752"/>
                    <a:pt x="1620" y="1750"/>
                    <a:pt x="1620" y="1756"/>
                  </a:cubicBezTo>
                  <a:cubicBezTo>
                    <a:pt x="1620" y="1759"/>
                    <a:pt x="1620" y="1761"/>
                    <a:pt x="1621" y="1764"/>
                  </a:cubicBezTo>
                  <a:lnTo>
                    <a:pt x="1124" y="1906"/>
                  </a:lnTo>
                  <a:close/>
                  <a:moveTo>
                    <a:pt x="1620" y="1688"/>
                  </a:moveTo>
                  <a:cubicBezTo>
                    <a:pt x="1329" y="1688"/>
                    <a:pt x="1329" y="1688"/>
                    <a:pt x="1329" y="1688"/>
                  </a:cubicBezTo>
                  <a:cubicBezTo>
                    <a:pt x="1486" y="1531"/>
                    <a:pt x="1486" y="1531"/>
                    <a:pt x="1486" y="1531"/>
                  </a:cubicBezTo>
                  <a:cubicBezTo>
                    <a:pt x="1622" y="1667"/>
                    <a:pt x="1622" y="1667"/>
                    <a:pt x="1622" y="1667"/>
                  </a:cubicBezTo>
                  <a:cubicBezTo>
                    <a:pt x="1620" y="1676"/>
                    <a:pt x="1620" y="1682"/>
                    <a:pt x="1620" y="1688"/>
                  </a:cubicBezTo>
                  <a:close/>
                  <a:moveTo>
                    <a:pt x="1667" y="1622"/>
                  </a:moveTo>
                  <a:cubicBezTo>
                    <a:pt x="1531" y="1486"/>
                    <a:pt x="1531" y="1486"/>
                    <a:pt x="1531" y="1486"/>
                  </a:cubicBezTo>
                  <a:cubicBezTo>
                    <a:pt x="1688" y="1329"/>
                    <a:pt x="1688" y="1329"/>
                    <a:pt x="1688" y="1329"/>
                  </a:cubicBezTo>
                  <a:cubicBezTo>
                    <a:pt x="1688" y="1620"/>
                    <a:pt x="1688" y="1620"/>
                    <a:pt x="1688" y="1620"/>
                  </a:cubicBezTo>
                  <a:cubicBezTo>
                    <a:pt x="1682" y="1620"/>
                    <a:pt x="1676" y="1620"/>
                    <a:pt x="1667" y="1622"/>
                  </a:cubicBezTo>
                  <a:close/>
                  <a:moveTo>
                    <a:pt x="1756" y="1756"/>
                  </a:moveTo>
                  <a:cubicBezTo>
                    <a:pt x="1684" y="1756"/>
                    <a:pt x="1684" y="1756"/>
                    <a:pt x="1684" y="1756"/>
                  </a:cubicBezTo>
                  <a:cubicBezTo>
                    <a:pt x="1684" y="1684"/>
                    <a:pt x="1684" y="1684"/>
                    <a:pt x="1684" y="1684"/>
                  </a:cubicBezTo>
                  <a:cubicBezTo>
                    <a:pt x="1756" y="1684"/>
                    <a:pt x="1756" y="1684"/>
                    <a:pt x="1756" y="1684"/>
                  </a:cubicBezTo>
                  <a:lnTo>
                    <a:pt x="1756" y="1756"/>
                  </a:lnTo>
                  <a:close/>
                  <a:moveTo>
                    <a:pt x="1764" y="1621"/>
                  </a:moveTo>
                  <a:cubicBezTo>
                    <a:pt x="1759" y="1620"/>
                    <a:pt x="1757" y="1620"/>
                    <a:pt x="1752" y="1620"/>
                  </a:cubicBezTo>
                  <a:cubicBezTo>
                    <a:pt x="1752" y="1265"/>
                    <a:pt x="1752" y="1265"/>
                    <a:pt x="1752" y="1265"/>
                  </a:cubicBezTo>
                  <a:cubicBezTo>
                    <a:pt x="1895" y="1122"/>
                    <a:pt x="1895" y="1122"/>
                    <a:pt x="1895" y="1122"/>
                  </a:cubicBezTo>
                  <a:cubicBezTo>
                    <a:pt x="1899" y="1123"/>
                    <a:pt x="1903" y="1123"/>
                    <a:pt x="1907" y="1124"/>
                  </a:cubicBezTo>
                  <a:lnTo>
                    <a:pt x="1764" y="1621"/>
                  </a:lnTo>
                  <a:close/>
                  <a:moveTo>
                    <a:pt x="1895" y="926"/>
                  </a:moveTo>
                  <a:cubicBezTo>
                    <a:pt x="1752" y="783"/>
                    <a:pt x="1752" y="783"/>
                    <a:pt x="1752" y="783"/>
                  </a:cubicBezTo>
                  <a:cubicBezTo>
                    <a:pt x="1752" y="428"/>
                    <a:pt x="1752" y="428"/>
                    <a:pt x="1752" y="428"/>
                  </a:cubicBezTo>
                  <a:cubicBezTo>
                    <a:pt x="1757" y="428"/>
                    <a:pt x="1759" y="428"/>
                    <a:pt x="1764" y="427"/>
                  </a:cubicBezTo>
                  <a:cubicBezTo>
                    <a:pt x="1907" y="924"/>
                    <a:pt x="1907" y="924"/>
                    <a:pt x="1907" y="924"/>
                  </a:cubicBezTo>
                  <a:cubicBezTo>
                    <a:pt x="1903" y="925"/>
                    <a:pt x="1899" y="925"/>
                    <a:pt x="1895" y="926"/>
                  </a:cubicBezTo>
                  <a:close/>
                  <a:moveTo>
                    <a:pt x="1984" y="1060"/>
                  </a:moveTo>
                  <a:cubicBezTo>
                    <a:pt x="1912" y="1060"/>
                    <a:pt x="1912" y="1060"/>
                    <a:pt x="1912" y="1060"/>
                  </a:cubicBezTo>
                  <a:cubicBezTo>
                    <a:pt x="1912" y="988"/>
                    <a:pt x="1912" y="988"/>
                    <a:pt x="1912" y="988"/>
                  </a:cubicBezTo>
                  <a:cubicBezTo>
                    <a:pt x="1984" y="988"/>
                    <a:pt x="1984" y="988"/>
                    <a:pt x="1984" y="988"/>
                  </a:cubicBezTo>
                  <a:cubicBezTo>
                    <a:pt x="1984" y="1060"/>
                    <a:pt x="1984" y="1060"/>
                    <a:pt x="1984" y="106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Freeform 21">
              <a:extLst>
                <a:ext uri="{FF2B5EF4-FFF2-40B4-BE49-F238E27FC236}">
                  <a16:creationId xmlns:a16="http://schemas.microsoft.com/office/drawing/2014/main" id="{AEA3D71B-6FAA-43FA-AF7C-FAB839D7F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1250" y="5103813"/>
              <a:ext cx="142875" cy="119063"/>
            </a:xfrm>
            <a:custGeom>
              <a:avLst/>
              <a:gdLst>
                <a:gd name="T0" fmla="*/ 45 w 77"/>
                <a:gd name="T1" fmla="*/ 0 h 64"/>
                <a:gd name="T2" fmla="*/ 45 w 77"/>
                <a:gd name="T3" fmla="*/ 64 h 64"/>
                <a:gd name="T4" fmla="*/ 77 w 77"/>
                <a:gd name="T5" fmla="*/ 32 h 64"/>
                <a:gd name="T6" fmla="*/ 45 w 77"/>
                <a:gd name="T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7" h="64">
                  <a:moveTo>
                    <a:pt x="45" y="0"/>
                  </a:moveTo>
                  <a:cubicBezTo>
                    <a:pt x="0" y="0"/>
                    <a:pt x="0" y="64"/>
                    <a:pt x="45" y="64"/>
                  </a:cubicBezTo>
                  <a:cubicBezTo>
                    <a:pt x="62" y="64"/>
                    <a:pt x="77" y="50"/>
                    <a:pt x="77" y="32"/>
                  </a:cubicBezTo>
                  <a:cubicBezTo>
                    <a:pt x="77" y="14"/>
                    <a:pt x="62" y="0"/>
                    <a:pt x="45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73B72845-8322-4922-8EC3-9B0946C6FA64}"/>
              </a:ext>
            </a:extLst>
          </p:cNvPr>
          <p:cNvSpPr/>
          <p:nvPr/>
        </p:nvSpPr>
        <p:spPr>
          <a:xfrm>
            <a:off x="1132119" y="1051168"/>
            <a:ext cx="1034259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5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目 </a:t>
            </a:r>
            <a:endParaRPr lang="en-US" altLang="zh-CN" sz="54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r>
              <a:rPr lang="zh-CN" altLang="en-US" sz="5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录</a:t>
            </a: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37F63F99-A3C7-F4EE-7C3D-4D4D41389E13}"/>
              </a:ext>
            </a:extLst>
          </p:cNvPr>
          <p:cNvSpPr/>
          <p:nvPr/>
        </p:nvSpPr>
        <p:spPr>
          <a:xfrm>
            <a:off x="7733965" y="5041996"/>
            <a:ext cx="1681202" cy="1681202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254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66A845AC-E601-BBEB-6FAA-9CB43227DBFA}"/>
              </a:ext>
            </a:extLst>
          </p:cNvPr>
          <p:cNvSpPr/>
          <p:nvPr/>
        </p:nvSpPr>
        <p:spPr>
          <a:xfrm>
            <a:off x="10369239" y="3944379"/>
            <a:ext cx="691357" cy="691357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8480D32-50E5-8D39-5388-097B302373C9}"/>
              </a:ext>
            </a:extLst>
          </p:cNvPr>
          <p:cNvSpPr/>
          <p:nvPr/>
        </p:nvSpPr>
        <p:spPr>
          <a:xfrm>
            <a:off x="9564134" y="1507846"/>
            <a:ext cx="1164412" cy="1164412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93A660FB-EEBA-AB90-A73D-C0EA36C8C4D9}"/>
              </a:ext>
            </a:extLst>
          </p:cNvPr>
          <p:cNvSpPr>
            <a:spLocks noChangeAspect="1"/>
          </p:cNvSpPr>
          <p:nvPr/>
        </p:nvSpPr>
        <p:spPr>
          <a:xfrm>
            <a:off x="5678907" y="1983149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02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41B2470C-8894-9179-94B5-106A521E769C}"/>
              </a:ext>
            </a:extLst>
          </p:cNvPr>
          <p:cNvSpPr>
            <a:spLocks noChangeAspect="1"/>
          </p:cNvSpPr>
          <p:nvPr/>
        </p:nvSpPr>
        <p:spPr>
          <a:xfrm>
            <a:off x="5487737" y="3058210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03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66517BFE-8853-290E-964B-5BA5B033A0BB}"/>
              </a:ext>
            </a:extLst>
          </p:cNvPr>
          <p:cNvSpPr>
            <a:spLocks noChangeAspect="1"/>
          </p:cNvSpPr>
          <p:nvPr/>
        </p:nvSpPr>
        <p:spPr>
          <a:xfrm>
            <a:off x="4988036" y="4133271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D469AB11-BEDA-E9CE-CB07-1F0EA993E79C}"/>
              </a:ext>
            </a:extLst>
          </p:cNvPr>
          <p:cNvSpPr>
            <a:spLocks noChangeAspect="1"/>
          </p:cNvSpPr>
          <p:nvPr/>
        </p:nvSpPr>
        <p:spPr>
          <a:xfrm>
            <a:off x="3941164" y="5208331"/>
            <a:ext cx="720000" cy="720000"/>
          </a:xfrm>
          <a:prstGeom prst="ellipse">
            <a:avLst/>
          </a:prstGeom>
          <a:gradFill flip="none" rotWithShape="1">
            <a:gsLst>
              <a:gs pos="0">
                <a:srgbClr val="3D8BFA"/>
              </a:gs>
              <a:gs pos="100000">
                <a:srgbClr val="1269E4"/>
              </a:gs>
            </a:gsLst>
            <a:lin ang="2700000" scaled="0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1270000" dist="444500" dir="7800000" sx="87000" sy="87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05</a:t>
            </a:r>
            <a:endParaRPr lang="zh-CN" altLang="en-US" sz="2200" b="1" dirty="0">
              <a:latin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D4670546-1D29-3A3A-D8AF-2DD7D5A4B38F}"/>
              </a:ext>
            </a:extLst>
          </p:cNvPr>
          <p:cNvSpPr/>
          <p:nvPr/>
        </p:nvSpPr>
        <p:spPr>
          <a:xfrm>
            <a:off x="1072030" y="5191240"/>
            <a:ext cx="691357" cy="691357"/>
          </a:xfrm>
          <a:prstGeom prst="ellipse">
            <a:avLst/>
          </a:prstGeom>
          <a:gradFill>
            <a:gsLst>
              <a:gs pos="0">
                <a:srgbClr val="1D78FA">
                  <a:alpha val="40000"/>
                </a:srgbClr>
              </a:gs>
              <a:gs pos="100000">
                <a:srgbClr val="1D78FA">
                  <a:alpha val="0"/>
                </a:srgbClr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5006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9ACAF7B3-6B5A-83C2-9D94-36747869222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9792" r="17782" b="22142"/>
          <a:stretch/>
        </p:blipFill>
        <p:spPr>
          <a:xfrm>
            <a:off x="0" y="974006"/>
            <a:ext cx="12192000" cy="2228855"/>
          </a:xfrm>
          <a:prstGeom prst="rect">
            <a:avLst/>
          </a:prstGeom>
        </p:spPr>
      </p:pic>
      <p:sp>
        <p:nvSpPr>
          <p:cNvPr id="142" name="矩形 141">
            <a:extLst>
              <a:ext uri="{FF2B5EF4-FFF2-40B4-BE49-F238E27FC236}">
                <a16:creationId xmlns:a16="http://schemas.microsoft.com/office/drawing/2014/main" id="{C1149E3B-51CB-BA5F-061C-99FD9DE7119B}"/>
              </a:ext>
            </a:extLst>
          </p:cNvPr>
          <p:cNvSpPr/>
          <p:nvPr/>
        </p:nvSpPr>
        <p:spPr>
          <a:xfrm>
            <a:off x="1327170" y="4048640"/>
            <a:ext cx="3744000" cy="659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</a:rPr>
              <a:t>专注短彩信行业十五余年，深耕每一个细节，提供专业全面的短彩信企业服务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E6D6E191-C903-FC97-2A06-234A93CFEA25}"/>
              </a:ext>
            </a:extLst>
          </p:cNvPr>
          <p:cNvSpPr/>
          <p:nvPr/>
        </p:nvSpPr>
        <p:spPr>
          <a:xfrm>
            <a:off x="7825853" y="4048640"/>
            <a:ext cx="3744000" cy="659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</a:rPr>
              <a:t>在总部及分公司均设有独立的销售、支撑团队，拥有覆盖全国的客户服务网络</a:t>
            </a:r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BF5F6589-7FD5-021A-6C06-B63C8F064277}"/>
              </a:ext>
            </a:extLst>
          </p:cNvPr>
          <p:cNvSpPr/>
          <p:nvPr/>
        </p:nvSpPr>
        <p:spPr>
          <a:xfrm>
            <a:off x="-11631" y="974006"/>
            <a:ext cx="12191999" cy="2228855"/>
          </a:xfrm>
          <a:prstGeom prst="rect">
            <a:avLst/>
          </a:prstGeom>
          <a:gradFill flip="none" rotWithShape="1">
            <a:gsLst>
              <a:gs pos="0">
                <a:srgbClr val="1D78FA">
                  <a:alpha val="75000"/>
                </a:srgbClr>
              </a:gs>
              <a:gs pos="100000">
                <a:srgbClr val="1D78FA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340CD3EB-606A-C5BF-884F-404A4B37B56F}"/>
              </a:ext>
            </a:extLst>
          </p:cNvPr>
          <p:cNvSpPr/>
          <p:nvPr/>
        </p:nvSpPr>
        <p:spPr>
          <a:xfrm>
            <a:off x="7825853" y="5606488"/>
            <a:ext cx="3744000" cy="659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</a:rPr>
              <a:t>销售团队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</a:rPr>
              <a:t>100+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</a:rPr>
              <a:t>，客服、运维、技术等支撑团队达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</a:rPr>
              <a:t>100+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</a:rPr>
              <a:t>，总人数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</a:rPr>
              <a:t>200+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63BE5EBE-BD22-D45B-97B5-6B29EC22B6B0}"/>
              </a:ext>
            </a:extLst>
          </p:cNvPr>
          <p:cNvSpPr/>
          <p:nvPr/>
        </p:nvSpPr>
        <p:spPr>
          <a:xfrm>
            <a:off x="1285056" y="5606488"/>
            <a:ext cx="3744000" cy="955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</a:rPr>
              <a:t>合作客户达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</a:rPr>
              <a:t>万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</a:rPr>
              <a:t>（包括多家世界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</a:rPr>
              <a:t>500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pitchFamily="34" charset="-122"/>
              </a:rPr>
              <a:t>强在内的知名品牌客户）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E2A1EC-DFB5-6ABD-B244-ECDF13E1020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微网通联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693C3928-50DB-A112-EE4A-83A33BDE053B}"/>
              </a:ext>
            </a:extLst>
          </p:cNvPr>
          <p:cNvSpPr txBox="1"/>
          <p:nvPr/>
        </p:nvSpPr>
        <p:spPr>
          <a:xfrm>
            <a:off x="350519" y="1520059"/>
            <a:ext cx="99091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行业领先的云通信平台及解决方案服务商之一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FF144FBB-6FEB-C649-C2F1-ACC9993AFA20}"/>
              </a:ext>
            </a:extLst>
          </p:cNvPr>
          <p:cNvSpPr txBox="1"/>
          <p:nvPr/>
        </p:nvSpPr>
        <p:spPr>
          <a:xfrm>
            <a:off x="350519" y="2376649"/>
            <a:ext cx="11253475" cy="372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从</a:t>
            </a:r>
            <a:r>
              <a:rPr lang="en-US" altLang="zh-CN" sz="1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2008</a:t>
            </a:r>
            <a:r>
              <a:rPr lang="zh-CN" altLang="en-US" sz="1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年开始经营移动即时通信业务，</a:t>
            </a:r>
            <a:r>
              <a:rPr lang="en-US" altLang="zh-CN" sz="1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17</a:t>
            </a:r>
            <a:r>
              <a:rPr lang="zh-CN" altLang="en-US" sz="16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年来深耕细作，以云通信平台为根基，打造云通信与移动营销并轨的业务模式</a:t>
            </a:r>
            <a:endParaRPr lang="zh-CN" altLang="en-US" sz="16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656D2A66-B455-E3F9-7E7A-E622726710B3}"/>
              </a:ext>
            </a:extLst>
          </p:cNvPr>
          <p:cNvSpPr txBox="1"/>
          <p:nvPr/>
        </p:nvSpPr>
        <p:spPr>
          <a:xfrm>
            <a:off x="1291902" y="3715890"/>
            <a:ext cx="28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269E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专注而专业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A95597C-0300-C973-3BE4-013EFE2DA54A}"/>
              </a:ext>
            </a:extLst>
          </p:cNvPr>
          <p:cNvSpPr txBox="1"/>
          <p:nvPr/>
        </p:nvSpPr>
        <p:spPr>
          <a:xfrm>
            <a:off x="7825852" y="3715890"/>
            <a:ext cx="3253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1269E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6</a:t>
            </a:r>
            <a:r>
              <a:rPr lang="zh-CN" altLang="en-US" dirty="0">
                <a:solidFill>
                  <a:srgbClr val="1269E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大分支机构</a:t>
            </a:r>
            <a:r>
              <a:rPr lang="en-US" altLang="zh-CN" dirty="0">
                <a:solidFill>
                  <a:srgbClr val="1269E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+2</a:t>
            </a:r>
            <a:r>
              <a:rPr lang="zh-CN" altLang="en-US" dirty="0">
                <a:solidFill>
                  <a:srgbClr val="1269E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大研发中心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6A61E698-A3CF-9EEF-3E2D-45637DE997C6}"/>
              </a:ext>
            </a:extLst>
          </p:cNvPr>
          <p:cNvSpPr txBox="1"/>
          <p:nvPr/>
        </p:nvSpPr>
        <p:spPr>
          <a:xfrm>
            <a:off x="7825853" y="5280052"/>
            <a:ext cx="28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269E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合理的团队配置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7E97157F-931D-D6D4-DBE7-03A710742DD5}"/>
              </a:ext>
            </a:extLst>
          </p:cNvPr>
          <p:cNvSpPr txBox="1"/>
          <p:nvPr/>
        </p:nvSpPr>
        <p:spPr>
          <a:xfrm>
            <a:off x="1285056" y="5280052"/>
            <a:ext cx="28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269E4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大量国际知名客户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C384B17-3036-3763-85AF-6308DAC3F53E}"/>
              </a:ext>
            </a:extLst>
          </p:cNvPr>
          <p:cNvSpPr/>
          <p:nvPr/>
        </p:nvSpPr>
        <p:spPr>
          <a:xfrm>
            <a:off x="453803" y="3838456"/>
            <a:ext cx="720000" cy="720000"/>
          </a:xfrm>
          <a:prstGeom prst="roundRect">
            <a:avLst/>
          </a:prstGeom>
          <a:noFill/>
          <a:ln w="22225">
            <a:solidFill>
              <a:srgbClr val="1D78FA"/>
            </a:solidFill>
          </a:ln>
          <a:effectLst>
            <a:outerShdw blurRad="508000" dist="38100" dir="2700000" algn="tl" rotWithShape="0">
              <a:srgbClr val="1269E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87A3AEEB-7E51-E523-28B2-F55C475C7D4D}"/>
              </a:ext>
            </a:extLst>
          </p:cNvPr>
          <p:cNvSpPr/>
          <p:nvPr/>
        </p:nvSpPr>
        <p:spPr>
          <a:xfrm>
            <a:off x="453803" y="5411669"/>
            <a:ext cx="720000" cy="720000"/>
          </a:xfrm>
          <a:prstGeom prst="roundRect">
            <a:avLst/>
          </a:prstGeom>
          <a:noFill/>
          <a:ln w="22225">
            <a:solidFill>
              <a:srgbClr val="1D78FA"/>
            </a:solidFill>
          </a:ln>
          <a:effectLst>
            <a:outerShdw blurRad="508000" dist="38100" dir="2700000" algn="tl" rotWithShape="0">
              <a:srgbClr val="1269E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9FD86AC1-4C2E-400B-9BB7-82BB94FE7395}"/>
              </a:ext>
            </a:extLst>
          </p:cNvPr>
          <p:cNvSpPr/>
          <p:nvPr/>
        </p:nvSpPr>
        <p:spPr>
          <a:xfrm>
            <a:off x="6999960" y="3842515"/>
            <a:ext cx="720000" cy="720000"/>
          </a:xfrm>
          <a:prstGeom prst="roundRect">
            <a:avLst/>
          </a:prstGeom>
          <a:noFill/>
          <a:ln w="22225">
            <a:solidFill>
              <a:srgbClr val="1D78FA"/>
            </a:solidFill>
          </a:ln>
          <a:effectLst>
            <a:outerShdw blurRad="508000" dist="38100" dir="2700000" algn="tl" rotWithShape="0">
              <a:srgbClr val="1269E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39CB02B3-560D-EECB-592F-7B8BD7702D69}"/>
              </a:ext>
            </a:extLst>
          </p:cNvPr>
          <p:cNvSpPr/>
          <p:nvPr/>
        </p:nvSpPr>
        <p:spPr>
          <a:xfrm>
            <a:off x="6978693" y="5411669"/>
            <a:ext cx="720000" cy="720000"/>
          </a:xfrm>
          <a:prstGeom prst="roundRect">
            <a:avLst/>
          </a:prstGeom>
          <a:noFill/>
          <a:ln w="22225">
            <a:solidFill>
              <a:srgbClr val="1D78FA"/>
            </a:solidFill>
          </a:ln>
          <a:effectLst>
            <a:outerShdw blurRad="508000" dist="38100" dir="2700000" algn="tl" rotWithShape="0">
              <a:srgbClr val="1269E4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sailor_166882">
            <a:extLst>
              <a:ext uri="{FF2B5EF4-FFF2-40B4-BE49-F238E27FC236}">
                <a16:creationId xmlns:a16="http://schemas.microsoft.com/office/drawing/2014/main" id="{D368F8EF-4DB1-5A2E-5F4A-DDA486C29300}"/>
              </a:ext>
            </a:extLst>
          </p:cNvPr>
          <p:cNvSpPr>
            <a:spLocks noChangeAspect="1"/>
          </p:cNvSpPr>
          <p:nvPr/>
        </p:nvSpPr>
        <p:spPr>
          <a:xfrm>
            <a:off x="549005" y="3982456"/>
            <a:ext cx="524871" cy="432000"/>
          </a:xfrm>
          <a:custGeom>
            <a:avLst/>
            <a:gdLst>
              <a:gd name="T0" fmla="*/ 6137 w 6159"/>
              <a:gd name="T1" fmla="*/ 1035 h 5076"/>
              <a:gd name="T2" fmla="*/ 5870 w 6159"/>
              <a:gd name="T3" fmla="*/ 694 h 5076"/>
              <a:gd name="T4" fmla="*/ 4282 w 6159"/>
              <a:gd name="T5" fmla="*/ 46 h 5076"/>
              <a:gd name="T6" fmla="*/ 3931 w 6159"/>
              <a:gd name="T7" fmla="*/ 55 h 5076"/>
              <a:gd name="T8" fmla="*/ 3700 w 6159"/>
              <a:gd name="T9" fmla="*/ 319 h 5076"/>
              <a:gd name="T10" fmla="*/ 3080 w 6159"/>
              <a:gd name="T11" fmla="*/ 2284 h 5076"/>
              <a:gd name="T12" fmla="*/ 2459 w 6159"/>
              <a:gd name="T13" fmla="*/ 319 h 5076"/>
              <a:gd name="T14" fmla="*/ 2228 w 6159"/>
              <a:gd name="T15" fmla="*/ 55 h 5076"/>
              <a:gd name="T16" fmla="*/ 1878 w 6159"/>
              <a:gd name="T17" fmla="*/ 46 h 5076"/>
              <a:gd name="T18" fmla="*/ 290 w 6159"/>
              <a:gd name="T19" fmla="*/ 694 h 5076"/>
              <a:gd name="T20" fmla="*/ 23 w 6159"/>
              <a:gd name="T21" fmla="*/ 1035 h 5076"/>
              <a:gd name="T22" fmla="*/ 181 w 6159"/>
              <a:gd name="T23" fmla="*/ 1439 h 5076"/>
              <a:gd name="T24" fmla="*/ 2592 w 6159"/>
              <a:gd name="T25" fmla="*/ 3378 h 5076"/>
              <a:gd name="T26" fmla="*/ 2459 w 6159"/>
              <a:gd name="T27" fmla="*/ 3469 h 5076"/>
              <a:gd name="T28" fmla="*/ 2097 w 6159"/>
              <a:gd name="T29" fmla="*/ 4176 h 5076"/>
              <a:gd name="T30" fmla="*/ 2117 w 6159"/>
              <a:gd name="T31" fmla="*/ 4266 h 5076"/>
              <a:gd name="T32" fmla="*/ 2207 w 6159"/>
              <a:gd name="T33" fmla="*/ 4286 h 5076"/>
              <a:gd name="T34" fmla="*/ 2914 w 6159"/>
              <a:gd name="T35" fmla="*/ 3924 h 5076"/>
              <a:gd name="T36" fmla="*/ 2926 w 6159"/>
              <a:gd name="T37" fmla="*/ 3912 h 5076"/>
              <a:gd name="T38" fmla="*/ 3025 w 6159"/>
              <a:gd name="T39" fmla="*/ 4239 h 5076"/>
              <a:gd name="T40" fmla="*/ 4005 w 6159"/>
              <a:gd name="T41" fmla="*/ 5058 h 5076"/>
              <a:gd name="T42" fmla="*/ 4096 w 6159"/>
              <a:gd name="T43" fmla="*/ 5059 h 5076"/>
              <a:gd name="T44" fmla="*/ 4137 w 6159"/>
              <a:gd name="T45" fmla="*/ 4977 h 5076"/>
              <a:gd name="T46" fmla="*/ 3844 w 6159"/>
              <a:gd name="T47" fmla="*/ 3734 h 5076"/>
              <a:gd name="T48" fmla="*/ 3489 w 6159"/>
              <a:gd name="T49" fmla="*/ 3442 h 5076"/>
              <a:gd name="T50" fmla="*/ 5979 w 6159"/>
              <a:gd name="T51" fmla="*/ 1439 h 5076"/>
              <a:gd name="T52" fmla="*/ 6137 w 6159"/>
              <a:gd name="T53" fmla="*/ 1035 h 5076"/>
              <a:gd name="T54" fmla="*/ 711 w 6159"/>
              <a:gd name="T55" fmla="*/ 789 h 5076"/>
              <a:gd name="T56" fmla="*/ 1233 w 6159"/>
              <a:gd name="T57" fmla="*/ 576 h 5076"/>
              <a:gd name="T58" fmla="*/ 2639 w 6159"/>
              <a:gd name="T59" fmla="*/ 1706 h 5076"/>
              <a:gd name="T60" fmla="*/ 2916 w 6159"/>
              <a:gd name="T61" fmla="*/ 2583 h 5076"/>
              <a:gd name="T62" fmla="*/ 711 w 6159"/>
              <a:gd name="T63" fmla="*/ 789 h 5076"/>
              <a:gd name="T64" fmla="*/ 3253 w 6159"/>
              <a:gd name="T65" fmla="*/ 2555 h 5076"/>
              <a:gd name="T66" fmla="*/ 3521 w 6159"/>
              <a:gd name="T67" fmla="*/ 1706 h 5076"/>
              <a:gd name="T68" fmla="*/ 4927 w 6159"/>
              <a:gd name="T69" fmla="*/ 576 h 5076"/>
              <a:gd name="T70" fmla="*/ 5449 w 6159"/>
              <a:gd name="T71" fmla="*/ 789 h 5076"/>
              <a:gd name="T72" fmla="*/ 3253 w 6159"/>
              <a:gd name="T73" fmla="*/ 2555 h 50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6159" h="5076">
                <a:moveTo>
                  <a:pt x="6137" y="1035"/>
                </a:moveTo>
                <a:cubicBezTo>
                  <a:pt x="6115" y="883"/>
                  <a:pt x="6013" y="752"/>
                  <a:pt x="5870" y="694"/>
                </a:cubicBezTo>
                <a:cubicBezTo>
                  <a:pt x="5798" y="665"/>
                  <a:pt x="4384" y="88"/>
                  <a:pt x="4282" y="46"/>
                </a:cubicBezTo>
                <a:cubicBezTo>
                  <a:pt x="4168" y="0"/>
                  <a:pt x="4041" y="4"/>
                  <a:pt x="3931" y="55"/>
                </a:cubicBezTo>
                <a:cubicBezTo>
                  <a:pt x="3821" y="107"/>
                  <a:pt x="3737" y="203"/>
                  <a:pt x="3700" y="319"/>
                </a:cubicBezTo>
                <a:cubicBezTo>
                  <a:pt x="3667" y="425"/>
                  <a:pt x="3102" y="2214"/>
                  <a:pt x="3080" y="2284"/>
                </a:cubicBezTo>
                <a:cubicBezTo>
                  <a:pt x="3056" y="2208"/>
                  <a:pt x="2499" y="444"/>
                  <a:pt x="2459" y="319"/>
                </a:cubicBezTo>
                <a:cubicBezTo>
                  <a:pt x="2423" y="203"/>
                  <a:pt x="2339" y="107"/>
                  <a:pt x="2228" y="55"/>
                </a:cubicBezTo>
                <a:cubicBezTo>
                  <a:pt x="2120" y="4"/>
                  <a:pt x="1993" y="0"/>
                  <a:pt x="1878" y="46"/>
                </a:cubicBezTo>
                <a:cubicBezTo>
                  <a:pt x="1822" y="69"/>
                  <a:pt x="347" y="671"/>
                  <a:pt x="290" y="694"/>
                </a:cubicBezTo>
                <a:cubicBezTo>
                  <a:pt x="147" y="752"/>
                  <a:pt x="45" y="883"/>
                  <a:pt x="23" y="1035"/>
                </a:cubicBezTo>
                <a:cubicBezTo>
                  <a:pt x="0" y="1188"/>
                  <a:pt x="61" y="1342"/>
                  <a:pt x="181" y="1439"/>
                </a:cubicBezTo>
                <a:lnTo>
                  <a:pt x="2592" y="3378"/>
                </a:lnTo>
                <a:cubicBezTo>
                  <a:pt x="2544" y="3400"/>
                  <a:pt x="2498" y="3430"/>
                  <a:pt x="2459" y="3469"/>
                </a:cubicBezTo>
                <a:cubicBezTo>
                  <a:pt x="2318" y="3609"/>
                  <a:pt x="2175" y="3964"/>
                  <a:pt x="2097" y="4176"/>
                </a:cubicBezTo>
                <a:cubicBezTo>
                  <a:pt x="2085" y="4207"/>
                  <a:pt x="2093" y="4243"/>
                  <a:pt x="2117" y="4266"/>
                </a:cubicBezTo>
                <a:cubicBezTo>
                  <a:pt x="2140" y="4290"/>
                  <a:pt x="2175" y="4298"/>
                  <a:pt x="2207" y="4286"/>
                </a:cubicBezTo>
                <a:cubicBezTo>
                  <a:pt x="2419" y="4208"/>
                  <a:pt x="2774" y="4065"/>
                  <a:pt x="2914" y="3924"/>
                </a:cubicBezTo>
                <a:cubicBezTo>
                  <a:pt x="2918" y="3920"/>
                  <a:pt x="2922" y="3916"/>
                  <a:pt x="2926" y="3912"/>
                </a:cubicBezTo>
                <a:cubicBezTo>
                  <a:pt x="2935" y="4025"/>
                  <a:pt x="2963" y="4139"/>
                  <a:pt x="3025" y="4239"/>
                </a:cubicBezTo>
                <a:cubicBezTo>
                  <a:pt x="3196" y="4516"/>
                  <a:pt x="3740" y="4887"/>
                  <a:pt x="4005" y="5058"/>
                </a:cubicBezTo>
                <a:cubicBezTo>
                  <a:pt x="4033" y="5076"/>
                  <a:pt x="4068" y="5076"/>
                  <a:pt x="4096" y="5059"/>
                </a:cubicBezTo>
                <a:cubicBezTo>
                  <a:pt x="4125" y="5041"/>
                  <a:pt x="4140" y="5009"/>
                  <a:pt x="4137" y="4977"/>
                </a:cubicBezTo>
                <a:cubicBezTo>
                  <a:pt x="4103" y="4663"/>
                  <a:pt x="4014" y="4011"/>
                  <a:pt x="3844" y="3734"/>
                </a:cubicBezTo>
                <a:cubicBezTo>
                  <a:pt x="3759" y="3597"/>
                  <a:pt x="3625" y="3504"/>
                  <a:pt x="3489" y="3442"/>
                </a:cubicBezTo>
                <a:lnTo>
                  <a:pt x="5979" y="1439"/>
                </a:lnTo>
                <a:cubicBezTo>
                  <a:pt x="6099" y="1342"/>
                  <a:pt x="6159" y="1188"/>
                  <a:pt x="6137" y="1035"/>
                </a:cubicBezTo>
                <a:close/>
                <a:moveTo>
                  <a:pt x="711" y="789"/>
                </a:moveTo>
                <a:lnTo>
                  <a:pt x="1233" y="576"/>
                </a:lnTo>
                <a:lnTo>
                  <a:pt x="2639" y="1706"/>
                </a:lnTo>
                <a:cubicBezTo>
                  <a:pt x="2682" y="1843"/>
                  <a:pt x="2878" y="2462"/>
                  <a:pt x="2916" y="2583"/>
                </a:cubicBezTo>
                <a:cubicBezTo>
                  <a:pt x="2847" y="2497"/>
                  <a:pt x="3069" y="2685"/>
                  <a:pt x="711" y="789"/>
                </a:cubicBezTo>
                <a:close/>
                <a:moveTo>
                  <a:pt x="3253" y="2555"/>
                </a:moveTo>
                <a:lnTo>
                  <a:pt x="3521" y="1706"/>
                </a:lnTo>
                <a:lnTo>
                  <a:pt x="4927" y="576"/>
                </a:lnTo>
                <a:lnTo>
                  <a:pt x="5449" y="789"/>
                </a:lnTo>
                <a:lnTo>
                  <a:pt x="3253" y="2555"/>
                </a:lnTo>
                <a:close/>
              </a:path>
            </a:pathLst>
          </a:custGeom>
          <a:solidFill>
            <a:srgbClr val="1D78FA"/>
          </a:solidFill>
          <a:ln>
            <a:solidFill>
              <a:srgbClr val="1D78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iconfont-1045-808620">
            <a:extLst>
              <a:ext uri="{FF2B5EF4-FFF2-40B4-BE49-F238E27FC236}">
                <a16:creationId xmlns:a16="http://schemas.microsoft.com/office/drawing/2014/main" id="{2BA46074-EACF-2E1D-54B0-31C157B2B7A1}"/>
              </a:ext>
            </a:extLst>
          </p:cNvPr>
          <p:cNvSpPr>
            <a:spLocks noChangeAspect="1"/>
          </p:cNvSpPr>
          <p:nvPr/>
        </p:nvSpPr>
        <p:spPr>
          <a:xfrm>
            <a:off x="7104753" y="3982456"/>
            <a:ext cx="467880" cy="396000"/>
          </a:xfrm>
          <a:custGeom>
            <a:avLst/>
            <a:gdLst>
              <a:gd name="T0" fmla="*/ 1610 w 10468"/>
              <a:gd name="T1" fmla="*/ 4832 h 8858"/>
              <a:gd name="T2" fmla="*/ 8858 w 10468"/>
              <a:gd name="T3" fmla="*/ 4832 h 8858"/>
              <a:gd name="T4" fmla="*/ 8858 w 10468"/>
              <a:gd name="T5" fmla="*/ 5637 h 8858"/>
              <a:gd name="T6" fmla="*/ 9663 w 10468"/>
              <a:gd name="T7" fmla="*/ 5637 h 8858"/>
              <a:gd name="T8" fmla="*/ 9663 w 10468"/>
              <a:gd name="T9" fmla="*/ 4026 h 8858"/>
              <a:gd name="T10" fmla="*/ 5637 w 10468"/>
              <a:gd name="T11" fmla="*/ 4026 h 8858"/>
              <a:gd name="T12" fmla="*/ 5637 w 10468"/>
              <a:gd name="T13" fmla="*/ 3221 h 8858"/>
              <a:gd name="T14" fmla="*/ 4831 w 10468"/>
              <a:gd name="T15" fmla="*/ 3221 h 8858"/>
              <a:gd name="T16" fmla="*/ 4831 w 10468"/>
              <a:gd name="T17" fmla="*/ 4026 h 8858"/>
              <a:gd name="T18" fmla="*/ 805 w 10468"/>
              <a:gd name="T19" fmla="*/ 4026 h 8858"/>
              <a:gd name="T20" fmla="*/ 805 w 10468"/>
              <a:gd name="T21" fmla="*/ 5637 h 8858"/>
              <a:gd name="T22" fmla="*/ 1610 w 10468"/>
              <a:gd name="T23" fmla="*/ 5637 h 8858"/>
              <a:gd name="T24" fmla="*/ 1610 w 10468"/>
              <a:gd name="T25" fmla="*/ 4832 h 8858"/>
              <a:gd name="T26" fmla="*/ 0 w 10468"/>
              <a:gd name="T27" fmla="*/ 8858 h 8858"/>
              <a:gd name="T28" fmla="*/ 2415 w 10468"/>
              <a:gd name="T29" fmla="*/ 8858 h 8858"/>
              <a:gd name="T30" fmla="*/ 2415 w 10468"/>
              <a:gd name="T31" fmla="*/ 6442 h 8858"/>
              <a:gd name="T32" fmla="*/ 0 w 10468"/>
              <a:gd name="T33" fmla="*/ 6442 h 8858"/>
              <a:gd name="T34" fmla="*/ 0 w 10468"/>
              <a:gd name="T35" fmla="*/ 8858 h 8858"/>
              <a:gd name="T36" fmla="*/ 4026 w 10468"/>
              <a:gd name="T37" fmla="*/ 8858 h 8858"/>
              <a:gd name="T38" fmla="*/ 6442 w 10468"/>
              <a:gd name="T39" fmla="*/ 8858 h 8858"/>
              <a:gd name="T40" fmla="*/ 6442 w 10468"/>
              <a:gd name="T41" fmla="*/ 6442 h 8858"/>
              <a:gd name="T42" fmla="*/ 4026 w 10468"/>
              <a:gd name="T43" fmla="*/ 6442 h 8858"/>
              <a:gd name="T44" fmla="*/ 4026 w 10468"/>
              <a:gd name="T45" fmla="*/ 8858 h 8858"/>
              <a:gd name="T46" fmla="*/ 8052 w 10468"/>
              <a:gd name="T47" fmla="*/ 6442 h 8858"/>
              <a:gd name="T48" fmla="*/ 8052 w 10468"/>
              <a:gd name="T49" fmla="*/ 8858 h 8858"/>
              <a:gd name="T50" fmla="*/ 10468 w 10468"/>
              <a:gd name="T51" fmla="*/ 8858 h 8858"/>
              <a:gd name="T52" fmla="*/ 10468 w 10468"/>
              <a:gd name="T53" fmla="*/ 6442 h 8858"/>
              <a:gd name="T54" fmla="*/ 8052 w 10468"/>
              <a:gd name="T55" fmla="*/ 6442 h 8858"/>
              <a:gd name="T56" fmla="*/ 6442 w 10468"/>
              <a:gd name="T57" fmla="*/ 0 h 8858"/>
              <a:gd name="T58" fmla="*/ 4026 w 10468"/>
              <a:gd name="T59" fmla="*/ 0 h 8858"/>
              <a:gd name="T60" fmla="*/ 4026 w 10468"/>
              <a:gd name="T61" fmla="*/ 2416 h 8858"/>
              <a:gd name="T62" fmla="*/ 6442 w 10468"/>
              <a:gd name="T63" fmla="*/ 2416 h 8858"/>
              <a:gd name="T64" fmla="*/ 6442 w 10468"/>
              <a:gd name="T65" fmla="*/ 0 h 8858"/>
              <a:gd name="T66" fmla="*/ 6442 w 10468"/>
              <a:gd name="T67" fmla="*/ 0 h 88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468" h="8858">
                <a:moveTo>
                  <a:pt x="1610" y="4832"/>
                </a:moveTo>
                <a:lnTo>
                  <a:pt x="8858" y="4832"/>
                </a:lnTo>
                <a:lnTo>
                  <a:pt x="8858" y="5637"/>
                </a:lnTo>
                <a:lnTo>
                  <a:pt x="9663" y="5637"/>
                </a:lnTo>
                <a:lnTo>
                  <a:pt x="9663" y="4026"/>
                </a:lnTo>
                <a:lnTo>
                  <a:pt x="5637" y="4026"/>
                </a:lnTo>
                <a:lnTo>
                  <a:pt x="5637" y="3221"/>
                </a:lnTo>
                <a:lnTo>
                  <a:pt x="4831" y="3221"/>
                </a:lnTo>
                <a:lnTo>
                  <a:pt x="4831" y="4026"/>
                </a:lnTo>
                <a:lnTo>
                  <a:pt x="805" y="4026"/>
                </a:lnTo>
                <a:lnTo>
                  <a:pt x="805" y="5637"/>
                </a:lnTo>
                <a:lnTo>
                  <a:pt x="1610" y="5637"/>
                </a:lnTo>
                <a:lnTo>
                  <a:pt x="1610" y="4832"/>
                </a:lnTo>
                <a:close/>
                <a:moveTo>
                  <a:pt x="0" y="8858"/>
                </a:moveTo>
                <a:lnTo>
                  <a:pt x="2415" y="8858"/>
                </a:lnTo>
                <a:lnTo>
                  <a:pt x="2415" y="6442"/>
                </a:lnTo>
                <a:lnTo>
                  <a:pt x="0" y="6442"/>
                </a:lnTo>
                <a:lnTo>
                  <a:pt x="0" y="8858"/>
                </a:lnTo>
                <a:close/>
                <a:moveTo>
                  <a:pt x="4026" y="8858"/>
                </a:moveTo>
                <a:lnTo>
                  <a:pt x="6442" y="8858"/>
                </a:lnTo>
                <a:lnTo>
                  <a:pt x="6442" y="6442"/>
                </a:lnTo>
                <a:lnTo>
                  <a:pt x="4026" y="6442"/>
                </a:lnTo>
                <a:lnTo>
                  <a:pt x="4026" y="8858"/>
                </a:lnTo>
                <a:close/>
                <a:moveTo>
                  <a:pt x="8052" y="6442"/>
                </a:moveTo>
                <a:lnTo>
                  <a:pt x="8052" y="8858"/>
                </a:lnTo>
                <a:lnTo>
                  <a:pt x="10468" y="8858"/>
                </a:lnTo>
                <a:lnTo>
                  <a:pt x="10468" y="6442"/>
                </a:lnTo>
                <a:lnTo>
                  <a:pt x="8052" y="6442"/>
                </a:lnTo>
                <a:close/>
                <a:moveTo>
                  <a:pt x="6442" y="0"/>
                </a:moveTo>
                <a:lnTo>
                  <a:pt x="4026" y="0"/>
                </a:lnTo>
                <a:lnTo>
                  <a:pt x="4026" y="2416"/>
                </a:lnTo>
                <a:lnTo>
                  <a:pt x="6442" y="2416"/>
                </a:lnTo>
                <a:lnTo>
                  <a:pt x="6442" y="0"/>
                </a:lnTo>
                <a:close/>
                <a:moveTo>
                  <a:pt x="6442" y="0"/>
                </a:moveTo>
                <a:close/>
              </a:path>
            </a:pathLst>
          </a:custGeom>
          <a:solidFill>
            <a:srgbClr val="1D7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male-workers_50958">
            <a:extLst>
              <a:ext uri="{FF2B5EF4-FFF2-40B4-BE49-F238E27FC236}">
                <a16:creationId xmlns:a16="http://schemas.microsoft.com/office/drawing/2014/main" id="{DCE309CD-5212-7130-233C-F32FB9E2F6C0}"/>
              </a:ext>
            </a:extLst>
          </p:cNvPr>
          <p:cNvSpPr>
            <a:spLocks noChangeAspect="1"/>
          </p:cNvSpPr>
          <p:nvPr/>
        </p:nvSpPr>
        <p:spPr>
          <a:xfrm>
            <a:off x="572633" y="5623091"/>
            <a:ext cx="468000" cy="303106"/>
          </a:xfrm>
          <a:custGeom>
            <a:avLst/>
            <a:gdLst>
              <a:gd name="connsiteX0" fmla="*/ 491491 w 609050"/>
              <a:gd name="connsiteY0" fmla="*/ 320366 h 394460"/>
              <a:gd name="connsiteX1" fmla="*/ 508638 w 609050"/>
              <a:gd name="connsiteY1" fmla="*/ 371089 h 394460"/>
              <a:gd name="connsiteX2" fmla="*/ 510301 w 609050"/>
              <a:gd name="connsiteY2" fmla="*/ 334450 h 394460"/>
              <a:gd name="connsiteX3" fmla="*/ 508867 w 609050"/>
              <a:gd name="connsiteY3" fmla="*/ 331644 h 394460"/>
              <a:gd name="connsiteX4" fmla="*/ 503190 w 609050"/>
              <a:gd name="connsiteY4" fmla="*/ 320481 h 394460"/>
              <a:gd name="connsiteX5" fmla="*/ 519878 w 609050"/>
              <a:gd name="connsiteY5" fmla="*/ 325919 h 394460"/>
              <a:gd name="connsiteX6" fmla="*/ 536221 w 609050"/>
              <a:gd name="connsiteY6" fmla="*/ 320710 h 394460"/>
              <a:gd name="connsiteX7" fmla="*/ 530716 w 609050"/>
              <a:gd name="connsiteY7" fmla="*/ 331644 h 394460"/>
              <a:gd name="connsiteX8" fmla="*/ 529282 w 609050"/>
              <a:gd name="connsiteY8" fmla="*/ 334450 h 394460"/>
              <a:gd name="connsiteX9" fmla="*/ 530945 w 609050"/>
              <a:gd name="connsiteY9" fmla="*/ 371089 h 394460"/>
              <a:gd name="connsiteX10" fmla="*/ 548092 w 609050"/>
              <a:gd name="connsiteY10" fmla="*/ 320366 h 394460"/>
              <a:gd name="connsiteX11" fmla="*/ 571489 w 609050"/>
              <a:gd name="connsiteY11" fmla="*/ 329297 h 394460"/>
              <a:gd name="connsiteX12" fmla="*/ 591502 w 609050"/>
              <a:gd name="connsiteY12" fmla="*/ 337655 h 394460"/>
              <a:gd name="connsiteX13" fmla="*/ 592076 w 609050"/>
              <a:gd name="connsiteY13" fmla="*/ 337884 h 394460"/>
              <a:gd name="connsiteX14" fmla="*/ 592993 w 609050"/>
              <a:gd name="connsiteY14" fmla="*/ 338342 h 394460"/>
              <a:gd name="connsiteX15" fmla="*/ 598785 w 609050"/>
              <a:gd name="connsiteY15" fmla="*/ 344754 h 394460"/>
              <a:gd name="connsiteX16" fmla="*/ 599760 w 609050"/>
              <a:gd name="connsiteY16" fmla="*/ 347846 h 394460"/>
              <a:gd name="connsiteX17" fmla="*/ 608247 w 609050"/>
              <a:gd name="connsiteY17" fmla="*/ 375154 h 394460"/>
              <a:gd name="connsiteX18" fmla="*/ 608878 w 609050"/>
              <a:gd name="connsiteY18" fmla="*/ 377615 h 394460"/>
              <a:gd name="connsiteX19" fmla="*/ 609050 w 609050"/>
              <a:gd name="connsiteY19" fmla="*/ 379791 h 394460"/>
              <a:gd name="connsiteX20" fmla="*/ 594427 w 609050"/>
              <a:gd name="connsiteY20" fmla="*/ 394389 h 394460"/>
              <a:gd name="connsiteX21" fmla="*/ 580435 w 609050"/>
              <a:gd name="connsiteY21" fmla="*/ 394389 h 394460"/>
              <a:gd name="connsiteX22" fmla="*/ 520566 w 609050"/>
              <a:gd name="connsiteY22" fmla="*/ 394389 h 394460"/>
              <a:gd name="connsiteX23" fmla="*/ 519820 w 609050"/>
              <a:gd name="connsiteY23" fmla="*/ 394389 h 394460"/>
              <a:gd name="connsiteX24" fmla="*/ 519017 w 609050"/>
              <a:gd name="connsiteY24" fmla="*/ 394389 h 394460"/>
              <a:gd name="connsiteX25" fmla="*/ 459148 w 609050"/>
              <a:gd name="connsiteY25" fmla="*/ 394389 h 394460"/>
              <a:gd name="connsiteX26" fmla="*/ 445156 w 609050"/>
              <a:gd name="connsiteY26" fmla="*/ 394389 h 394460"/>
              <a:gd name="connsiteX27" fmla="*/ 430590 w 609050"/>
              <a:gd name="connsiteY27" fmla="*/ 379791 h 394460"/>
              <a:gd name="connsiteX28" fmla="*/ 430705 w 609050"/>
              <a:gd name="connsiteY28" fmla="*/ 377615 h 394460"/>
              <a:gd name="connsiteX29" fmla="*/ 431336 w 609050"/>
              <a:gd name="connsiteY29" fmla="*/ 375154 h 394460"/>
              <a:gd name="connsiteX30" fmla="*/ 439823 w 609050"/>
              <a:gd name="connsiteY30" fmla="*/ 347846 h 394460"/>
              <a:gd name="connsiteX31" fmla="*/ 440798 w 609050"/>
              <a:gd name="connsiteY31" fmla="*/ 344754 h 394460"/>
              <a:gd name="connsiteX32" fmla="*/ 446647 w 609050"/>
              <a:gd name="connsiteY32" fmla="*/ 338342 h 394460"/>
              <a:gd name="connsiteX33" fmla="*/ 447565 w 609050"/>
              <a:gd name="connsiteY33" fmla="*/ 337884 h 394460"/>
              <a:gd name="connsiteX34" fmla="*/ 448081 w 609050"/>
              <a:gd name="connsiteY34" fmla="*/ 337655 h 394460"/>
              <a:gd name="connsiteX35" fmla="*/ 468094 w 609050"/>
              <a:gd name="connsiteY35" fmla="*/ 329297 h 394460"/>
              <a:gd name="connsiteX36" fmla="*/ 491491 w 609050"/>
              <a:gd name="connsiteY36" fmla="*/ 320366 h 394460"/>
              <a:gd name="connsiteX37" fmla="*/ 60958 w 609050"/>
              <a:gd name="connsiteY37" fmla="*/ 320366 h 394460"/>
              <a:gd name="connsiteX38" fmla="*/ 78047 w 609050"/>
              <a:gd name="connsiteY38" fmla="*/ 371089 h 394460"/>
              <a:gd name="connsiteX39" fmla="*/ 79768 w 609050"/>
              <a:gd name="connsiteY39" fmla="*/ 334450 h 394460"/>
              <a:gd name="connsiteX40" fmla="*/ 78277 w 609050"/>
              <a:gd name="connsiteY40" fmla="*/ 331644 h 394460"/>
              <a:gd name="connsiteX41" fmla="*/ 72772 w 609050"/>
              <a:gd name="connsiteY41" fmla="*/ 320710 h 394460"/>
              <a:gd name="connsiteX42" fmla="*/ 89172 w 609050"/>
              <a:gd name="connsiteY42" fmla="*/ 325919 h 394460"/>
              <a:gd name="connsiteX43" fmla="*/ 105803 w 609050"/>
              <a:gd name="connsiteY43" fmla="*/ 320481 h 394460"/>
              <a:gd name="connsiteX44" fmla="*/ 100183 w 609050"/>
              <a:gd name="connsiteY44" fmla="*/ 331644 h 394460"/>
              <a:gd name="connsiteX45" fmla="*/ 98692 w 609050"/>
              <a:gd name="connsiteY45" fmla="*/ 334450 h 394460"/>
              <a:gd name="connsiteX46" fmla="*/ 100412 w 609050"/>
              <a:gd name="connsiteY46" fmla="*/ 371089 h 394460"/>
              <a:gd name="connsiteX47" fmla="*/ 117501 w 609050"/>
              <a:gd name="connsiteY47" fmla="*/ 320366 h 394460"/>
              <a:gd name="connsiteX48" fmla="*/ 140898 w 609050"/>
              <a:gd name="connsiteY48" fmla="*/ 329297 h 394460"/>
              <a:gd name="connsiteX49" fmla="*/ 160969 w 609050"/>
              <a:gd name="connsiteY49" fmla="*/ 337655 h 394460"/>
              <a:gd name="connsiteX50" fmla="*/ 161485 w 609050"/>
              <a:gd name="connsiteY50" fmla="*/ 337884 h 394460"/>
              <a:gd name="connsiteX51" fmla="*/ 162403 w 609050"/>
              <a:gd name="connsiteY51" fmla="*/ 338342 h 394460"/>
              <a:gd name="connsiteX52" fmla="*/ 168195 w 609050"/>
              <a:gd name="connsiteY52" fmla="*/ 344754 h 394460"/>
              <a:gd name="connsiteX53" fmla="*/ 169227 w 609050"/>
              <a:gd name="connsiteY53" fmla="*/ 347846 h 394460"/>
              <a:gd name="connsiteX54" fmla="*/ 177714 w 609050"/>
              <a:gd name="connsiteY54" fmla="*/ 375154 h 394460"/>
              <a:gd name="connsiteX55" fmla="*/ 178288 w 609050"/>
              <a:gd name="connsiteY55" fmla="*/ 377615 h 394460"/>
              <a:gd name="connsiteX56" fmla="*/ 178460 w 609050"/>
              <a:gd name="connsiteY56" fmla="*/ 379791 h 394460"/>
              <a:gd name="connsiteX57" fmla="*/ 163837 w 609050"/>
              <a:gd name="connsiteY57" fmla="*/ 394389 h 394460"/>
              <a:gd name="connsiteX58" fmla="*/ 149844 w 609050"/>
              <a:gd name="connsiteY58" fmla="*/ 394389 h 394460"/>
              <a:gd name="connsiteX59" fmla="*/ 89975 w 609050"/>
              <a:gd name="connsiteY59" fmla="*/ 394389 h 394460"/>
              <a:gd name="connsiteX60" fmla="*/ 89230 w 609050"/>
              <a:gd name="connsiteY60" fmla="*/ 394389 h 394460"/>
              <a:gd name="connsiteX61" fmla="*/ 88484 w 609050"/>
              <a:gd name="connsiteY61" fmla="*/ 394389 h 394460"/>
              <a:gd name="connsiteX62" fmla="*/ 28615 w 609050"/>
              <a:gd name="connsiteY62" fmla="*/ 394389 h 394460"/>
              <a:gd name="connsiteX63" fmla="*/ 14623 w 609050"/>
              <a:gd name="connsiteY63" fmla="*/ 394389 h 394460"/>
              <a:gd name="connsiteX64" fmla="*/ 0 w 609050"/>
              <a:gd name="connsiteY64" fmla="*/ 379791 h 394460"/>
              <a:gd name="connsiteX65" fmla="*/ 172 w 609050"/>
              <a:gd name="connsiteY65" fmla="*/ 377615 h 394460"/>
              <a:gd name="connsiteX66" fmla="*/ 745 w 609050"/>
              <a:gd name="connsiteY66" fmla="*/ 375154 h 394460"/>
              <a:gd name="connsiteX67" fmla="*/ 9232 w 609050"/>
              <a:gd name="connsiteY67" fmla="*/ 347846 h 394460"/>
              <a:gd name="connsiteX68" fmla="*/ 10265 w 609050"/>
              <a:gd name="connsiteY68" fmla="*/ 344754 h 394460"/>
              <a:gd name="connsiteX69" fmla="*/ 16057 w 609050"/>
              <a:gd name="connsiteY69" fmla="*/ 338342 h 394460"/>
              <a:gd name="connsiteX70" fmla="*/ 16974 w 609050"/>
              <a:gd name="connsiteY70" fmla="*/ 337884 h 394460"/>
              <a:gd name="connsiteX71" fmla="*/ 17490 w 609050"/>
              <a:gd name="connsiteY71" fmla="*/ 337655 h 394460"/>
              <a:gd name="connsiteX72" fmla="*/ 37561 w 609050"/>
              <a:gd name="connsiteY72" fmla="*/ 329297 h 394460"/>
              <a:gd name="connsiteX73" fmla="*/ 60958 w 609050"/>
              <a:gd name="connsiteY73" fmla="*/ 320366 h 394460"/>
              <a:gd name="connsiteX74" fmla="*/ 230551 w 609050"/>
              <a:gd name="connsiteY74" fmla="*/ 214871 h 394460"/>
              <a:gd name="connsiteX75" fmla="*/ 379839 w 609050"/>
              <a:gd name="connsiteY75" fmla="*/ 214871 h 394460"/>
              <a:gd name="connsiteX76" fmla="*/ 395095 w 609050"/>
              <a:gd name="connsiteY76" fmla="*/ 230162 h 394460"/>
              <a:gd name="connsiteX77" fmla="*/ 410408 w 609050"/>
              <a:gd name="connsiteY77" fmla="*/ 379227 h 394460"/>
              <a:gd name="connsiteX78" fmla="*/ 395095 w 609050"/>
              <a:gd name="connsiteY78" fmla="*/ 394460 h 394460"/>
              <a:gd name="connsiteX79" fmla="*/ 215238 w 609050"/>
              <a:gd name="connsiteY79" fmla="*/ 394460 h 394460"/>
              <a:gd name="connsiteX80" fmla="*/ 199982 w 609050"/>
              <a:gd name="connsiteY80" fmla="*/ 379227 h 394460"/>
              <a:gd name="connsiteX81" fmla="*/ 215238 w 609050"/>
              <a:gd name="connsiteY81" fmla="*/ 230162 h 394460"/>
              <a:gd name="connsiteX82" fmla="*/ 230551 w 609050"/>
              <a:gd name="connsiteY82" fmla="*/ 214871 h 394460"/>
              <a:gd name="connsiteX83" fmla="*/ 518967 w 609050"/>
              <a:gd name="connsiteY83" fmla="*/ 200829 h 394460"/>
              <a:gd name="connsiteX84" fmla="*/ 519025 w 609050"/>
              <a:gd name="connsiteY84" fmla="*/ 200829 h 394460"/>
              <a:gd name="connsiteX85" fmla="*/ 519139 w 609050"/>
              <a:gd name="connsiteY85" fmla="*/ 200829 h 394460"/>
              <a:gd name="connsiteX86" fmla="*/ 519827 w 609050"/>
              <a:gd name="connsiteY86" fmla="*/ 200829 h 394460"/>
              <a:gd name="connsiteX87" fmla="*/ 520515 w 609050"/>
              <a:gd name="connsiteY87" fmla="*/ 200829 h 394460"/>
              <a:gd name="connsiteX88" fmla="*/ 520572 w 609050"/>
              <a:gd name="connsiteY88" fmla="*/ 200829 h 394460"/>
              <a:gd name="connsiteX89" fmla="*/ 520630 w 609050"/>
              <a:gd name="connsiteY89" fmla="*/ 200829 h 394460"/>
              <a:gd name="connsiteX90" fmla="*/ 558461 w 609050"/>
              <a:gd name="connsiteY90" fmla="*/ 238617 h 394460"/>
              <a:gd name="connsiteX91" fmla="*/ 557946 w 609050"/>
              <a:gd name="connsiteY91" fmla="*/ 252644 h 394460"/>
              <a:gd name="connsiteX92" fmla="*/ 566429 w 609050"/>
              <a:gd name="connsiteY92" fmla="*/ 260831 h 394460"/>
              <a:gd name="connsiteX93" fmla="*/ 556054 w 609050"/>
              <a:gd name="connsiteY93" fmla="*/ 278122 h 394460"/>
              <a:gd name="connsiteX94" fmla="*/ 539603 w 609050"/>
              <a:gd name="connsiteY94" fmla="*/ 304630 h 394460"/>
              <a:gd name="connsiteX95" fmla="*/ 520572 w 609050"/>
              <a:gd name="connsiteY95" fmla="*/ 313733 h 394460"/>
              <a:gd name="connsiteX96" fmla="*/ 519827 w 609050"/>
              <a:gd name="connsiteY96" fmla="*/ 313733 h 394460"/>
              <a:gd name="connsiteX97" fmla="*/ 519025 w 609050"/>
              <a:gd name="connsiteY97" fmla="*/ 313733 h 394460"/>
              <a:gd name="connsiteX98" fmla="*/ 500109 w 609050"/>
              <a:gd name="connsiteY98" fmla="*/ 304687 h 394460"/>
              <a:gd name="connsiteX99" fmla="*/ 483600 w 609050"/>
              <a:gd name="connsiteY99" fmla="*/ 278122 h 394460"/>
              <a:gd name="connsiteX100" fmla="*/ 473168 w 609050"/>
              <a:gd name="connsiteY100" fmla="*/ 260831 h 394460"/>
              <a:gd name="connsiteX101" fmla="*/ 481651 w 609050"/>
              <a:gd name="connsiteY101" fmla="*/ 252644 h 394460"/>
              <a:gd name="connsiteX102" fmla="*/ 481135 w 609050"/>
              <a:gd name="connsiteY102" fmla="*/ 238617 h 394460"/>
              <a:gd name="connsiteX103" fmla="*/ 518967 w 609050"/>
              <a:gd name="connsiteY103" fmla="*/ 200829 h 394460"/>
              <a:gd name="connsiteX104" fmla="*/ 88398 w 609050"/>
              <a:gd name="connsiteY104" fmla="*/ 200829 h 394460"/>
              <a:gd name="connsiteX105" fmla="*/ 88513 w 609050"/>
              <a:gd name="connsiteY105" fmla="*/ 200829 h 394460"/>
              <a:gd name="connsiteX106" fmla="*/ 88570 w 609050"/>
              <a:gd name="connsiteY106" fmla="*/ 200829 h 394460"/>
              <a:gd name="connsiteX107" fmla="*/ 89258 w 609050"/>
              <a:gd name="connsiteY107" fmla="*/ 200829 h 394460"/>
              <a:gd name="connsiteX108" fmla="*/ 89947 w 609050"/>
              <a:gd name="connsiteY108" fmla="*/ 200829 h 394460"/>
              <a:gd name="connsiteX109" fmla="*/ 90004 w 609050"/>
              <a:gd name="connsiteY109" fmla="*/ 200829 h 394460"/>
              <a:gd name="connsiteX110" fmla="*/ 90119 w 609050"/>
              <a:gd name="connsiteY110" fmla="*/ 200829 h 394460"/>
              <a:gd name="connsiteX111" fmla="*/ 127979 w 609050"/>
              <a:gd name="connsiteY111" fmla="*/ 238617 h 394460"/>
              <a:gd name="connsiteX112" fmla="*/ 127405 w 609050"/>
              <a:gd name="connsiteY112" fmla="*/ 252644 h 394460"/>
              <a:gd name="connsiteX113" fmla="*/ 135895 w 609050"/>
              <a:gd name="connsiteY113" fmla="*/ 260831 h 394460"/>
              <a:gd name="connsiteX114" fmla="*/ 125512 w 609050"/>
              <a:gd name="connsiteY114" fmla="*/ 278122 h 394460"/>
              <a:gd name="connsiteX115" fmla="*/ 108992 w 609050"/>
              <a:gd name="connsiteY115" fmla="*/ 304687 h 394460"/>
              <a:gd name="connsiteX116" fmla="*/ 90004 w 609050"/>
              <a:gd name="connsiteY116" fmla="*/ 313733 h 394460"/>
              <a:gd name="connsiteX117" fmla="*/ 89258 w 609050"/>
              <a:gd name="connsiteY117" fmla="*/ 313733 h 394460"/>
              <a:gd name="connsiteX118" fmla="*/ 88513 w 609050"/>
              <a:gd name="connsiteY118" fmla="*/ 313733 h 394460"/>
              <a:gd name="connsiteX119" fmla="*/ 69468 w 609050"/>
              <a:gd name="connsiteY119" fmla="*/ 304630 h 394460"/>
              <a:gd name="connsiteX120" fmla="*/ 53004 w 609050"/>
              <a:gd name="connsiteY120" fmla="*/ 278122 h 394460"/>
              <a:gd name="connsiteX121" fmla="*/ 42622 w 609050"/>
              <a:gd name="connsiteY121" fmla="*/ 260831 h 394460"/>
              <a:gd name="connsiteX122" fmla="*/ 51111 w 609050"/>
              <a:gd name="connsiteY122" fmla="*/ 252644 h 394460"/>
              <a:gd name="connsiteX123" fmla="*/ 50538 w 609050"/>
              <a:gd name="connsiteY123" fmla="*/ 238617 h 394460"/>
              <a:gd name="connsiteX124" fmla="*/ 88398 w 609050"/>
              <a:gd name="connsiteY124" fmla="*/ 200829 h 394460"/>
              <a:gd name="connsiteX125" fmla="*/ 276243 w 609050"/>
              <a:gd name="connsiteY125" fmla="*/ 119749 h 394460"/>
              <a:gd name="connsiteX126" fmla="*/ 293387 w 609050"/>
              <a:gd name="connsiteY126" fmla="*/ 170471 h 394460"/>
              <a:gd name="connsiteX127" fmla="*/ 295049 w 609050"/>
              <a:gd name="connsiteY127" fmla="*/ 133832 h 394460"/>
              <a:gd name="connsiteX128" fmla="*/ 293616 w 609050"/>
              <a:gd name="connsiteY128" fmla="*/ 131027 h 394460"/>
              <a:gd name="connsiteX129" fmla="*/ 288112 w 609050"/>
              <a:gd name="connsiteY129" fmla="*/ 120092 h 394460"/>
              <a:gd name="connsiteX130" fmla="*/ 304452 w 609050"/>
              <a:gd name="connsiteY130" fmla="*/ 125302 h 394460"/>
              <a:gd name="connsiteX131" fmla="*/ 321137 w 609050"/>
              <a:gd name="connsiteY131" fmla="*/ 119863 h 394460"/>
              <a:gd name="connsiteX132" fmla="*/ 315461 w 609050"/>
              <a:gd name="connsiteY132" fmla="*/ 131027 h 394460"/>
              <a:gd name="connsiteX133" fmla="*/ 314027 w 609050"/>
              <a:gd name="connsiteY133" fmla="*/ 133832 h 394460"/>
              <a:gd name="connsiteX134" fmla="*/ 315690 w 609050"/>
              <a:gd name="connsiteY134" fmla="*/ 170471 h 394460"/>
              <a:gd name="connsiteX135" fmla="*/ 332834 w 609050"/>
              <a:gd name="connsiteY135" fmla="*/ 119749 h 394460"/>
              <a:gd name="connsiteX136" fmla="*/ 356227 w 609050"/>
              <a:gd name="connsiteY136" fmla="*/ 128680 h 394460"/>
              <a:gd name="connsiteX137" fmla="*/ 376237 w 609050"/>
              <a:gd name="connsiteY137" fmla="*/ 137038 h 394460"/>
              <a:gd name="connsiteX138" fmla="*/ 376753 w 609050"/>
              <a:gd name="connsiteY138" fmla="*/ 137267 h 394460"/>
              <a:gd name="connsiteX139" fmla="*/ 377670 w 609050"/>
              <a:gd name="connsiteY139" fmla="*/ 137725 h 394460"/>
              <a:gd name="connsiteX140" fmla="*/ 383518 w 609050"/>
              <a:gd name="connsiteY140" fmla="*/ 144137 h 394460"/>
              <a:gd name="connsiteX141" fmla="*/ 384493 w 609050"/>
              <a:gd name="connsiteY141" fmla="*/ 147228 h 394460"/>
              <a:gd name="connsiteX142" fmla="*/ 392979 w 609050"/>
              <a:gd name="connsiteY142" fmla="*/ 174536 h 394460"/>
              <a:gd name="connsiteX143" fmla="*/ 393610 w 609050"/>
              <a:gd name="connsiteY143" fmla="*/ 176998 h 394460"/>
              <a:gd name="connsiteX144" fmla="*/ 393896 w 609050"/>
              <a:gd name="connsiteY144" fmla="*/ 179173 h 394460"/>
              <a:gd name="connsiteX145" fmla="*/ 379276 w 609050"/>
              <a:gd name="connsiteY145" fmla="*/ 193772 h 394460"/>
              <a:gd name="connsiteX146" fmla="*/ 365286 w 609050"/>
              <a:gd name="connsiteY146" fmla="*/ 193772 h 394460"/>
              <a:gd name="connsiteX147" fmla="*/ 305370 w 609050"/>
              <a:gd name="connsiteY147" fmla="*/ 193772 h 394460"/>
              <a:gd name="connsiteX148" fmla="*/ 304624 w 609050"/>
              <a:gd name="connsiteY148" fmla="*/ 193772 h 394460"/>
              <a:gd name="connsiteX149" fmla="*/ 303822 w 609050"/>
              <a:gd name="connsiteY149" fmla="*/ 193772 h 394460"/>
              <a:gd name="connsiteX150" fmla="*/ 243906 w 609050"/>
              <a:gd name="connsiteY150" fmla="*/ 193772 h 394460"/>
              <a:gd name="connsiteX151" fmla="*/ 229916 w 609050"/>
              <a:gd name="connsiteY151" fmla="*/ 193772 h 394460"/>
              <a:gd name="connsiteX152" fmla="*/ 215295 w 609050"/>
              <a:gd name="connsiteY152" fmla="*/ 179173 h 394460"/>
              <a:gd name="connsiteX153" fmla="*/ 215467 w 609050"/>
              <a:gd name="connsiteY153" fmla="*/ 176998 h 394460"/>
              <a:gd name="connsiteX154" fmla="*/ 216098 w 609050"/>
              <a:gd name="connsiteY154" fmla="*/ 174536 h 394460"/>
              <a:gd name="connsiteX155" fmla="*/ 224584 w 609050"/>
              <a:gd name="connsiteY155" fmla="*/ 147228 h 394460"/>
              <a:gd name="connsiteX156" fmla="*/ 225558 w 609050"/>
              <a:gd name="connsiteY156" fmla="*/ 144137 h 394460"/>
              <a:gd name="connsiteX157" fmla="*/ 231349 w 609050"/>
              <a:gd name="connsiteY157" fmla="*/ 137725 h 394460"/>
              <a:gd name="connsiteX158" fmla="*/ 232267 w 609050"/>
              <a:gd name="connsiteY158" fmla="*/ 137267 h 394460"/>
              <a:gd name="connsiteX159" fmla="*/ 232840 w 609050"/>
              <a:gd name="connsiteY159" fmla="*/ 137038 h 394460"/>
              <a:gd name="connsiteX160" fmla="*/ 252850 w 609050"/>
              <a:gd name="connsiteY160" fmla="*/ 128680 h 394460"/>
              <a:gd name="connsiteX161" fmla="*/ 276243 w 609050"/>
              <a:gd name="connsiteY161" fmla="*/ 119749 h 394460"/>
              <a:gd name="connsiteX162" fmla="*/ 454717 w 609050"/>
              <a:gd name="connsiteY162" fmla="*/ 66473 h 394460"/>
              <a:gd name="connsiteX163" fmla="*/ 454774 w 609050"/>
              <a:gd name="connsiteY163" fmla="*/ 66473 h 394460"/>
              <a:gd name="connsiteX164" fmla="*/ 454889 w 609050"/>
              <a:gd name="connsiteY164" fmla="*/ 66473 h 394460"/>
              <a:gd name="connsiteX165" fmla="*/ 455578 w 609050"/>
              <a:gd name="connsiteY165" fmla="*/ 66473 h 394460"/>
              <a:gd name="connsiteX166" fmla="*/ 456266 w 609050"/>
              <a:gd name="connsiteY166" fmla="*/ 66473 h 394460"/>
              <a:gd name="connsiteX167" fmla="*/ 456323 w 609050"/>
              <a:gd name="connsiteY167" fmla="*/ 66473 h 394460"/>
              <a:gd name="connsiteX168" fmla="*/ 456381 w 609050"/>
              <a:gd name="connsiteY168" fmla="*/ 66473 h 394460"/>
              <a:gd name="connsiteX169" fmla="*/ 494241 w 609050"/>
              <a:gd name="connsiteY169" fmla="*/ 104260 h 394460"/>
              <a:gd name="connsiteX170" fmla="*/ 493725 w 609050"/>
              <a:gd name="connsiteY170" fmla="*/ 118344 h 394460"/>
              <a:gd name="connsiteX171" fmla="*/ 502214 w 609050"/>
              <a:gd name="connsiteY171" fmla="*/ 126474 h 394460"/>
              <a:gd name="connsiteX172" fmla="*/ 491832 w 609050"/>
              <a:gd name="connsiteY172" fmla="*/ 143822 h 394460"/>
              <a:gd name="connsiteX173" fmla="*/ 475368 w 609050"/>
              <a:gd name="connsiteY173" fmla="*/ 170331 h 394460"/>
              <a:gd name="connsiteX174" fmla="*/ 456323 w 609050"/>
              <a:gd name="connsiteY174" fmla="*/ 179377 h 394460"/>
              <a:gd name="connsiteX175" fmla="*/ 455578 w 609050"/>
              <a:gd name="connsiteY175" fmla="*/ 179377 h 394460"/>
              <a:gd name="connsiteX176" fmla="*/ 454774 w 609050"/>
              <a:gd name="connsiteY176" fmla="*/ 179377 h 394460"/>
              <a:gd name="connsiteX177" fmla="*/ 435844 w 609050"/>
              <a:gd name="connsiteY177" fmla="*/ 170388 h 394460"/>
              <a:gd name="connsiteX178" fmla="*/ 419324 w 609050"/>
              <a:gd name="connsiteY178" fmla="*/ 143822 h 394460"/>
              <a:gd name="connsiteX179" fmla="*/ 408883 w 609050"/>
              <a:gd name="connsiteY179" fmla="*/ 126474 h 394460"/>
              <a:gd name="connsiteX180" fmla="*/ 417373 w 609050"/>
              <a:gd name="connsiteY180" fmla="*/ 118344 h 394460"/>
              <a:gd name="connsiteX181" fmla="*/ 416857 w 609050"/>
              <a:gd name="connsiteY181" fmla="*/ 104260 h 394460"/>
              <a:gd name="connsiteX182" fmla="*/ 454717 w 609050"/>
              <a:gd name="connsiteY182" fmla="*/ 66473 h 394460"/>
              <a:gd name="connsiteX183" fmla="*/ 152613 w 609050"/>
              <a:gd name="connsiteY183" fmla="*/ 66473 h 394460"/>
              <a:gd name="connsiteX184" fmla="*/ 152728 w 609050"/>
              <a:gd name="connsiteY184" fmla="*/ 66473 h 394460"/>
              <a:gd name="connsiteX185" fmla="*/ 152785 w 609050"/>
              <a:gd name="connsiteY185" fmla="*/ 66473 h 394460"/>
              <a:gd name="connsiteX186" fmla="*/ 153473 w 609050"/>
              <a:gd name="connsiteY186" fmla="*/ 66473 h 394460"/>
              <a:gd name="connsiteX187" fmla="*/ 154162 w 609050"/>
              <a:gd name="connsiteY187" fmla="*/ 66473 h 394460"/>
              <a:gd name="connsiteX188" fmla="*/ 154219 w 609050"/>
              <a:gd name="connsiteY188" fmla="*/ 66473 h 394460"/>
              <a:gd name="connsiteX189" fmla="*/ 154334 w 609050"/>
              <a:gd name="connsiteY189" fmla="*/ 66473 h 394460"/>
              <a:gd name="connsiteX190" fmla="*/ 192194 w 609050"/>
              <a:gd name="connsiteY190" fmla="*/ 104260 h 394460"/>
              <a:gd name="connsiteX191" fmla="*/ 191620 w 609050"/>
              <a:gd name="connsiteY191" fmla="*/ 118344 h 394460"/>
              <a:gd name="connsiteX192" fmla="*/ 200111 w 609050"/>
              <a:gd name="connsiteY192" fmla="*/ 126474 h 394460"/>
              <a:gd name="connsiteX193" fmla="*/ 189727 w 609050"/>
              <a:gd name="connsiteY193" fmla="*/ 143822 h 394460"/>
              <a:gd name="connsiteX194" fmla="*/ 173207 w 609050"/>
              <a:gd name="connsiteY194" fmla="*/ 170388 h 394460"/>
              <a:gd name="connsiteX195" fmla="*/ 154219 w 609050"/>
              <a:gd name="connsiteY195" fmla="*/ 179377 h 394460"/>
              <a:gd name="connsiteX196" fmla="*/ 153473 w 609050"/>
              <a:gd name="connsiteY196" fmla="*/ 179377 h 394460"/>
              <a:gd name="connsiteX197" fmla="*/ 152728 w 609050"/>
              <a:gd name="connsiteY197" fmla="*/ 179377 h 394460"/>
              <a:gd name="connsiteX198" fmla="*/ 133683 w 609050"/>
              <a:gd name="connsiteY198" fmla="*/ 170331 h 394460"/>
              <a:gd name="connsiteX199" fmla="*/ 117219 w 609050"/>
              <a:gd name="connsiteY199" fmla="*/ 143822 h 394460"/>
              <a:gd name="connsiteX200" fmla="*/ 106837 w 609050"/>
              <a:gd name="connsiteY200" fmla="*/ 126474 h 394460"/>
              <a:gd name="connsiteX201" fmla="*/ 115326 w 609050"/>
              <a:gd name="connsiteY201" fmla="*/ 118344 h 394460"/>
              <a:gd name="connsiteX202" fmla="*/ 114753 w 609050"/>
              <a:gd name="connsiteY202" fmla="*/ 104260 h 394460"/>
              <a:gd name="connsiteX203" fmla="*/ 152613 w 609050"/>
              <a:gd name="connsiteY203" fmla="*/ 66473 h 394460"/>
              <a:gd name="connsiteX204" fmla="*/ 303694 w 609050"/>
              <a:gd name="connsiteY204" fmla="*/ 0 h 394460"/>
              <a:gd name="connsiteX205" fmla="*/ 303751 w 609050"/>
              <a:gd name="connsiteY205" fmla="*/ 0 h 394460"/>
              <a:gd name="connsiteX206" fmla="*/ 303809 w 609050"/>
              <a:gd name="connsiteY206" fmla="*/ 0 h 394460"/>
              <a:gd name="connsiteX207" fmla="*/ 304497 w 609050"/>
              <a:gd name="connsiteY207" fmla="*/ 0 h 394460"/>
              <a:gd name="connsiteX208" fmla="*/ 305186 w 609050"/>
              <a:gd name="connsiteY208" fmla="*/ 0 h 394460"/>
              <a:gd name="connsiteX209" fmla="*/ 305300 w 609050"/>
              <a:gd name="connsiteY209" fmla="*/ 0 h 394460"/>
              <a:gd name="connsiteX210" fmla="*/ 305358 w 609050"/>
              <a:gd name="connsiteY210" fmla="*/ 0 h 394460"/>
              <a:gd name="connsiteX211" fmla="*/ 343228 w 609050"/>
              <a:gd name="connsiteY211" fmla="*/ 37811 h 394460"/>
              <a:gd name="connsiteX212" fmla="*/ 342712 w 609050"/>
              <a:gd name="connsiteY212" fmla="*/ 51904 h 394460"/>
              <a:gd name="connsiteX213" fmla="*/ 351204 w 609050"/>
              <a:gd name="connsiteY213" fmla="*/ 60039 h 394460"/>
              <a:gd name="connsiteX214" fmla="*/ 340761 w 609050"/>
              <a:gd name="connsiteY214" fmla="*/ 77398 h 394460"/>
              <a:gd name="connsiteX215" fmla="*/ 324236 w 609050"/>
              <a:gd name="connsiteY215" fmla="*/ 103980 h 394460"/>
              <a:gd name="connsiteX216" fmla="*/ 305300 w 609050"/>
              <a:gd name="connsiteY216" fmla="*/ 112975 h 394460"/>
              <a:gd name="connsiteX217" fmla="*/ 304497 w 609050"/>
              <a:gd name="connsiteY217" fmla="*/ 112975 h 394460"/>
              <a:gd name="connsiteX218" fmla="*/ 303751 w 609050"/>
              <a:gd name="connsiteY218" fmla="*/ 112975 h 394460"/>
              <a:gd name="connsiteX219" fmla="*/ 284701 w 609050"/>
              <a:gd name="connsiteY219" fmla="*/ 103923 h 394460"/>
              <a:gd name="connsiteX220" fmla="*/ 268233 w 609050"/>
              <a:gd name="connsiteY220" fmla="*/ 77398 h 394460"/>
              <a:gd name="connsiteX221" fmla="*/ 257847 w 609050"/>
              <a:gd name="connsiteY221" fmla="*/ 60039 h 394460"/>
              <a:gd name="connsiteX222" fmla="*/ 266340 w 609050"/>
              <a:gd name="connsiteY222" fmla="*/ 51904 h 394460"/>
              <a:gd name="connsiteX223" fmla="*/ 265823 w 609050"/>
              <a:gd name="connsiteY223" fmla="*/ 37811 h 394460"/>
              <a:gd name="connsiteX224" fmla="*/ 303694 w 609050"/>
              <a:gd name="connsiteY224" fmla="*/ 0 h 394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609050" h="394460">
                <a:moveTo>
                  <a:pt x="491491" y="320366"/>
                </a:moveTo>
                <a:cubicBezTo>
                  <a:pt x="492982" y="326320"/>
                  <a:pt x="506516" y="365707"/>
                  <a:pt x="508638" y="371089"/>
                </a:cubicBezTo>
                <a:lnTo>
                  <a:pt x="510301" y="334450"/>
                </a:lnTo>
                <a:cubicBezTo>
                  <a:pt x="509785" y="333648"/>
                  <a:pt x="509326" y="332618"/>
                  <a:pt x="508867" y="331644"/>
                </a:cubicBezTo>
                <a:lnTo>
                  <a:pt x="503190" y="320481"/>
                </a:lnTo>
                <a:cubicBezTo>
                  <a:pt x="507204" y="323801"/>
                  <a:pt x="513168" y="325919"/>
                  <a:pt x="519878" y="325919"/>
                </a:cubicBezTo>
                <a:cubicBezTo>
                  <a:pt x="526358" y="325919"/>
                  <a:pt x="532264" y="323916"/>
                  <a:pt x="536221" y="320710"/>
                </a:cubicBezTo>
                <a:lnTo>
                  <a:pt x="530716" y="331644"/>
                </a:lnTo>
                <a:cubicBezTo>
                  <a:pt x="530257" y="332560"/>
                  <a:pt x="529913" y="333534"/>
                  <a:pt x="529282" y="334450"/>
                </a:cubicBezTo>
                <a:lnTo>
                  <a:pt x="530945" y="371089"/>
                </a:lnTo>
                <a:cubicBezTo>
                  <a:pt x="533124" y="365707"/>
                  <a:pt x="546715" y="326206"/>
                  <a:pt x="548092" y="320366"/>
                </a:cubicBezTo>
                <a:cubicBezTo>
                  <a:pt x="556120" y="323171"/>
                  <a:pt x="563919" y="325977"/>
                  <a:pt x="571489" y="329297"/>
                </a:cubicBezTo>
                <a:cubicBezTo>
                  <a:pt x="571489" y="329297"/>
                  <a:pt x="586628" y="335308"/>
                  <a:pt x="591502" y="337655"/>
                </a:cubicBezTo>
                <a:cubicBezTo>
                  <a:pt x="591674" y="337770"/>
                  <a:pt x="591847" y="337827"/>
                  <a:pt x="592076" y="337884"/>
                </a:cubicBezTo>
                <a:lnTo>
                  <a:pt x="592993" y="338342"/>
                </a:lnTo>
                <a:cubicBezTo>
                  <a:pt x="595517" y="339888"/>
                  <a:pt x="597466" y="342121"/>
                  <a:pt x="598785" y="344754"/>
                </a:cubicBezTo>
                <a:cubicBezTo>
                  <a:pt x="599244" y="345785"/>
                  <a:pt x="599531" y="346758"/>
                  <a:pt x="599760" y="347846"/>
                </a:cubicBezTo>
                <a:cubicBezTo>
                  <a:pt x="601825" y="353914"/>
                  <a:pt x="606298" y="367654"/>
                  <a:pt x="608247" y="375154"/>
                </a:cubicBezTo>
                <a:cubicBezTo>
                  <a:pt x="608477" y="375898"/>
                  <a:pt x="608706" y="376757"/>
                  <a:pt x="608878" y="377615"/>
                </a:cubicBezTo>
                <a:cubicBezTo>
                  <a:pt x="608936" y="378360"/>
                  <a:pt x="609050" y="379047"/>
                  <a:pt x="609050" y="379791"/>
                </a:cubicBezTo>
                <a:cubicBezTo>
                  <a:pt x="609050" y="387920"/>
                  <a:pt x="602455" y="394389"/>
                  <a:pt x="594427" y="394389"/>
                </a:cubicBezTo>
                <a:lnTo>
                  <a:pt x="580435" y="394389"/>
                </a:lnTo>
                <a:lnTo>
                  <a:pt x="520566" y="394389"/>
                </a:lnTo>
                <a:lnTo>
                  <a:pt x="519820" y="394389"/>
                </a:lnTo>
                <a:lnTo>
                  <a:pt x="519017" y="394389"/>
                </a:lnTo>
                <a:lnTo>
                  <a:pt x="459148" y="394389"/>
                </a:lnTo>
                <a:lnTo>
                  <a:pt x="445156" y="394389"/>
                </a:lnTo>
                <a:cubicBezTo>
                  <a:pt x="437070" y="394389"/>
                  <a:pt x="430590" y="387806"/>
                  <a:pt x="430590" y="379791"/>
                </a:cubicBezTo>
                <a:cubicBezTo>
                  <a:pt x="430590" y="379104"/>
                  <a:pt x="430648" y="378360"/>
                  <a:pt x="430705" y="377615"/>
                </a:cubicBezTo>
                <a:cubicBezTo>
                  <a:pt x="430877" y="376757"/>
                  <a:pt x="431049" y="376012"/>
                  <a:pt x="431336" y="375154"/>
                </a:cubicBezTo>
                <a:cubicBezTo>
                  <a:pt x="433343" y="367597"/>
                  <a:pt x="437758" y="353914"/>
                  <a:pt x="439823" y="347846"/>
                </a:cubicBezTo>
                <a:cubicBezTo>
                  <a:pt x="440052" y="346758"/>
                  <a:pt x="440454" y="345670"/>
                  <a:pt x="440798" y="344754"/>
                </a:cubicBezTo>
                <a:cubicBezTo>
                  <a:pt x="442059" y="342121"/>
                  <a:pt x="444124" y="339888"/>
                  <a:pt x="446647" y="338342"/>
                </a:cubicBezTo>
                <a:cubicBezTo>
                  <a:pt x="446762" y="338285"/>
                  <a:pt x="447106" y="338056"/>
                  <a:pt x="447565" y="337884"/>
                </a:cubicBezTo>
                <a:cubicBezTo>
                  <a:pt x="447679" y="337827"/>
                  <a:pt x="447851" y="337770"/>
                  <a:pt x="448081" y="337655"/>
                </a:cubicBezTo>
                <a:cubicBezTo>
                  <a:pt x="452955" y="335365"/>
                  <a:pt x="468094" y="329297"/>
                  <a:pt x="468094" y="329297"/>
                </a:cubicBezTo>
                <a:cubicBezTo>
                  <a:pt x="475664" y="325977"/>
                  <a:pt x="483578" y="323229"/>
                  <a:pt x="491491" y="320366"/>
                </a:cubicBezTo>
                <a:close/>
                <a:moveTo>
                  <a:pt x="60958" y="320366"/>
                </a:moveTo>
                <a:cubicBezTo>
                  <a:pt x="62335" y="326206"/>
                  <a:pt x="75926" y="365707"/>
                  <a:pt x="78047" y="371089"/>
                </a:cubicBezTo>
                <a:lnTo>
                  <a:pt x="79768" y="334450"/>
                </a:lnTo>
                <a:cubicBezTo>
                  <a:pt x="79137" y="333534"/>
                  <a:pt x="78735" y="332560"/>
                  <a:pt x="78277" y="331644"/>
                </a:cubicBezTo>
                <a:lnTo>
                  <a:pt x="72772" y="320710"/>
                </a:lnTo>
                <a:cubicBezTo>
                  <a:pt x="76786" y="323916"/>
                  <a:pt x="82635" y="325919"/>
                  <a:pt x="89172" y="325919"/>
                </a:cubicBezTo>
                <a:cubicBezTo>
                  <a:pt x="95882" y="325919"/>
                  <a:pt x="101846" y="323801"/>
                  <a:pt x="105803" y="320481"/>
                </a:cubicBezTo>
                <a:lnTo>
                  <a:pt x="100183" y="331644"/>
                </a:lnTo>
                <a:cubicBezTo>
                  <a:pt x="99724" y="332618"/>
                  <a:pt x="99265" y="333648"/>
                  <a:pt x="98692" y="334450"/>
                </a:cubicBezTo>
                <a:lnTo>
                  <a:pt x="100412" y="371089"/>
                </a:lnTo>
                <a:cubicBezTo>
                  <a:pt x="102534" y="365707"/>
                  <a:pt x="116068" y="326320"/>
                  <a:pt x="117501" y="320366"/>
                </a:cubicBezTo>
                <a:cubicBezTo>
                  <a:pt x="125472" y="323229"/>
                  <a:pt x="133329" y="325977"/>
                  <a:pt x="140898" y="329297"/>
                </a:cubicBezTo>
                <a:cubicBezTo>
                  <a:pt x="140898" y="329297"/>
                  <a:pt x="156038" y="335365"/>
                  <a:pt x="160969" y="337655"/>
                </a:cubicBezTo>
                <a:cubicBezTo>
                  <a:pt x="161199" y="337770"/>
                  <a:pt x="161313" y="337827"/>
                  <a:pt x="161485" y="337884"/>
                </a:cubicBezTo>
                <a:cubicBezTo>
                  <a:pt x="161944" y="338056"/>
                  <a:pt x="162231" y="338285"/>
                  <a:pt x="162403" y="338342"/>
                </a:cubicBezTo>
                <a:cubicBezTo>
                  <a:pt x="164926" y="339888"/>
                  <a:pt x="166991" y="342121"/>
                  <a:pt x="168195" y="344754"/>
                </a:cubicBezTo>
                <a:cubicBezTo>
                  <a:pt x="168596" y="345670"/>
                  <a:pt x="168998" y="346758"/>
                  <a:pt x="169227" y="347846"/>
                </a:cubicBezTo>
                <a:cubicBezTo>
                  <a:pt x="171292" y="353914"/>
                  <a:pt x="175707" y="367597"/>
                  <a:pt x="177714" y="375154"/>
                </a:cubicBezTo>
                <a:cubicBezTo>
                  <a:pt x="178001" y="376012"/>
                  <a:pt x="178173" y="376757"/>
                  <a:pt x="178288" y="377615"/>
                </a:cubicBezTo>
                <a:cubicBezTo>
                  <a:pt x="178402" y="378360"/>
                  <a:pt x="178460" y="379104"/>
                  <a:pt x="178460" y="379791"/>
                </a:cubicBezTo>
                <a:cubicBezTo>
                  <a:pt x="178460" y="387806"/>
                  <a:pt x="171980" y="394389"/>
                  <a:pt x="163837" y="394389"/>
                </a:cubicBezTo>
                <a:lnTo>
                  <a:pt x="149844" y="394389"/>
                </a:lnTo>
                <a:lnTo>
                  <a:pt x="89975" y="394389"/>
                </a:lnTo>
                <a:lnTo>
                  <a:pt x="89230" y="394389"/>
                </a:lnTo>
                <a:lnTo>
                  <a:pt x="88484" y="394389"/>
                </a:lnTo>
                <a:lnTo>
                  <a:pt x="28615" y="394389"/>
                </a:lnTo>
                <a:lnTo>
                  <a:pt x="14623" y="394389"/>
                </a:lnTo>
                <a:cubicBezTo>
                  <a:pt x="6595" y="394389"/>
                  <a:pt x="0" y="387920"/>
                  <a:pt x="0" y="379791"/>
                </a:cubicBezTo>
                <a:cubicBezTo>
                  <a:pt x="0" y="379047"/>
                  <a:pt x="57" y="378360"/>
                  <a:pt x="172" y="377615"/>
                </a:cubicBezTo>
                <a:cubicBezTo>
                  <a:pt x="286" y="376757"/>
                  <a:pt x="516" y="375898"/>
                  <a:pt x="745" y="375154"/>
                </a:cubicBezTo>
                <a:cubicBezTo>
                  <a:pt x="2752" y="367654"/>
                  <a:pt x="7168" y="353914"/>
                  <a:pt x="9232" y="347846"/>
                </a:cubicBezTo>
                <a:cubicBezTo>
                  <a:pt x="9462" y="346758"/>
                  <a:pt x="9806" y="345785"/>
                  <a:pt x="10265" y="344754"/>
                </a:cubicBezTo>
                <a:cubicBezTo>
                  <a:pt x="11526" y="342121"/>
                  <a:pt x="13533" y="339888"/>
                  <a:pt x="16057" y="338342"/>
                </a:cubicBezTo>
                <a:lnTo>
                  <a:pt x="16974" y="337884"/>
                </a:lnTo>
                <a:cubicBezTo>
                  <a:pt x="17203" y="337827"/>
                  <a:pt x="17376" y="337770"/>
                  <a:pt x="17490" y="337655"/>
                </a:cubicBezTo>
                <a:cubicBezTo>
                  <a:pt x="22422" y="335308"/>
                  <a:pt x="37561" y="329297"/>
                  <a:pt x="37561" y="329297"/>
                </a:cubicBezTo>
                <a:cubicBezTo>
                  <a:pt x="45131" y="325977"/>
                  <a:pt x="52930" y="323171"/>
                  <a:pt x="60958" y="320366"/>
                </a:cubicBezTo>
                <a:close/>
                <a:moveTo>
                  <a:pt x="230551" y="214871"/>
                </a:moveTo>
                <a:lnTo>
                  <a:pt x="379839" y="214871"/>
                </a:lnTo>
                <a:cubicBezTo>
                  <a:pt x="388213" y="214871"/>
                  <a:pt x="394178" y="221514"/>
                  <a:pt x="395095" y="230162"/>
                </a:cubicBezTo>
                <a:lnTo>
                  <a:pt x="410408" y="379227"/>
                </a:lnTo>
                <a:cubicBezTo>
                  <a:pt x="410408" y="387588"/>
                  <a:pt x="403526" y="394460"/>
                  <a:pt x="395095" y="394460"/>
                </a:cubicBezTo>
                <a:lnTo>
                  <a:pt x="215238" y="394460"/>
                </a:lnTo>
                <a:cubicBezTo>
                  <a:pt x="206865" y="394460"/>
                  <a:pt x="199982" y="387588"/>
                  <a:pt x="199982" y="379227"/>
                </a:cubicBezTo>
                <a:lnTo>
                  <a:pt x="215238" y="230162"/>
                </a:lnTo>
                <a:cubicBezTo>
                  <a:pt x="216328" y="220827"/>
                  <a:pt x="222120" y="214871"/>
                  <a:pt x="230551" y="214871"/>
                </a:cubicBezTo>
                <a:close/>
                <a:moveTo>
                  <a:pt x="518967" y="200829"/>
                </a:moveTo>
                <a:lnTo>
                  <a:pt x="519025" y="200829"/>
                </a:lnTo>
                <a:lnTo>
                  <a:pt x="519139" y="200829"/>
                </a:lnTo>
                <a:lnTo>
                  <a:pt x="519827" y="200829"/>
                </a:lnTo>
                <a:lnTo>
                  <a:pt x="520515" y="200829"/>
                </a:lnTo>
                <a:lnTo>
                  <a:pt x="520572" y="200829"/>
                </a:lnTo>
                <a:lnTo>
                  <a:pt x="520630" y="200829"/>
                </a:lnTo>
                <a:cubicBezTo>
                  <a:pt x="541494" y="200829"/>
                  <a:pt x="558461" y="217662"/>
                  <a:pt x="558461" y="238617"/>
                </a:cubicBezTo>
                <a:cubicBezTo>
                  <a:pt x="558461" y="240735"/>
                  <a:pt x="557946" y="250067"/>
                  <a:pt x="557946" y="252644"/>
                </a:cubicBezTo>
                <a:cubicBezTo>
                  <a:pt x="558863" y="252644"/>
                  <a:pt x="567346" y="250640"/>
                  <a:pt x="566429" y="260831"/>
                </a:cubicBezTo>
                <a:cubicBezTo>
                  <a:pt x="564538" y="282244"/>
                  <a:pt x="556341" y="278122"/>
                  <a:pt x="556054" y="278122"/>
                </a:cubicBezTo>
                <a:cubicBezTo>
                  <a:pt x="551984" y="291118"/>
                  <a:pt x="545736" y="299363"/>
                  <a:pt x="539603" y="304630"/>
                </a:cubicBezTo>
                <a:cubicBezTo>
                  <a:pt x="530030" y="312817"/>
                  <a:pt x="520744" y="313733"/>
                  <a:pt x="520572" y="313733"/>
                </a:cubicBezTo>
                <a:lnTo>
                  <a:pt x="519827" y="313733"/>
                </a:lnTo>
                <a:lnTo>
                  <a:pt x="519025" y="313733"/>
                </a:lnTo>
                <a:cubicBezTo>
                  <a:pt x="518910" y="313733"/>
                  <a:pt x="509624" y="312817"/>
                  <a:pt x="500109" y="304687"/>
                </a:cubicBezTo>
                <a:cubicBezTo>
                  <a:pt x="493918" y="299420"/>
                  <a:pt x="487613" y="291175"/>
                  <a:pt x="483600" y="278122"/>
                </a:cubicBezTo>
                <a:cubicBezTo>
                  <a:pt x="483371" y="278122"/>
                  <a:pt x="475174" y="282358"/>
                  <a:pt x="473168" y="260831"/>
                </a:cubicBezTo>
                <a:cubicBezTo>
                  <a:pt x="472365" y="250640"/>
                  <a:pt x="480734" y="252644"/>
                  <a:pt x="481651" y="252644"/>
                </a:cubicBezTo>
                <a:cubicBezTo>
                  <a:pt x="481651" y="250067"/>
                  <a:pt x="481135" y="240735"/>
                  <a:pt x="481135" y="238617"/>
                </a:cubicBezTo>
                <a:cubicBezTo>
                  <a:pt x="481135" y="217776"/>
                  <a:pt x="498045" y="200829"/>
                  <a:pt x="518967" y="200829"/>
                </a:cubicBezTo>
                <a:close/>
                <a:moveTo>
                  <a:pt x="88398" y="200829"/>
                </a:moveTo>
                <a:lnTo>
                  <a:pt x="88513" y="200829"/>
                </a:lnTo>
                <a:lnTo>
                  <a:pt x="88570" y="200829"/>
                </a:lnTo>
                <a:lnTo>
                  <a:pt x="89258" y="200829"/>
                </a:lnTo>
                <a:lnTo>
                  <a:pt x="89947" y="200829"/>
                </a:lnTo>
                <a:lnTo>
                  <a:pt x="90004" y="200829"/>
                </a:lnTo>
                <a:lnTo>
                  <a:pt x="90119" y="200829"/>
                </a:lnTo>
                <a:cubicBezTo>
                  <a:pt x="111057" y="200829"/>
                  <a:pt x="127979" y="217776"/>
                  <a:pt x="127979" y="238617"/>
                </a:cubicBezTo>
                <a:cubicBezTo>
                  <a:pt x="127979" y="240735"/>
                  <a:pt x="127405" y="250067"/>
                  <a:pt x="127405" y="252644"/>
                </a:cubicBezTo>
                <a:cubicBezTo>
                  <a:pt x="128323" y="252644"/>
                  <a:pt x="136756" y="250640"/>
                  <a:pt x="135895" y="260831"/>
                </a:cubicBezTo>
                <a:cubicBezTo>
                  <a:pt x="133945" y="282358"/>
                  <a:pt x="125742" y="278122"/>
                  <a:pt x="125512" y="278122"/>
                </a:cubicBezTo>
                <a:cubicBezTo>
                  <a:pt x="121440" y="291175"/>
                  <a:pt x="115187" y="299420"/>
                  <a:pt x="108992" y="304687"/>
                </a:cubicBezTo>
                <a:cubicBezTo>
                  <a:pt x="99412" y="312817"/>
                  <a:pt x="90176" y="313733"/>
                  <a:pt x="90004" y="313733"/>
                </a:cubicBezTo>
                <a:lnTo>
                  <a:pt x="89258" y="313733"/>
                </a:lnTo>
                <a:lnTo>
                  <a:pt x="88513" y="313733"/>
                </a:lnTo>
                <a:cubicBezTo>
                  <a:pt x="88341" y="313733"/>
                  <a:pt x="78990" y="312817"/>
                  <a:pt x="69468" y="304630"/>
                </a:cubicBezTo>
                <a:cubicBezTo>
                  <a:pt x="63330" y="299363"/>
                  <a:pt x="57077" y="291118"/>
                  <a:pt x="53004" y="278122"/>
                </a:cubicBezTo>
                <a:cubicBezTo>
                  <a:pt x="52718" y="278122"/>
                  <a:pt x="44515" y="282244"/>
                  <a:pt x="42622" y="260831"/>
                </a:cubicBezTo>
                <a:cubicBezTo>
                  <a:pt x="41704" y="250640"/>
                  <a:pt x="50194" y="252644"/>
                  <a:pt x="51111" y="252644"/>
                </a:cubicBezTo>
                <a:cubicBezTo>
                  <a:pt x="51111" y="250067"/>
                  <a:pt x="50538" y="240735"/>
                  <a:pt x="50538" y="238617"/>
                </a:cubicBezTo>
                <a:cubicBezTo>
                  <a:pt x="50538" y="217662"/>
                  <a:pt x="67518" y="200829"/>
                  <a:pt x="88398" y="200829"/>
                </a:cubicBezTo>
                <a:close/>
                <a:moveTo>
                  <a:pt x="276243" y="119749"/>
                </a:moveTo>
                <a:cubicBezTo>
                  <a:pt x="277619" y="125588"/>
                  <a:pt x="291208" y="165090"/>
                  <a:pt x="293387" y="170471"/>
                </a:cubicBezTo>
                <a:lnTo>
                  <a:pt x="295049" y="133832"/>
                </a:lnTo>
                <a:cubicBezTo>
                  <a:pt x="294419" y="132916"/>
                  <a:pt x="294075" y="131943"/>
                  <a:pt x="293616" y="131027"/>
                </a:cubicBezTo>
                <a:lnTo>
                  <a:pt x="288112" y="120092"/>
                </a:lnTo>
                <a:cubicBezTo>
                  <a:pt x="292068" y="123298"/>
                  <a:pt x="297973" y="125302"/>
                  <a:pt x="304452" y="125302"/>
                </a:cubicBezTo>
                <a:cubicBezTo>
                  <a:pt x="311161" y="125302"/>
                  <a:pt x="317124" y="123184"/>
                  <a:pt x="321137" y="119863"/>
                </a:cubicBezTo>
                <a:lnTo>
                  <a:pt x="315461" y="131027"/>
                </a:lnTo>
                <a:cubicBezTo>
                  <a:pt x="315002" y="132000"/>
                  <a:pt x="314544" y="133031"/>
                  <a:pt x="314027" y="133832"/>
                </a:cubicBezTo>
                <a:lnTo>
                  <a:pt x="315690" y="170471"/>
                </a:lnTo>
                <a:cubicBezTo>
                  <a:pt x="317812" y="165090"/>
                  <a:pt x="331343" y="125703"/>
                  <a:pt x="332834" y="119749"/>
                </a:cubicBezTo>
                <a:cubicBezTo>
                  <a:pt x="340746" y="122611"/>
                  <a:pt x="348658" y="125359"/>
                  <a:pt x="356227" y="128680"/>
                </a:cubicBezTo>
                <a:cubicBezTo>
                  <a:pt x="356227" y="128680"/>
                  <a:pt x="371363" y="134748"/>
                  <a:pt x="376237" y="137038"/>
                </a:cubicBezTo>
                <a:cubicBezTo>
                  <a:pt x="376466" y="137152"/>
                  <a:pt x="376638" y="137210"/>
                  <a:pt x="376753" y="137267"/>
                </a:cubicBezTo>
                <a:cubicBezTo>
                  <a:pt x="377212" y="137439"/>
                  <a:pt x="377556" y="137668"/>
                  <a:pt x="377670" y="137725"/>
                </a:cubicBezTo>
                <a:cubicBezTo>
                  <a:pt x="380193" y="139271"/>
                  <a:pt x="382257" y="141503"/>
                  <a:pt x="383518" y="144137"/>
                </a:cubicBezTo>
                <a:cubicBezTo>
                  <a:pt x="383862" y="145053"/>
                  <a:pt x="384264" y="146141"/>
                  <a:pt x="384493" y="147228"/>
                </a:cubicBezTo>
                <a:cubicBezTo>
                  <a:pt x="386557" y="153297"/>
                  <a:pt x="390972" y="166979"/>
                  <a:pt x="392979" y="174536"/>
                </a:cubicBezTo>
                <a:cubicBezTo>
                  <a:pt x="393266" y="175395"/>
                  <a:pt x="393438" y="176139"/>
                  <a:pt x="393610" y="176998"/>
                </a:cubicBezTo>
                <a:cubicBezTo>
                  <a:pt x="393724" y="177685"/>
                  <a:pt x="393724" y="178429"/>
                  <a:pt x="393896" y="179173"/>
                </a:cubicBezTo>
                <a:cubicBezTo>
                  <a:pt x="393896" y="187188"/>
                  <a:pt x="387417" y="193772"/>
                  <a:pt x="379276" y="193772"/>
                </a:cubicBezTo>
                <a:lnTo>
                  <a:pt x="365286" y="193772"/>
                </a:lnTo>
                <a:lnTo>
                  <a:pt x="305370" y="193772"/>
                </a:lnTo>
                <a:lnTo>
                  <a:pt x="304624" y="193772"/>
                </a:lnTo>
                <a:lnTo>
                  <a:pt x="303822" y="193772"/>
                </a:lnTo>
                <a:lnTo>
                  <a:pt x="243906" y="193772"/>
                </a:lnTo>
                <a:lnTo>
                  <a:pt x="229916" y="193772"/>
                </a:lnTo>
                <a:cubicBezTo>
                  <a:pt x="221889" y="193772"/>
                  <a:pt x="215295" y="187303"/>
                  <a:pt x="215295" y="179173"/>
                </a:cubicBezTo>
                <a:cubicBezTo>
                  <a:pt x="215295" y="178429"/>
                  <a:pt x="215410" y="177742"/>
                  <a:pt x="215467" y="176998"/>
                </a:cubicBezTo>
                <a:cubicBezTo>
                  <a:pt x="215639" y="176139"/>
                  <a:pt x="215869" y="175280"/>
                  <a:pt x="216098" y="174536"/>
                </a:cubicBezTo>
                <a:cubicBezTo>
                  <a:pt x="218047" y="167036"/>
                  <a:pt x="222520" y="153297"/>
                  <a:pt x="224584" y="147228"/>
                </a:cubicBezTo>
                <a:cubicBezTo>
                  <a:pt x="224813" y="146141"/>
                  <a:pt x="225100" y="145167"/>
                  <a:pt x="225558" y="144137"/>
                </a:cubicBezTo>
                <a:cubicBezTo>
                  <a:pt x="226877" y="141503"/>
                  <a:pt x="228826" y="139271"/>
                  <a:pt x="231349" y="137725"/>
                </a:cubicBezTo>
                <a:lnTo>
                  <a:pt x="232267" y="137267"/>
                </a:lnTo>
                <a:cubicBezTo>
                  <a:pt x="232496" y="137210"/>
                  <a:pt x="232668" y="137152"/>
                  <a:pt x="232840" y="137038"/>
                </a:cubicBezTo>
                <a:cubicBezTo>
                  <a:pt x="237714" y="134691"/>
                  <a:pt x="252850" y="128680"/>
                  <a:pt x="252850" y="128680"/>
                </a:cubicBezTo>
                <a:cubicBezTo>
                  <a:pt x="260419" y="125359"/>
                  <a:pt x="268216" y="122554"/>
                  <a:pt x="276243" y="119749"/>
                </a:cubicBezTo>
                <a:close/>
                <a:moveTo>
                  <a:pt x="454717" y="66473"/>
                </a:moveTo>
                <a:lnTo>
                  <a:pt x="454774" y="66473"/>
                </a:lnTo>
                <a:lnTo>
                  <a:pt x="454889" y="66473"/>
                </a:lnTo>
                <a:lnTo>
                  <a:pt x="455578" y="66473"/>
                </a:lnTo>
                <a:lnTo>
                  <a:pt x="456266" y="66473"/>
                </a:lnTo>
                <a:lnTo>
                  <a:pt x="456323" y="66473"/>
                </a:lnTo>
                <a:lnTo>
                  <a:pt x="456381" y="66473"/>
                </a:lnTo>
                <a:cubicBezTo>
                  <a:pt x="477261" y="66473"/>
                  <a:pt x="494241" y="83363"/>
                  <a:pt x="494241" y="104260"/>
                </a:cubicBezTo>
                <a:cubicBezTo>
                  <a:pt x="494241" y="106436"/>
                  <a:pt x="493725" y="115711"/>
                  <a:pt x="493725" y="118344"/>
                </a:cubicBezTo>
                <a:cubicBezTo>
                  <a:pt x="494642" y="118344"/>
                  <a:pt x="503132" y="116341"/>
                  <a:pt x="502214" y="126474"/>
                </a:cubicBezTo>
                <a:cubicBezTo>
                  <a:pt x="500321" y="147945"/>
                  <a:pt x="492118" y="143822"/>
                  <a:pt x="491832" y="143822"/>
                </a:cubicBezTo>
                <a:cubicBezTo>
                  <a:pt x="487759" y="156819"/>
                  <a:pt x="481506" y="165063"/>
                  <a:pt x="475368" y="170331"/>
                </a:cubicBezTo>
                <a:cubicBezTo>
                  <a:pt x="465788" y="178461"/>
                  <a:pt x="456495" y="179377"/>
                  <a:pt x="456323" y="179377"/>
                </a:cubicBezTo>
                <a:lnTo>
                  <a:pt x="455578" y="179377"/>
                </a:lnTo>
                <a:lnTo>
                  <a:pt x="454774" y="179377"/>
                </a:lnTo>
                <a:cubicBezTo>
                  <a:pt x="454660" y="179377"/>
                  <a:pt x="445367" y="178461"/>
                  <a:pt x="435844" y="170388"/>
                </a:cubicBezTo>
                <a:cubicBezTo>
                  <a:pt x="429649" y="165121"/>
                  <a:pt x="423339" y="156876"/>
                  <a:pt x="419324" y="143822"/>
                </a:cubicBezTo>
                <a:cubicBezTo>
                  <a:pt x="419094" y="143822"/>
                  <a:pt x="410891" y="148002"/>
                  <a:pt x="408883" y="126474"/>
                </a:cubicBezTo>
                <a:cubicBezTo>
                  <a:pt x="408080" y="116341"/>
                  <a:pt x="416455" y="118402"/>
                  <a:pt x="417373" y="118344"/>
                </a:cubicBezTo>
                <a:cubicBezTo>
                  <a:pt x="417373" y="115711"/>
                  <a:pt x="416857" y="106436"/>
                  <a:pt x="416857" y="104260"/>
                </a:cubicBezTo>
                <a:cubicBezTo>
                  <a:pt x="416857" y="83420"/>
                  <a:pt x="433779" y="66473"/>
                  <a:pt x="454717" y="66473"/>
                </a:cubicBezTo>
                <a:close/>
                <a:moveTo>
                  <a:pt x="152613" y="66473"/>
                </a:moveTo>
                <a:lnTo>
                  <a:pt x="152728" y="66473"/>
                </a:lnTo>
                <a:lnTo>
                  <a:pt x="152785" y="66473"/>
                </a:lnTo>
                <a:lnTo>
                  <a:pt x="153473" y="66473"/>
                </a:lnTo>
                <a:lnTo>
                  <a:pt x="154162" y="66473"/>
                </a:lnTo>
                <a:lnTo>
                  <a:pt x="154219" y="66473"/>
                </a:lnTo>
                <a:lnTo>
                  <a:pt x="154334" y="66473"/>
                </a:lnTo>
                <a:cubicBezTo>
                  <a:pt x="175272" y="66473"/>
                  <a:pt x="192194" y="83420"/>
                  <a:pt x="192194" y="104260"/>
                </a:cubicBezTo>
                <a:cubicBezTo>
                  <a:pt x="192194" y="106436"/>
                  <a:pt x="191620" y="115711"/>
                  <a:pt x="191620" y="118344"/>
                </a:cubicBezTo>
                <a:cubicBezTo>
                  <a:pt x="192538" y="118402"/>
                  <a:pt x="200971" y="116341"/>
                  <a:pt x="200111" y="126474"/>
                </a:cubicBezTo>
                <a:cubicBezTo>
                  <a:pt x="198160" y="148002"/>
                  <a:pt x="189957" y="143822"/>
                  <a:pt x="189727" y="143822"/>
                </a:cubicBezTo>
                <a:cubicBezTo>
                  <a:pt x="185655" y="156876"/>
                  <a:pt x="179402" y="165121"/>
                  <a:pt x="173207" y="170388"/>
                </a:cubicBezTo>
                <a:cubicBezTo>
                  <a:pt x="163627" y="178461"/>
                  <a:pt x="154391" y="179377"/>
                  <a:pt x="154219" y="179377"/>
                </a:cubicBezTo>
                <a:lnTo>
                  <a:pt x="153473" y="179377"/>
                </a:lnTo>
                <a:lnTo>
                  <a:pt x="152728" y="179377"/>
                </a:lnTo>
                <a:cubicBezTo>
                  <a:pt x="152556" y="179377"/>
                  <a:pt x="143205" y="178461"/>
                  <a:pt x="133683" y="170331"/>
                </a:cubicBezTo>
                <a:cubicBezTo>
                  <a:pt x="127545" y="165063"/>
                  <a:pt x="121292" y="156819"/>
                  <a:pt x="117219" y="143822"/>
                </a:cubicBezTo>
                <a:cubicBezTo>
                  <a:pt x="116933" y="143822"/>
                  <a:pt x="108730" y="147945"/>
                  <a:pt x="106837" y="126474"/>
                </a:cubicBezTo>
                <a:cubicBezTo>
                  <a:pt x="105919" y="116341"/>
                  <a:pt x="114409" y="118344"/>
                  <a:pt x="115326" y="118344"/>
                </a:cubicBezTo>
                <a:cubicBezTo>
                  <a:pt x="115326" y="115711"/>
                  <a:pt x="114753" y="106436"/>
                  <a:pt x="114753" y="104260"/>
                </a:cubicBezTo>
                <a:cubicBezTo>
                  <a:pt x="114753" y="83363"/>
                  <a:pt x="131733" y="66473"/>
                  <a:pt x="152613" y="66473"/>
                </a:cubicBezTo>
                <a:close/>
                <a:moveTo>
                  <a:pt x="303694" y="0"/>
                </a:moveTo>
                <a:lnTo>
                  <a:pt x="303751" y="0"/>
                </a:lnTo>
                <a:lnTo>
                  <a:pt x="303809" y="0"/>
                </a:lnTo>
                <a:lnTo>
                  <a:pt x="304497" y="0"/>
                </a:lnTo>
                <a:lnTo>
                  <a:pt x="305186" y="0"/>
                </a:lnTo>
                <a:lnTo>
                  <a:pt x="305300" y="0"/>
                </a:lnTo>
                <a:lnTo>
                  <a:pt x="305358" y="0"/>
                </a:lnTo>
                <a:cubicBezTo>
                  <a:pt x="326301" y="0"/>
                  <a:pt x="343228" y="16957"/>
                  <a:pt x="343228" y="37811"/>
                </a:cubicBezTo>
                <a:cubicBezTo>
                  <a:pt x="343228" y="39988"/>
                  <a:pt x="342712" y="49269"/>
                  <a:pt x="342712" y="51904"/>
                </a:cubicBezTo>
                <a:cubicBezTo>
                  <a:pt x="343630" y="51961"/>
                  <a:pt x="352122" y="49899"/>
                  <a:pt x="351204" y="60039"/>
                </a:cubicBezTo>
                <a:cubicBezTo>
                  <a:pt x="349196" y="81580"/>
                  <a:pt x="340991" y="77398"/>
                  <a:pt x="340761" y="77398"/>
                </a:cubicBezTo>
                <a:cubicBezTo>
                  <a:pt x="336744" y="90460"/>
                  <a:pt x="330433" y="98710"/>
                  <a:pt x="324236" y="103980"/>
                </a:cubicBezTo>
                <a:cubicBezTo>
                  <a:pt x="314711" y="112058"/>
                  <a:pt x="305415" y="112975"/>
                  <a:pt x="305300" y="112975"/>
                </a:cubicBezTo>
                <a:lnTo>
                  <a:pt x="304497" y="112975"/>
                </a:lnTo>
                <a:lnTo>
                  <a:pt x="303751" y="112975"/>
                </a:lnTo>
                <a:cubicBezTo>
                  <a:pt x="303579" y="112975"/>
                  <a:pt x="294283" y="112058"/>
                  <a:pt x="284701" y="103923"/>
                </a:cubicBezTo>
                <a:cubicBezTo>
                  <a:pt x="278561" y="98652"/>
                  <a:pt x="272307" y="90403"/>
                  <a:pt x="268233" y="77398"/>
                </a:cubicBezTo>
                <a:cubicBezTo>
                  <a:pt x="267946" y="77398"/>
                  <a:pt x="259741" y="81523"/>
                  <a:pt x="257847" y="60039"/>
                </a:cubicBezTo>
                <a:cubicBezTo>
                  <a:pt x="256929" y="49899"/>
                  <a:pt x="265421" y="51961"/>
                  <a:pt x="266340" y="51904"/>
                </a:cubicBezTo>
                <a:cubicBezTo>
                  <a:pt x="266340" y="49269"/>
                  <a:pt x="265823" y="39988"/>
                  <a:pt x="265823" y="37811"/>
                </a:cubicBezTo>
                <a:cubicBezTo>
                  <a:pt x="265823" y="16900"/>
                  <a:pt x="282808" y="0"/>
                  <a:pt x="303694" y="0"/>
                </a:cubicBezTo>
                <a:close/>
              </a:path>
            </a:pathLst>
          </a:custGeom>
          <a:solidFill>
            <a:srgbClr val="1D78FA"/>
          </a:solidFill>
          <a:ln>
            <a:solidFill>
              <a:srgbClr val="1D78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7" name="organization_192280">
            <a:extLst>
              <a:ext uri="{FF2B5EF4-FFF2-40B4-BE49-F238E27FC236}">
                <a16:creationId xmlns:a16="http://schemas.microsoft.com/office/drawing/2014/main" id="{423CB6A9-A393-B33C-EC11-D484C4DD5549}"/>
              </a:ext>
            </a:extLst>
          </p:cNvPr>
          <p:cNvSpPr>
            <a:spLocks noChangeAspect="1"/>
          </p:cNvSpPr>
          <p:nvPr/>
        </p:nvSpPr>
        <p:spPr>
          <a:xfrm>
            <a:off x="7124129" y="5565357"/>
            <a:ext cx="471662" cy="432000"/>
          </a:xfrm>
          <a:custGeom>
            <a:avLst/>
            <a:gdLst>
              <a:gd name="T0" fmla="*/ 6399 w 7166"/>
              <a:gd name="T1" fmla="*/ 4001 h 6573"/>
              <a:gd name="T2" fmla="*/ 6390 w 7166"/>
              <a:gd name="T3" fmla="*/ 3997 h 6573"/>
              <a:gd name="T4" fmla="*/ 6401 w 7166"/>
              <a:gd name="T5" fmla="*/ 3756 h 6573"/>
              <a:gd name="T6" fmla="*/ 4778 w 7166"/>
              <a:gd name="T7" fmla="*/ 1205 h 6573"/>
              <a:gd name="T8" fmla="*/ 4779 w 7166"/>
              <a:gd name="T9" fmla="*/ 1195 h 6573"/>
              <a:gd name="T10" fmla="*/ 3583 w 7166"/>
              <a:gd name="T11" fmla="*/ 0 h 6573"/>
              <a:gd name="T12" fmla="*/ 2388 w 7166"/>
              <a:gd name="T13" fmla="*/ 1195 h 6573"/>
              <a:gd name="T14" fmla="*/ 2388 w 7166"/>
              <a:gd name="T15" fmla="*/ 1205 h 6573"/>
              <a:gd name="T16" fmla="*/ 766 w 7166"/>
              <a:gd name="T17" fmla="*/ 3756 h 6573"/>
              <a:gd name="T18" fmla="*/ 777 w 7166"/>
              <a:gd name="T19" fmla="*/ 3996 h 6573"/>
              <a:gd name="T20" fmla="*/ 768 w 7166"/>
              <a:gd name="T21" fmla="*/ 4001 h 6573"/>
              <a:gd name="T22" fmla="*/ 330 w 7166"/>
              <a:gd name="T23" fmla="*/ 5634 h 6573"/>
              <a:gd name="T24" fmla="*/ 1367 w 7166"/>
              <a:gd name="T25" fmla="*/ 6232 h 6573"/>
              <a:gd name="T26" fmla="*/ 1963 w 7166"/>
              <a:gd name="T27" fmla="*/ 6071 h 6573"/>
              <a:gd name="T28" fmla="*/ 1972 w 7166"/>
              <a:gd name="T29" fmla="*/ 6066 h 6573"/>
              <a:gd name="T30" fmla="*/ 3583 w 7166"/>
              <a:gd name="T31" fmla="*/ 6573 h 6573"/>
              <a:gd name="T32" fmla="*/ 5194 w 7166"/>
              <a:gd name="T33" fmla="*/ 6066 h 6573"/>
              <a:gd name="T34" fmla="*/ 5204 w 7166"/>
              <a:gd name="T35" fmla="*/ 6071 h 6573"/>
              <a:gd name="T36" fmla="*/ 5800 w 7166"/>
              <a:gd name="T37" fmla="*/ 6232 h 6573"/>
              <a:gd name="T38" fmla="*/ 6836 w 7166"/>
              <a:gd name="T39" fmla="*/ 5634 h 6573"/>
              <a:gd name="T40" fmla="*/ 6399 w 7166"/>
              <a:gd name="T41" fmla="*/ 4001 h 6573"/>
              <a:gd name="T42" fmla="*/ 3583 w 7166"/>
              <a:gd name="T43" fmla="*/ 512 h 6573"/>
              <a:gd name="T44" fmla="*/ 4266 w 7166"/>
              <a:gd name="T45" fmla="*/ 1195 h 6573"/>
              <a:gd name="T46" fmla="*/ 3583 w 7166"/>
              <a:gd name="T47" fmla="*/ 1878 h 6573"/>
              <a:gd name="T48" fmla="*/ 2900 w 7166"/>
              <a:gd name="T49" fmla="*/ 1195 h 6573"/>
              <a:gd name="T50" fmla="*/ 3583 w 7166"/>
              <a:gd name="T51" fmla="*/ 512 h 6573"/>
              <a:gd name="T52" fmla="*/ 2025 w 7166"/>
              <a:gd name="T53" fmla="*/ 5213 h 6573"/>
              <a:gd name="T54" fmla="*/ 1707 w 7166"/>
              <a:gd name="T55" fmla="*/ 5628 h 6573"/>
              <a:gd name="T56" fmla="*/ 1367 w 7166"/>
              <a:gd name="T57" fmla="*/ 5720 h 6573"/>
              <a:gd name="T58" fmla="*/ 774 w 7166"/>
              <a:gd name="T59" fmla="*/ 5378 h 6573"/>
              <a:gd name="T60" fmla="*/ 1024 w 7166"/>
              <a:gd name="T61" fmla="*/ 4445 h 6573"/>
              <a:gd name="T62" fmla="*/ 1364 w 7166"/>
              <a:gd name="T63" fmla="*/ 4353 h 6573"/>
              <a:gd name="T64" fmla="*/ 1364 w 7166"/>
              <a:gd name="T65" fmla="*/ 4353 h 6573"/>
              <a:gd name="T66" fmla="*/ 1957 w 7166"/>
              <a:gd name="T67" fmla="*/ 4695 h 6573"/>
              <a:gd name="T68" fmla="*/ 2025 w 7166"/>
              <a:gd name="T69" fmla="*/ 5213 h 6573"/>
              <a:gd name="T70" fmla="*/ 4811 w 7166"/>
              <a:gd name="T71" fmla="*/ 5706 h 6573"/>
              <a:gd name="T72" fmla="*/ 3583 w 7166"/>
              <a:gd name="T73" fmla="*/ 6061 h 6573"/>
              <a:gd name="T74" fmla="*/ 2356 w 7166"/>
              <a:gd name="T75" fmla="*/ 5706 h 6573"/>
              <a:gd name="T76" fmla="*/ 2400 w 7166"/>
              <a:gd name="T77" fmla="*/ 4439 h 6573"/>
              <a:gd name="T78" fmla="*/ 1364 w 7166"/>
              <a:gd name="T79" fmla="*/ 3841 h 6573"/>
              <a:gd name="T80" fmla="*/ 1364 w 7166"/>
              <a:gd name="T81" fmla="*/ 3841 h 6573"/>
              <a:gd name="T82" fmla="*/ 1280 w 7166"/>
              <a:gd name="T83" fmla="*/ 3844 h 6573"/>
              <a:gd name="T84" fmla="*/ 1278 w 7166"/>
              <a:gd name="T85" fmla="*/ 3756 h 6573"/>
              <a:gd name="T86" fmla="*/ 2508 w 7166"/>
              <a:gd name="T87" fmla="*/ 1717 h 6573"/>
              <a:gd name="T88" fmla="*/ 3583 w 7166"/>
              <a:gd name="T89" fmla="*/ 2390 h 6573"/>
              <a:gd name="T90" fmla="*/ 4658 w 7166"/>
              <a:gd name="T91" fmla="*/ 1717 h 6573"/>
              <a:gd name="T92" fmla="*/ 5888 w 7166"/>
              <a:gd name="T93" fmla="*/ 3756 h 6573"/>
              <a:gd name="T94" fmla="*/ 5886 w 7166"/>
              <a:gd name="T95" fmla="*/ 3844 h 6573"/>
              <a:gd name="T96" fmla="*/ 5803 w 7166"/>
              <a:gd name="T97" fmla="*/ 3841 h 6573"/>
              <a:gd name="T98" fmla="*/ 5802 w 7166"/>
              <a:gd name="T99" fmla="*/ 3841 h 6573"/>
              <a:gd name="T100" fmla="*/ 4766 w 7166"/>
              <a:gd name="T101" fmla="*/ 4439 h 6573"/>
              <a:gd name="T102" fmla="*/ 4811 w 7166"/>
              <a:gd name="T103" fmla="*/ 5706 h 6573"/>
              <a:gd name="T104" fmla="*/ 6393 w 7166"/>
              <a:gd name="T105" fmla="*/ 5378 h 6573"/>
              <a:gd name="T106" fmla="*/ 5800 w 7166"/>
              <a:gd name="T107" fmla="*/ 5720 h 6573"/>
              <a:gd name="T108" fmla="*/ 5460 w 7166"/>
              <a:gd name="T109" fmla="*/ 5628 h 6573"/>
              <a:gd name="T110" fmla="*/ 5210 w 7166"/>
              <a:gd name="T111" fmla="*/ 4695 h 6573"/>
              <a:gd name="T112" fmla="*/ 5802 w 7166"/>
              <a:gd name="T113" fmla="*/ 4353 h 6573"/>
              <a:gd name="T114" fmla="*/ 5803 w 7166"/>
              <a:gd name="T115" fmla="*/ 4353 h 6573"/>
              <a:gd name="T116" fmla="*/ 6143 w 7166"/>
              <a:gd name="T117" fmla="*/ 4445 h 6573"/>
              <a:gd name="T118" fmla="*/ 6393 w 7166"/>
              <a:gd name="T119" fmla="*/ 5378 h 65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7166" h="6573">
                <a:moveTo>
                  <a:pt x="6399" y="4001"/>
                </a:moveTo>
                <a:cubicBezTo>
                  <a:pt x="6396" y="4000"/>
                  <a:pt x="6393" y="3998"/>
                  <a:pt x="6390" y="3997"/>
                </a:cubicBezTo>
                <a:cubicBezTo>
                  <a:pt x="6397" y="3917"/>
                  <a:pt x="6401" y="3837"/>
                  <a:pt x="6401" y="3756"/>
                </a:cubicBezTo>
                <a:cubicBezTo>
                  <a:pt x="6401" y="2629"/>
                  <a:pt x="5736" y="1655"/>
                  <a:pt x="4778" y="1205"/>
                </a:cubicBezTo>
                <a:cubicBezTo>
                  <a:pt x="4778" y="1202"/>
                  <a:pt x="4779" y="1198"/>
                  <a:pt x="4779" y="1195"/>
                </a:cubicBezTo>
                <a:cubicBezTo>
                  <a:pt x="4779" y="535"/>
                  <a:pt x="4243" y="0"/>
                  <a:pt x="3583" y="0"/>
                </a:cubicBezTo>
                <a:cubicBezTo>
                  <a:pt x="2923" y="0"/>
                  <a:pt x="2388" y="535"/>
                  <a:pt x="2388" y="1195"/>
                </a:cubicBezTo>
                <a:cubicBezTo>
                  <a:pt x="2388" y="1198"/>
                  <a:pt x="2388" y="1202"/>
                  <a:pt x="2388" y="1205"/>
                </a:cubicBezTo>
                <a:cubicBezTo>
                  <a:pt x="1431" y="1655"/>
                  <a:pt x="766" y="2629"/>
                  <a:pt x="766" y="3756"/>
                </a:cubicBezTo>
                <a:cubicBezTo>
                  <a:pt x="766" y="3837"/>
                  <a:pt x="770" y="3917"/>
                  <a:pt x="777" y="3996"/>
                </a:cubicBezTo>
                <a:cubicBezTo>
                  <a:pt x="774" y="3998"/>
                  <a:pt x="771" y="4000"/>
                  <a:pt x="768" y="4001"/>
                </a:cubicBezTo>
                <a:cubicBezTo>
                  <a:pt x="196" y="4331"/>
                  <a:pt x="0" y="5062"/>
                  <a:pt x="330" y="5634"/>
                </a:cubicBezTo>
                <a:cubicBezTo>
                  <a:pt x="552" y="6017"/>
                  <a:pt x="953" y="6232"/>
                  <a:pt x="1367" y="6232"/>
                </a:cubicBezTo>
                <a:cubicBezTo>
                  <a:pt x="1569" y="6232"/>
                  <a:pt x="1775" y="6180"/>
                  <a:pt x="1963" y="6071"/>
                </a:cubicBezTo>
                <a:cubicBezTo>
                  <a:pt x="1966" y="6070"/>
                  <a:pt x="1969" y="6068"/>
                  <a:pt x="1972" y="6066"/>
                </a:cubicBezTo>
                <a:cubicBezTo>
                  <a:pt x="2429" y="6385"/>
                  <a:pt x="2985" y="6573"/>
                  <a:pt x="3583" y="6573"/>
                </a:cubicBezTo>
                <a:cubicBezTo>
                  <a:pt x="4182" y="6573"/>
                  <a:pt x="4737" y="6385"/>
                  <a:pt x="5194" y="6066"/>
                </a:cubicBezTo>
                <a:cubicBezTo>
                  <a:pt x="5197" y="6068"/>
                  <a:pt x="5201" y="6070"/>
                  <a:pt x="5204" y="6071"/>
                </a:cubicBezTo>
                <a:cubicBezTo>
                  <a:pt x="5392" y="6180"/>
                  <a:pt x="5597" y="6232"/>
                  <a:pt x="5800" y="6232"/>
                </a:cubicBezTo>
                <a:cubicBezTo>
                  <a:pt x="6213" y="6232"/>
                  <a:pt x="6615" y="6017"/>
                  <a:pt x="6836" y="5634"/>
                </a:cubicBezTo>
                <a:cubicBezTo>
                  <a:pt x="7166" y="5062"/>
                  <a:pt x="6971" y="4331"/>
                  <a:pt x="6399" y="4001"/>
                </a:cubicBezTo>
                <a:close/>
                <a:moveTo>
                  <a:pt x="3583" y="512"/>
                </a:moveTo>
                <a:cubicBezTo>
                  <a:pt x="3960" y="512"/>
                  <a:pt x="4266" y="818"/>
                  <a:pt x="4266" y="1195"/>
                </a:cubicBezTo>
                <a:cubicBezTo>
                  <a:pt x="4266" y="1571"/>
                  <a:pt x="3960" y="1878"/>
                  <a:pt x="3583" y="1878"/>
                </a:cubicBezTo>
                <a:cubicBezTo>
                  <a:pt x="3207" y="1878"/>
                  <a:pt x="2900" y="1571"/>
                  <a:pt x="2900" y="1195"/>
                </a:cubicBezTo>
                <a:cubicBezTo>
                  <a:pt x="2900" y="818"/>
                  <a:pt x="3207" y="512"/>
                  <a:pt x="3583" y="512"/>
                </a:cubicBezTo>
                <a:close/>
                <a:moveTo>
                  <a:pt x="2025" y="5213"/>
                </a:moveTo>
                <a:cubicBezTo>
                  <a:pt x="1978" y="5389"/>
                  <a:pt x="1865" y="5537"/>
                  <a:pt x="1707" y="5628"/>
                </a:cubicBezTo>
                <a:cubicBezTo>
                  <a:pt x="1603" y="5688"/>
                  <a:pt x="1485" y="5720"/>
                  <a:pt x="1367" y="5720"/>
                </a:cubicBezTo>
                <a:cubicBezTo>
                  <a:pt x="1123" y="5720"/>
                  <a:pt x="896" y="5589"/>
                  <a:pt x="774" y="5378"/>
                </a:cubicBezTo>
                <a:cubicBezTo>
                  <a:pt x="586" y="5052"/>
                  <a:pt x="698" y="4633"/>
                  <a:pt x="1024" y="4445"/>
                </a:cubicBezTo>
                <a:cubicBezTo>
                  <a:pt x="1128" y="4385"/>
                  <a:pt x="1245" y="4353"/>
                  <a:pt x="1364" y="4353"/>
                </a:cubicBezTo>
                <a:lnTo>
                  <a:pt x="1364" y="4353"/>
                </a:lnTo>
                <a:cubicBezTo>
                  <a:pt x="1608" y="4353"/>
                  <a:pt x="1835" y="4484"/>
                  <a:pt x="1957" y="4695"/>
                </a:cubicBezTo>
                <a:cubicBezTo>
                  <a:pt x="2048" y="4853"/>
                  <a:pt x="2072" y="5037"/>
                  <a:pt x="2025" y="5213"/>
                </a:cubicBezTo>
                <a:close/>
                <a:moveTo>
                  <a:pt x="4811" y="5706"/>
                </a:moveTo>
                <a:cubicBezTo>
                  <a:pt x="4455" y="5931"/>
                  <a:pt x="4034" y="6061"/>
                  <a:pt x="3583" y="6061"/>
                </a:cubicBezTo>
                <a:cubicBezTo>
                  <a:pt x="3132" y="6061"/>
                  <a:pt x="2711" y="5931"/>
                  <a:pt x="2356" y="5706"/>
                </a:cubicBezTo>
                <a:cubicBezTo>
                  <a:pt x="2603" y="5339"/>
                  <a:pt x="2637" y="4848"/>
                  <a:pt x="2400" y="4439"/>
                </a:cubicBezTo>
                <a:cubicBezTo>
                  <a:pt x="2179" y="4055"/>
                  <a:pt x="1777" y="3841"/>
                  <a:pt x="1364" y="3841"/>
                </a:cubicBezTo>
                <a:lnTo>
                  <a:pt x="1364" y="3841"/>
                </a:lnTo>
                <a:cubicBezTo>
                  <a:pt x="1336" y="3841"/>
                  <a:pt x="1308" y="3842"/>
                  <a:pt x="1280" y="3844"/>
                </a:cubicBezTo>
                <a:cubicBezTo>
                  <a:pt x="1279" y="3815"/>
                  <a:pt x="1278" y="3785"/>
                  <a:pt x="1278" y="3756"/>
                </a:cubicBezTo>
                <a:cubicBezTo>
                  <a:pt x="1278" y="2873"/>
                  <a:pt x="1777" y="2104"/>
                  <a:pt x="2508" y="1717"/>
                </a:cubicBezTo>
                <a:cubicBezTo>
                  <a:pt x="2702" y="2116"/>
                  <a:pt x="3111" y="2390"/>
                  <a:pt x="3583" y="2390"/>
                </a:cubicBezTo>
                <a:cubicBezTo>
                  <a:pt x="4056" y="2390"/>
                  <a:pt x="4464" y="2116"/>
                  <a:pt x="4658" y="1717"/>
                </a:cubicBezTo>
                <a:cubicBezTo>
                  <a:pt x="5389" y="2104"/>
                  <a:pt x="5888" y="2873"/>
                  <a:pt x="5888" y="3756"/>
                </a:cubicBezTo>
                <a:cubicBezTo>
                  <a:pt x="5888" y="3785"/>
                  <a:pt x="5888" y="3815"/>
                  <a:pt x="5886" y="3844"/>
                </a:cubicBezTo>
                <a:cubicBezTo>
                  <a:pt x="5858" y="3842"/>
                  <a:pt x="5830" y="3841"/>
                  <a:pt x="5803" y="3841"/>
                </a:cubicBezTo>
                <a:lnTo>
                  <a:pt x="5802" y="3841"/>
                </a:lnTo>
                <a:cubicBezTo>
                  <a:pt x="5389" y="3841"/>
                  <a:pt x="4988" y="4055"/>
                  <a:pt x="4766" y="4439"/>
                </a:cubicBezTo>
                <a:cubicBezTo>
                  <a:pt x="4530" y="4848"/>
                  <a:pt x="4563" y="5339"/>
                  <a:pt x="4811" y="5706"/>
                </a:cubicBezTo>
                <a:close/>
                <a:moveTo>
                  <a:pt x="6393" y="5378"/>
                </a:moveTo>
                <a:cubicBezTo>
                  <a:pt x="6271" y="5589"/>
                  <a:pt x="6044" y="5720"/>
                  <a:pt x="5800" y="5720"/>
                </a:cubicBezTo>
                <a:cubicBezTo>
                  <a:pt x="5681" y="5720"/>
                  <a:pt x="5564" y="5688"/>
                  <a:pt x="5460" y="5628"/>
                </a:cubicBezTo>
                <a:cubicBezTo>
                  <a:pt x="5134" y="5440"/>
                  <a:pt x="5022" y="5021"/>
                  <a:pt x="5210" y="4695"/>
                </a:cubicBezTo>
                <a:cubicBezTo>
                  <a:pt x="5331" y="4484"/>
                  <a:pt x="5559" y="4353"/>
                  <a:pt x="5802" y="4353"/>
                </a:cubicBezTo>
                <a:lnTo>
                  <a:pt x="5803" y="4353"/>
                </a:lnTo>
                <a:cubicBezTo>
                  <a:pt x="5921" y="4353"/>
                  <a:pt x="6039" y="4385"/>
                  <a:pt x="6143" y="4445"/>
                </a:cubicBezTo>
                <a:cubicBezTo>
                  <a:pt x="6469" y="4633"/>
                  <a:pt x="6581" y="5052"/>
                  <a:pt x="6393" y="5378"/>
                </a:cubicBezTo>
                <a:close/>
              </a:path>
            </a:pathLst>
          </a:custGeom>
          <a:solidFill>
            <a:srgbClr val="1D7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9907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/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7109FA08-05FC-44CA-A231-C357CA1F003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9"/>
            <a:ext cx="12192000" cy="685716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8216D87-663B-42E4-BA8A-941D412B1C69}"/>
              </a:ext>
            </a:extLst>
          </p:cNvPr>
          <p:cNvSpPr/>
          <p:nvPr/>
        </p:nvSpPr>
        <p:spPr>
          <a:xfrm>
            <a:off x="0" y="837"/>
            <a:ext cx="12192000" cy="685716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alpha val="12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阿里巴巴普惠体 R"/>
              <a:cs typeface="+mn-cs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9AE856B4-31C3-40D3-A780-4B5CEBB326FD}"/>
              </a:ext>
            </a:extLst>
          </p:cNvPr>
          <p:cNvSpPr/>
          <p:nvPr/>
        </p:nvSpPr>
        <p:spPr>
          <a:xfrm>
            <a:off x="-426445" y="2878139"/>
            <a:ext cx="12876912" cy="4682069"/>
          </a:xfrm>
          <a:custGeom>
            <a:avLst/>
            <a:gdLst>
              <a:gd name="connsiteX0" fmla="*/ 1106419 w 15173125"/>
              <a:gd name="connsiteY0" fmla="*/ 4100258 h 4777117"/>
              <a:gd name="connsiteX1" fmla="*/ 2801404 w 15173125"/>
              <a:gd name="connsiteY1" fmla="*/ 3921839 h 4777117"/>
              <a:gd name="connsiteX2" fmla="*/ 5890292 w 15173125"/>
              <a:gd name="connsiteY2" fmla="*/ 3308522 h 4777117"/>
              <a:gd name="connsiteX3" fmla="*/ 8109385 w 15173125"/>
              <a:gd name="connsiteY3" fmla="*/ 2661751 h 4777117"/>
              <a:gd name="connsiteX4" fmla="*/ 8800761 w 15173125"/>
              <a:gd name="connsiteY4" fmla="*/ 2416424 h 4777117"/>
              <a:gd name="connsiteX5" fmla="*/ 9726312 w 15173125"/>
              <a:gd name="connsiteY5" fmla="*/ 1658141 h 4777117"/>
              <a:gd name="connsiteX6" fmla="*/ 11722380 w 15173125"/>
              <a:gd name="connsiteY6" fmla="*/ 1267849 h 4777117"/>
              <a:gd name="connsiteX7" fmla="*/ 13919170 w 15173125"/>
              <a:gd name="connsiteY7" fmla="*/ 108122 h 4777117"/>
              <a:gd name="connsiteX8" fmla="*/ 14197951 w 15173125"/>
              <a:gd name="connsiteY8" fmla="*/ 4289829 h 4777117"/>
              <a:gd name="connsiteX9" fmla="*/ 1017209 w 15173125"/>
              <a:gd name="connsiteY9" fmla="*/ 4668971 h 4777117"/>
              <a:gd name="connsiteX10" fmla="*/ 1106419 w 15173125"/>
              <a:gd name="connsiteY10" fmla="*/ 4100258 h 4777117"/>
              <a:gd name="connsiteX0" fmla="*/ 1106419 w 15173125"/>
              <a:gd name="connsiteY0" fmla="*/ 4100258 h 4777117"/>
              <a:gd name="connsiteX1" fmla="*/ 2801404 w 15173125"/>
              <a:gd name="connsiteY1" fmla="*/ 3921839 h 4777117"/>
              <a:gd name="connsiteX2" fmla="*/ 5890292 w 15173125"/>
              <a:gd name="connsiteY2" fmla="*/ 3308522 h 4777117"/>
              <a:gd name="connsiteX3" fmla="*/ 6849297 w 15173125"/>
              <a:gd name="connsiteY3" fmla="*/ 2873624 h 4777117"/>
              <a:gd name="connsiteX4" fmla="*/ 8109385 w 15173125"/>
              <a:gd name="connsiteY4" fmla="*/ 2661751 h 4777117"/>
              <a:gd name="connsiteX5" fmla="*/ 8800761 w 15173125"/>
              <a:gd name="connsiteY5" fmla="*/ 2416424 h 4777117"/>
              <a:gd name="connsiteX6" fmla="*/ 9726312 w 15173125"/>
              <a:gd name="connsiteY6" fmla="*/ 1658141 h 4777117"/>
              <a:gd name="connsiteX7" fmla="*/ 11722380 w 15173125"/>
              <a:gd name="connsiteY7" fmla="*/ 1267849 h 4777117"/>
              <a:gd name="connsiteX8" fmla="*/ 13919170 w 15173125"/>
              <a:gd name="connsiteY8" fmla="*/ 108122 h 4777117"/>
              <a:gd name="connsiteX9" fmla="*/ 14197951 w 15173125"/>
              <a:gd name="connsiteY9" fmla="*/ 4289829 h 4777117"/>
              <a:gd name="connsiteX10" fmla="*/ 1017209 w 15173125"/>
              <a:gd name="connsiteY10" fmla="*/ 4668971 h 4777117"/>
              <a:gd name="connsiteX11" fmla="*/ 1106419 w 15173125"/>
              <a:gd name="connsiteY11" fmla="*/ 4100258 h 4777117"/>
              <a:gd name="connsiteX0" fmla="*/ 1106419 w 15173125"/>
              <a:gd name="connsiteY0" fmla="*/ 4100258 h 4777117"/>
              <a:gd name="connsiteX1" fmla="*/ 2801404 w 15173125"/>
              <a:gd name="connsiteY1" fmla="*/ 3921839 h 4777117"/>
              <a:gd name="connsiteX2" fmla="*/ 5890292 w 15173125"/>
              <a:gd name="connsiteY2" fmla="*/ 3308522 h 4777117"/>
              <a:gd name="connsiteX3" fmla="*/ 6296739 w 15173125"/>
              <a:gd name="connsiteY3" fmla="*/ 3096649 h 4777117"/>
              <a:gd name="connsiteX4" fmla="*/ 6849297 w 15173125"/>
              <a:gd name="connsiteY4" fmla="*/ 2873624 h 4777117"/>
              <a:gd name="connsiteX5" fmla="*/ 8109385 w 15173125"/>
              <a:gd name="connsiteY5" fmla="*/ 2661751 h 4777117"/>
              <a:gd name="connsiteX6" fmla="*/ 8800761 w 15173125"/>
              <a:gd name="connsiteY6" fmla="*/ 2416424 h 4777117"/>
              <a:gd name="connsiteX7" fmla="*/ 9726312 w 15173125"/>
              <a:gd name="connsiteY7" fmla="*/ 1658141 h 4777117"/>
              <a:gd name="connsiteX8" fmla="*/ 11722380 w 15173125"/>
              <a:gd name="connsiteY8" fmla="*/ 1267849 h 4777117"/>
              <a:gd name="connsiteX9" fmla="*/ 13919170 w 15173125"/>
              <a:gd name="connsiteY9" fmla="*/ 108122 h 4777117"/>
              <a:gd name="connsiteX10" fmla="*/ 14197951 w 15173125"/>
              <a:gd name="connsiteY10" fmla="*/ 4289829 h 4777117"/>
              <a:gd name="connsiteX11" fmla="*/ 1017209 w 15173125"/>
              <a:gd name="connsiteY11" fmla="*/ 4668971 h 4777117"/>
              <a:gd name="connsiteX12" fmla="*/ 1106419 w 15173125"/>
              <a:gd name="connsiteY12" fmla="*/ 4100258 h 4777117"/>
              <a:gd name="connsiteX0" fmla="*/ 1106419 w 15173125"/>
              <a:gd name="connsiteY0" fmla="*/ 4100258 h 4777117"/>
              <a:gd name="connsiteX1" fmla="*/ 2801404 w 15173125"/>
              <a:gd name="connsiteY1" fmla="*/ 3921839 h 4777117"/>
              <a:gd name="connsiteX2" fmla="*/ 5890292 w 15173125"/>
              <a:gd name="connsiteY2" fmla="*/ 3308522 h 4777117"/>
              <a:gd name="connsiteX3" fmla="*/ 6296739 w 15173125"/>
              <a:gd name="connsiteY3" fmla="*/ 3096649 h 4777117"/>
              <a:gd name="connsiteX4" fmla="*/ 6849297 w 15173125"/>
              <a:gd name="connsiteY4" fmla="*/ 2873624 h 4777117"/>
              <a:gd name="connsiteX5" fmla="*/ 8109385 w 15173125"/>
              <a:gd name="connsiteY5" fmla="*/ 2661751 h 4777117"/>
              <a:gd name="connsiteX6" fmla="*/ 8800761 w 15173125"/>
              <a:gd name="connsiteY6" fmla="*/ 2416424 h 4777117"/>
              <a:gd name="connsiteX7" fmla="*/ 9726312 w 15173125"/>
              <a:gd name="connsiteY7" fmla="*/ 1658141 h 4777117"/>
              <a:gd name="connsiteX8" fmla="*/ 11722380 w 15173125"/>
              <a:gd name="connsiteY8" fmla="*/ 1267849 h 4777117"/>
              <a:gd name="connsiteX9" fmla="*/ 13919170 w 15173125"/>
              <a:gd name="connsiteY9" fmla="*/ 108122 h 4777117"/>
              <a:gd name="connsiteX10" fmla="*/ 14197951 w 15173125"/>
              <a:gd name="connsiteY10" fmla="*/ 4289829 h 4777117"/>
              <a:gd name="connsiteX11" fmla="*/ 1017209 w 15173125"/>
              <a:gd name="connsiteY11" fmla="*/ 4668971 h 4777117"/>
              <a:gd name="connsiteX12" fmla="*/ 1106419 w 15173125"/>
              <a:gd name="connsiteY12" fmla="*/ 4100258 h 4777117"/>
              <a:gd name="connsiteX0" fmla="*/ 1106419 w 15173125"/>
              <a:gd name="connsiteY0" fmla="*/ 4100258 h 4777117"/>
              <a:gd name="connsiteX1" fmla="*/ 2801404 w 15173125"/>
              <a:gd name="connsiteY1" fmla="*/ 3921839 h 4777117"/>
              <a:gd name="connsiteX2" fmla="*/ 5890292 w 15173125"/>
              <a:gd name="connsiteY2" fmla="*/ 3308522 h 4777117"/>
              <a:gd name="connsiteX3" fmla="*/ 6849297 w 15173125"/>
              <a:gd name="connsiteY3" fmla="*/ 2873624 h 4777117"/>
              <a:gd name="connsiteX4" fmla="*/ 8109385 w 15173125"/>
              <a:gd name="connsiteY4" fmla="*/ 2661751 h 4777117"/>
              <a:gd name="connsiteX5" fmla="*/ 8800761 w 15173125"/>
              <a:gd name="connsiteY5" fmla="*/ 2416424 h 4777117"/>
              <a:gd name="connsiteX6" fmla="*/ 9726312 w 15173125"/>
              <a:gd name="connsiteY6" fmla="*/ 1658141 h 4777117"/>
              <a:gd name="connsiteX7" fmla="*/ 11722380 w 15173125"/>
              <a:gd name="connsiteY7" fmla="*/ 1267849 h 4777117"/>
              <a:gd name="connsiteX8" fmla="*/ 13919170 w 15173125"/>
              <a:gd name="connsiteY8" fmla="*/ 108122 h 4777117"/>
              <a:gd name="connsiteX9" fmla="*/ 14197951 w 15173125"/>
              <a:gd name="connsiteY9" fmla="*/ 4289829 h 4777117"/>
              <a:gd name="connsiteX10" fmla="*/ 1017209 w 15173125"/>
              <a:gd name="connsiteY10" fmla="*/ 4668971 h 4777117"/>
              <a:gd name="connsiteX11" fmla="*/ 1106419 w 15173125"/>
              <a:gd name="connsiteY11" fmla="*/ 4100258 h 4777117"/>
              <a:gd name="connsiteX0" fmla="*/ 1106419 w 15173125"/>
              <a:gd name="connsiteY0" fmla="*/ 4097654 h 4774513"/>
              <a:gd name="connsiteX1" fmla="*/ 2801404 w 15173125"/>
              <a:gd name="connsiteY1" fmla="*/ 3919235 h 4774513"/>
              <a:gd name="connsiteX2" fmla="*/ 5890292 w 15173125"/>
              <a:gd name="connsiteY2" fmla="*/ 3305918 h 4774513"/>
              <a:gd name="connsiteX3" fmla="*/ 6849297 w 15173125"/>
              <a:gd name="connsiteY3" fmla="*/ 2871020 h 4774513"/>
              <a:gd name="connsiteX4" fmla="*/ 8109385 w 15173125"/>
              <a:gd name="connsiteY4" fmla="*/ 2659147 h 4774513"/>
              <a:gd name="connsiteX5" fmla="*/ 8800761 w 15173125"/>
              <a:gd name="connsiteY5" fmla="*/ 2413820 h 4774513"/>
              <a:gd name="connsiteX6" fmla="*/ 9726312 w 15173125"/>
              <a:gd name="connsiteY6" fmla="*/ 1655537 h 4774513"/>
              <a:gd name="connsiteX7" fmla="*/ 10812983 w 15173125"/>
              <a:gd name="connsiteY7" fmla="*/ 1376757 h 4774513"/>
              <a:gd name="connsiteX8" fmla="*/ 11722380 w 15173125"/>
              <a:gd name="connsiteY8" fmla="*/ 1265245 h 4774513"/>
              <a:gd name="connsiteX9" fmla="*/ 13919170 w 15173125"/>
              <a:gd name="connsiteY9" fmla="*/ 105518 h 4774513"/>
              <a:gd name="connsiteX10" fmla="*/ 14197951 w 15173125"/>
              <a:gd name="connsiteY10" fmla="*/ 4287225 h 4774513"/>
              <a:gd name="connsiteX11" fmla="*/ 1017209 w 15173125"/>
              <a:gd name="connsiteY11" fmla="*/ 4666367 h 4774513"/>
              <a:gd name="connsiteX12" fmla="*/ 1106419 w 15173125"/>
              <a:gd name="connsiteY12" fmla="*/ 4097654 h 4774513"/>
              <a:gd name="connsiteX0" fmla="*/ 1106419 w 15173125"/>
              <a:gd name="connsiteY0" fmla="*/ 4097046 h 4773905"/>
              <a:gd name="connsiteX1" fmla="*/ 2801404 w 15173125"/>
              <a:gd name="connsiteY1" fmla="*/ 3918627 h 4773905"/>
              <a:gd name="connsiteX2" fmla="*/ 5890292 w 15173125"/>
              <a:gd name="connsiteY2" fmla="*/ 3305310 h 4773905"/>
              <a:gd name="connsiteX3" fmla="*/ 6849297 w 15173125"/>
              <a:gd name="connsiteY3" fmla="*/ 2870412 h 4773905"/>
              <a:gd name="connsiteX4" fmla="*/ 8109385 w 15173125"/>
              <a:gd name="connsiteY4" fmla="*/ 2658539 h 4773905"/>
              <a:gd name="connsiteX5" fmla="*/ 8800761 w 15173125"/>
              <a:gd name="connsiteY5" fmla="*/ 2413212 h 4773905"/>
              <a:gd name="connsiteX6" fmla="*/ 9726312 w 15173125"/>
              <a:gd name="connsiteY6" fmla="*/ 1654929 h 4773905"/>
              <a:gd name="connsiteX7" fmla="*/ 10812983 w 15173125"/>
              <a:gd name="connsiteY7" fmla="*/ 1376149 h 4773905"/>
              <a:gd name="connsiteX8" fmla="*/ 11415148 w 15173125"/>
              <a:gd name="connsiteY8" fmla="*/ 1309242 h 4773905"/>
              <a:gd name="connsiteX9" fmla="*/ 11722380 w 15173125"/>
              <a:gd name="connsiteY9" fmla="*/ 1264637 h 4773905"/>
              <a:gd name="connsiteX10" fmla="*/ 13919170 w 15173125"/>
              <a:gd name="connsiteY10" fmla="*/ 104910 h 4773905"/>
              <a:gd name="connsiteX11" fmla="*/ 14197951 w 15173125"/>
              <a:gd name="connsiteY11" fmla="*/ 4286617 h 4773905"/>
              <a:gd name="connsiteX12" fmla="*/ 1017209 w 15173125"/>
              <a:gd name="connsiteY12" fmla="*/ 4665759 h 4773905"/>
              <a:gd name="connsiteX13" fmla="*/ 1106419 w 15173125"/>
              <a:gd name="connsiteY13" fmla="*/ 4097046 h 4773905"/>
              <a:gd name="connsiteX0" fmla="*/ 1106419 w 15173125"/>
              <a:gd name="connsiteY0" fmla="*/ 4097046 h 4773905"/>
              <a:gd name="connsiteX1" fmla="*/ 2801404 w 15173125"/>
              <a:gd name="connsiteY1" fmla="*/ 3918627 h 4773905"/>
              <a:gd name="connsiteX2" fmla="*/ 5890292 w 15173125"/>
              <a:gd name="connsiteY2" fmla="*/ 3305310 h 4773905"/>
              <a:gd name="connsiteX3" fmla="*/ 6849297 w 15173125"/>
              <a:gd name="connsiteY3" fmla="*/ 2870412 h 4773905"/>
              <a:gd name="connsiteX4" fmla="*/ 8109385 w 15173125"/>
              <a:gd name="connsiteY4" fmla="*/ 2658539 h 4773905"/>
              <a:gd name="connsiteX5" fmla="*/ 8800761 w 15173125"/>
              <a:gd name="connsiteY5" fmla="*/ 2413212 h 4773905"/>
              <a:gd name="connsiteX6" fmla="*/ 9726312 w 15173125"/>
              <a:gd name="connsiteY6" fmla="*/ 1654929 h 4773905"/>
              <a:gd name="connsiteX7" fmla="*/ 10812983 w 15173125"/>
              <a:gd name="connsiteY7" fmla="*/ 1376149 h 4773905"/>
              <a:gd name="connsiteX8" fmla="*/ 11415148 w 15173125"/>
              <a:gd name="connsiteY8" fmla="*/ 1309242 h 4773905"/>
              <a:gd name="connsiteX9" fmla="*/ 11722380 w 15173125"/>
              <a:gd name="connsiteY9" fmla="*/ 1264637 h 4773905"/>
              <a:gd name="connsiteX10" fmla="*/ 13919170 w 15173125"/>
              <a:gd name="connsiteY10" fmla="*/ 104910 h 4773905"/>
              <a:gd name="connsiteX11" fmla="*/ 14197951 w 15173125"/>
              <a:gd name="connsiteY11" fmla="*/ 4286617 h 4773905"/>
              <a:gd name="connsiteX12" fmla="*/ 1017209 w 15173125"/>
              <a:gd name="connsiteY12" fmla="*/ 4665759 h 4773905"/>
              <a:gd name="connsiteX13" fmla="*/ 1106419 w 15173125"/>
              <a:gd name="connsiteY13" fmla="*/ 4097046 h 4773905"/>
              <a:gd name="connsiteX0" fmla="*/ 1106419 w 15173125"/>
              <a:gd name="connsiteY0" fmla="*/ 4096246 h 4773105"/>
              <a:gd name="connsiteX1" fmla="*/ 2801404 w 15173125"/>
              <a:gd name="connsiteY1" fmla="*/ 3917827 h 4773105"/>
              <a:gd name="connsiteX2" fmla="*/ 5890292 w 15173125"/>
              <a:gd name="connsiteY2" fmla="*/ 3304510 h 4773105"/>
              <a:gd name="connsiteX3" fmla="*/ 6849297 w 15173125"/>
              <a:gd name="connsiteY3" fmla="*/ 2869612 h 4773105"/>
              <a:gd name="connsiteX4" fmla="*/ 8109385 w 15173125"/>
              <a:gd name="connsiteY4" fmla="*/ 2657739 h 4773105"/>
              <a:gd name="connsiteX5" fmla="*/ 8800761 w 15173125"/>
              <a:gd name="connsiteY5" fmla="*/ 2412412 h 4773105"/>
              <a:gd name="connsiteX6" fmla="*/ 9726312 w 15173125"/>
              <a:gd name="connsiteY6" fmla="*/ 1654129 h 4773105"/>
              <a:gd name="connsiteX7" fmla="*/ 10812983 w 15173125"/>
              <a:gd name="connsiteY7" fmla="*/ 1375349 h 4773105"/>
              <a:gd name="connsiteX8" fmla="*/ 11415148 w 15173125"/>
              <a:gd name="connsiteY8" fmla="*/ 1308442 h 4773105"/>
              <a:gd name="connsiteX9" fmla="*/ 11682778 w 15173125"/>
              <a:gd name="connsiteY9" fmla="*/ 1219232 h 4773105"/>
              <a:gd name="connsiteX10" fmla="*/ 11722380 w 15173125"/>
              <a:gd name="connsiteY10" fmla="*/ 1263837 h 4773105"/>
              <a:gd name="connsiteX11" fmla="*/ 13919170 w 15173125"/>
              <a:gd name="connsiteY11" fmla="*/ 104110 h 4773105"/>
              <a:gd name="connsiteX12" fmla="*/ 14197951 w 15173125"/>
              <a:gd name="connsiteY12" fmla="*/ 4285817 h 4773105"/>
              <a:gd name="connsiteX13" fmla="*/ 1017209 w 15173125"/>
              <a:gd name="connsiteY13" fmla="*/ 4664959 h 4773105"/>
              <a:gd name="connsiteX14" fmla="*/ 1106419 w 15173125"/>
              <a:gd name="connsiteY14" fmla="*/ 4096246 h 4773105"/>
              <a:gd name="connsiteX0" fmla="*/ 1106419 w 15173125"/>
              <a:gd name="connsiteY0" fmla="*/ 4096246 h 4773105"/>
              <a:gd name="connsiteX1" fmla="*/ 2801404 w 15173125"/>
              <a:gd name="connsiteY1" fmla="*/ 3917827 h 4773105"/>
              <a:gd name="connsiteX2" fmla="*/ 5890292 w 15173125"/>
              <a:gd name="connsiteY2" fmla="*/ 3304510 h 4773105"/>
              <a:gd name="connsiteX3" fmla="*/ 6849297 w 15173125"/>
              <a:gd name="connsiteY3" fmla="*/ 2869612 h 4773105"/>
              <a:gd name="connsiteX4" fmla="*/ 8109385 w 15173125"/>
              <a:gd name="connsiteY4" fmla="*/ 2657739 h 4773105"/>
              <a:gd name="connsiteX5" fmla="*/ 8800761 w 15173125"/>
              <a:gd name="connsiteY5" fmla="*/ 2412412 h 4773105"/>
              <a:gd name="connsiteX6" fmla="*/ 9726312 w 15173125"/>
              <a:gd name="connsiteY6" fmla="*/ 1654129 h 4773105"/>
              <a:gd name="connsiteX7" fmla="*/ 10812983 w 15173125"/>
              <a:gd name="connsiteY7" fmla="*/ 1375349 h 4773105"/>
              <a:gd name="connsiteX8" fmla="*/ 11415148 w 15173125"/>
              <a:gd name="connsiteY8" fmla="*/ 1308442 h 4773105"/>
              <a:gd name="connsiteX9" fmla="*/ 11682778 w 15173125"/>
              <a:gd name="connsiteY9" fmla="*/ 1219232 h 4773105"/>
              <a:gd name="connsiteX10" fmla="*/ 11722380 w 15173125"/>
              <a:gd name="connsiteY10" fmla="*/ 1263837 h 4773105"/>
              <a:gd name="connsiteX11" fmla="*/ 13919170 w 15173125"/>
              <a:gd name="connsiteY11" fmla="*/ 104110 h 4773105"/>
              <a:gd name="connsiteX12" fmla="*/ 14197951 w 15173125"/>
              <a:gd name="connsiteY12" fmla="*/ 4285817 h 4773105"/>
              <a:gd name="connsiteX13" fmla="*/ 1017209 w 15173125"/>
              <a:gd name="connsiteY13" fmla="*/ 4664959 h 4773105"/>
              <a:gd name="connsiteX14" fmla="*/ 1106419 w 15173125"/>
              <a:gd name="connsiteY14" fmla="*/ 4096246 h 4773105"/>
              <a:gd name="connsiteX0" fmla="*/ 1106419 w 15173125"/>
              <a:gd name="connsiteY0" fmla="*/ 4102080 h 4778939"/>
              <a:gd name="connsiteX1" fmla="*/ 2801404 w 15173125"/>
              <a:gd name="connsiteY1" fmla="*/ 3923661 h 4778939"/>
              <a:gd name="connsiteX2" fmla="*/ 5890292 w 15173125"/>
              <a:gd name="connsiteY2" fmla="*/ 3310344 h 4778939"/>
              <a:gd name="connsiteX3" fmla="*/ 6849297 w 15173125"/>
              <a:gd name="connsiteY3" fmla="*/ 2875446 h 4778939"/>
              <a:gd name="connsiteX4" fmla="*/ 8109385 w 15173125"/>
              <a:gd name="connsiteY4" fmla="*/ 2663573 h 4778939"/>
              <a:gd name="connsiteX5" fmla="*/ 8800761 w 15173125"/>
              <a:gd name="connsiteY5" fmla="*/ 2418246 h 4778939"/>
              <a:gd name="connsiteX6" fmla="*/ 9726312 w 15173125"/>
              <a:gd name="connsiteY6" fmla="*/ 1659963 h 4778939"/>
              <a:gd name="connsiteX7" fmla="*/ 10812983 w 15173125"/>
              <a:gd name="connsiteY7" fmla="*/ 1381183 h 4778939"/>
              <a:gd name="connsiteX8" fmla="*/ 11415148 w 15173125"/>
              <a:gd name="connsiteY8" fmla="*/ 1314276 h 4778939"/>
              <a:gd name="connsiteX9" fmla="*/ 11682778 w 15173125"/>
              <a:gd name="connsiteY9" fmla="*/ 1225066 h 4778939"/>
              <a:gd name="connsiteX10" fmla="*/ 13919170 w 15173125"/>
              <a:gd name="connsiteY10" fmla="*/ 109944 h 4778939"/>
              <a:gd name="connsiteX11" fmla="*/ 14197951 w 15173125"/>
              <a:gd name="connsiteY11" fmla="*/ 4291651 h 4778939"/>
              <a:gd name="connsiteX12" fmla="*/ 1017209 w 15173125"/>
              <a:gd name="connsiteY12" fmla="*/ 4670793 h 4778939"/>
              <a:gd name="connsiteX13" fmla="*/ 1106419 w 15173125"/>
              <a:gd name="connsiteY13" fmla="*/ 4102080 h 4778939"/>
              <a:gd name="connsiteX0" fmla="*/ 1106419 w 15234503"/>
              <a:gd name="connsiteY0" fmla="*/ 4088957 h 4711675"/>
              <a:gd name="connsiteX1" fmla="*/ 2801404 w 15234503"/>
              <a:gd name="connsiteY1" fmla="*/ 3910538 h 4711675"/>
              <a:gd name="connsiteX2" fmla="*/ 5890292 w 15234503"/>
              <a:gd name="connsiteY2" fmla="*/ 3297221 h 4711675"/>
              <a:gd name="connsiteX3" fmla="*/ 6849297 w 15234503"/>
              <a:gd name="connsiteY3" fmla="*/ 2862323 h 4711675"/>
              <a:gd name="connsiteX4" fmla="*/ 8109385 w 15234503"/>
              <a:gd name="connsiteY4" fmla="*/ 2650450 h 4711675"/>
              <a:gd name="connsiteX5" fmla="*/ 8800761 w 15234503"/>
              <a:gd name="connsiteY5" fmla="*/ 2405123 h 4711675"/>
              <a:gd name="connsiteX6" fmla="*/ 9726312 w 15234503"/>
              <a:gd name="connsiteY6" fmla="*/ 1646840 h 4711675"/>
              <a:gd name="connsiteX7" fmla="*/ 10812983 w 15234503"/>
              <a:gd name="connsiteY7" fmla="*/ 1368060 h 4711675"/>
              <a:gd name="connsiteX8" fmla="*/ 11415148 w 15234503"/>
              <a:gd name="connsiteY8" fmla="*/ 1301153 h 4711675"/>
              <a:gd name="connsiteX9" fmla="*/ 11682778 w 15234503"/>
              <a:gd name="connsiteY9" fmla="*/ 1211943 h 4711675"/>
              <a:gd name="connsiteX10" fmla="*/ 13919170 w 15234503"/>
              <a:gd name="connsiteY10" fmla="*/ 96821 h 4711675"/>
              <a:gd name="connsiteX11" fmla="*/ 14292163 w 15234503"/>
              <a:gd name="connsiteY11" fmla="*/ 4033202 h 4711675"/>
              <a:gd name="connsiteX12" fmla="*/ 14197951 w 15234503"/>
              <a:gd name="connsiteY12" fmla="*/ 4278528 h 4711675"/>
              <a:gd name="connsiteX13" fmla="*/ 1017209 w 15234503"/>
              <a:gd name="connsiteY13" fmla="*/ 4657670 h 4711675"/>
              <a:gd name="connsiteX14" fmla="*/ 1106419 w 15234503"/>
              <a:gd name="connsiteY14" fmla="*/ 4088957 h 4711675"/>
              <a:gd name="connsiteX0" fmla="*/ 1106419 w 15234503"/>
              <a:gd name="connsiteY0" fmla="*/ 4189006 h 4811724"/>
              <a:gd name="connsiteX1" fmla="*/ 2801404 w 15234503"/>
              <a:gd name="connsiteY1" fmla="*/ 4010587 h 4811724"/>
              <a:gd name="connsiteX2" fmla="*/ 5890292 w 15234503"/>
              <a:gd name="connsiteY2" fmla="*/ 3397270 h 4811724"/>
              <a:gd name="connsiteX3" fmla="*/ 6849297 w 15234503"/>
              <a:gd name="connsiteY3" fmla="*/ 2962372 h 4811724"/>
              <a:gd name="connsiteX4" fmla="*/ 8109385 w 15234503"/>
              <a:gd name="connsiteY4" fmla="*/ 2750499 h 4811724"/>
              <a:gd name="connsiteX5" fmla="*/ 8800761 w 15234503"/>
              <a:gd name="connsiteY5" fmla="*/ 2505172 h 4811724"/>
              <a:gd name="connsiteX6" fmla="*/ 9726312 w 15234503"/>
              <a:gd name="connsiteY6" fmla="*/ 1746889 h 4811724"/>
              <a:gd name="connsiteX7" fmla="*/ 10812983 w 15234503"/>
              <a:gd name="connsiteY7" fmla="*/ 1468109 h 4811724"/>
              <a:gd name="connsiteX8" fmla="*/ 11415148 w 15234503"/>
              <a:gd name="connsiteY8" fmla="*/ 1401202 h 4811724"/>
              <a:gd name="connsiteX9" fmla="*/ 11682778 w 15234503"/>
              <a:gd name="connsiteY9" fmla="*/ 1311992 h 4811724"/>
              <a:gd name="connsiteX10" fmla="*/ 12842504 w 15234503"/>
              <a:gd name="connsiteY10" fmla="*/ 665221 h 4811724"/>
              <a:gd name="connsiteX11" fmla="*/ 13919170 w 15234503"/>
              <a:gd name="connsiteY11" fmla="*/ 196870 h 4811724"/>
              <a:gd name="connsiteX12" fmla="*/ 14292163 w 15234503"/>
              <a:gd name="connsiteY12" fmla="*/ 4133251 h 4811724"/>
              <a:gd name="connsiteX13" fmla="*/ 14197951 w 15234503"/>
              <a:gd name="connsiteY13" fmla="*/ 4378577 h 4811724"/>
              <a:gd name="connsiteX14" fmla="*/ 1017209 w 15234503"/>
              <a:gd name="connsiteY14" fmla="*/ 4757719 h 4811724"/>
              <a:gd name="connsiteX15" fmla="*/ 1106419 w 15234503"/>
              <a:gd name="connsiteY15" fmla="*/ 4189006 h 4811724"/>
              <a:gd name="connsiteX0" fmla="*/ 1106419 w 15234503"/>
              <a:gd name="connsiteY0" fmla="*/ 4136581 h 4759299"/>
              <a:gd name="connsiteX1" fmla="*/ 2801404 w 15234503"/>
              <a:gd name="connsiteY1" fmla="*/ 3958162 h 4759299"/>
              <a:gd name="connsiteX2" fmla="*/ 5890292 w 15234503"/>
              <a:gd name="connsiteY2" fmla="*/ 3344845 h 4759299"/>
              <a:gd name="connsiteX3" fmla="*/ 6849297 w 15234503"/>
              <a:gd name="connsiteY3" fmla="*/ 2909947 h 4759299"/>
              <a:gd name="connsiteX4" fmla="*/ 8109385 w 15234503"/>
              <a:gd name="connsiteY4" fmla="*/ 2698074 h 4759299"/>
              <a:gd name="connsiteX5" fmla="*/ 8800761 w 15234503"/>
              <a:gd name="connsiteY5" fmla="*/ 2452747 h 4759299"/>
              <a:gd name="connsiteX6" fmla="*/ 9726312 w 15234503"/>
              <a:gd name="connsiteY6" fmla="*/ 1694464 h 4759299"/>
              <a:gd name="connsiteX7" fmla="*/ 10812983 w 15234503"/>
              <a:gd name="connsiteY7" fmla="*/ 1415684 h 4759299"/>
              <a:gd name="connsiteX8" fmla="*/ 11415148 w 15234503"/>
              <a:gd name="connsiteY8" fmla="*/ 1348777 h 4759299"/>
              <a:gd name="connsiteX9" fmla="*/ 11682778 w 15234503"/>
              <a:gd name="connsiteY9" fmla="*/ 1259567 h 4759299"/>
              <a:gd name="connsiteX10" fmla="*/ 13076680 w 15234503"/>
              <a:gd name="connsiteY10" fmla="*/ 891576 h 4759299"/>
              <a:gd name="connsiteX11" fmla="*/ 13919170 w 15234503"/>
              <a:gd name="connsiteY11" fmla="*/ 144445 h 4759299"/>
              <a:gd name="connsiteX12" fmla="*/ 14292163 w 15234503"/>
              <a:gd name="connsiteY12" fmla="*/ 4080826 h 4759299"/>
              <a:gd name="connsiteX13" fmla="*/ 14197951 w 15234503"/>
              <a:gd name="connsiteY13" fmla="*/ 4326152 h 4759299"/>
              <a:gd name="connsiteX14" fmla="*/ 1017209 w 15234503"/>
              <a:gd name="connsiteY14" fmla="*/ 4705294 h 4759299"/>
              <a:gd name="connsiteX15" fmla="*/ 1106419 w 15234503"/>
              <a:gd name="connsiteY15" fmla="*/ 4136581 h 4759299"/>
              <a:gd name="connsiteX0" fmla="*/ 1106419 w 15234503"/>
              <a:gd name="connsiteY0" fmla="*/ 4170348 h 4793066"/>
              <a:gd name="connsiteX1" fmla="*/ 2801404 w 15234503"/>
              <a:gd name="connsiteY1" fmla="*/ 3991929 h 4793066"/>
              <a:gd name="connsiteX2" fmla="*/ 5890292 w 15234503"/>
              <a:gd name="connsiteY2" fmla="*/ 3378612 h 4793066"/>
              <a:gd name="connsiteX3" fmla="*/ 6849297 w 15234503"/>
              <a:gd name="connsiteY3" fmla="*/ 2943714 h 4793066"/>
              <a:gd name="connsiteX4" fmla="*/ 8109385 w 15234503"/>
              <a:gd name="connsiteY4" fmla="*/ 2731841 h 4793066"/>
              <a:gd name="connsiteX5" fmla="*/ 8800761 w 15234503"/>
              <a:gd name="connsiteY5" fmla="*/ 2486514 h 4793066"/>
              <a:gd name="connsiteX6" fmla="*/ 9726312 w 15234503"/>
              <a:gd name="connsiteY6" fmla="*/ 1728231 h 4793066"/>
              <a:gd name="connsiteX7" fmla="*/ 10812983 w 15234503"/>
              <a:gd name="connsiteY7" fmla="*/ 1449451 h 4793066"/>
              <a:gd name="connsiteX8" fmla="*/ 11415148 w 15234503"/>
              <a:gd name="connsiteY8" fmla="*/ 1382544 h 4793066"/>
              <a:gd name="connsiteX9" fmla="*/ 11682778 w 15234503"/>
              <a:gd name="connsiteY9" fmla="*/ 1293334 h 4793066"/>
              <a:gd name="connsiteX10" fmla="*/ 12976319 w 15234503"/>
              <a:gd name="connsiteY10" fmla="*/ 735772 h 4793066"/>
              <a:gd name="connsiteX11" fmla="*/ 13919170 w 15234503"/>
              <a:gd name="connsiteY11" fmla="*/ 178212 h 4793066"/>
              <a:gd name="connsiteX12" fmla="*/ 14292163 w 15234503"/>
              <a:gd name="connsiteY12" fmla="*/ 4114593 h 4793066"/>
              <a:gd name="connsiteX13" fmla="*/ 14197951 w 15234503"/>
              <a:gd name="connsiteY13" fmla="*/ 4359919 h 4793066"/>
              <a:gd name="connsiteX14" fmla="*/ 1017209 w 15234503"/>
              <a:gd name="connsiteY14" fmla="*/ 4739061 h 4793066"/>
              <a:gd name="connsiteX15" fmla="*/ 1106419 w 15234503"/>
              <a:gd name="connsiteY15" fmla="*/ 4170348 h 4793066"/>
              <a:gd name="connsiteX0" fmla="*/ 1106419 w 15234503"/>
              <a:gd name="connsiteY0" fmla="*/ 4250618 h 4873336"/>
              <a:gd name="connsiteX1" fmla="*/ 2801404 w 15234503"/>
              <a:gd name="connsiteY1" fmla="*/ 4072199 h 4873336"/>
              <a:gd name="connsiteX2" fmla="*/ 5890292 w 15234503"/>
              <a:gd name="connsiteY2" fmla="*/ 3458882 h 4873336"/>
              <a:gd name="connsiteX3" fmla="*/ 6849297 w 15234503"/>
              <a:gd name="connsiteY3" fmla="*/ 3023984 h 4873336"/>
              <a:gd name="connsiteX4" fmla="*/ 8109385 w 15234503"/>
              <a:gd name="connsiteY4" fmla="*/ 2812111 h 4873336"/>
              <a:gd name="connsiteX5" fmla="*/ 8800761 w 15234503"/>
              <a:gd name="connsiteY5" fmla="*/ 2566784 h 4873336"/>
              <a:gd name="connsiteX6" fmla="*/ 9726312 w 15234503"/>
              <a:gd name="connsiteY6" fmla="*/ 1808501 h 4873336"/>
              <a:gd name="connsiteX7" fmla="*/ 10812983 w 15234503"/>
              <a:gd name="connsiteY7" fmla="*/ 1529721 h 4873336"/>
              <a:gd name="connsiteX8" fmla="*/ 11415148 w 15234503"/>
              <a:gd name="connsiteY8" fmla="*/ 1462814 h 4873336"/>
              <a:gd name="connsiteX9" fmla="*/ 11682778 w 15234503"/>
              <a:gd name="connsiteY9" fmla="*/ 1373604 h 4873336"/>
              <a:gd name="connsiteX10" fmla="*/ 12976319 w 15234503"/>
              <a:gd name="connsiteY10" fmla="*/ 816042 h 4873336"/>
              <a:gd name="connsiteX11" fmla="*/ 13723451 w 15234503"/>
              <a:gd name="connsiteY11" fmla="*/ 425750 h 4873336"/>
              <a:gd name="connsiteX12" fmla="*/ 13919170 w 15234503"/>
              <a:gd name="connsiteY12" fmla="*/ 258482 h 4873336"/>
              <a:gd name="connsiteX13" fmla="*/ 14292163 w 15234503"/>
              <a:gd name="connsiteY13" fmla="*/ 4194863 h 4873336"/>
              <a:gd name="connsiteX14" fmla="*/ 14197951 w 15234503"/>
              <a:gd name="connsiteY14" fmla="*/ 4440189 h 4873336"/>
              <a:gd name="connsiteX15" fmla="*/ 1017209 w 15234503"/>
              <a:gd name="connsiteY15" fmla="*/ 4819331 h 4873336"/>
              <a:gd name="connsiteX16" fmla="*/ 1106419 w 15234503"/>
              <a:gd name="connsiteY16" fmla="*/ 4250618 h 4873336"/>
              <a:gd name="connsiteX0" fmla="*/ 1106419 w 15234503"/>
              <a:gd name="connsiteY0" fmla="*/ 4245354 h 4868072"/>
              <a:gd name="connsiteX1" fmla="*/ 2801404 w 15234503"/>
              <a:gd name="connsiteY1" fmla="*/ 4066935 h 4868072"/>
              <a:gd name="connsiteX2" fmla="*/ 5890292 w 15234503"/>
              <a:gd name="connsiteY2" fmla="*/ 3453618 h 4868072"/>
              <a:gd name="connsiteX3" fmla="*/ 6849297 w 15234503"/>
              <a:gd name="connsiteY3" fmla="*/ 3018720 h 4868072"/>
              <a:gd name="connsiteX4" fmla="*/ 8109385 w 15234503"/>
              <a:gd name="connsiteY4" fmla="*/ 2806847 h 4868072"/>
              <a:gd name="connsiteX5" fmla="*/ 8800761 w 15234503"/>
              <a:gd name="connsiteY5" fmla="*/ 2561520 h 4868072"/>
              <a:gd name="connsiteX6" fmla="*/ 9726312 w 15234503"/>
              <a:gd name="connsiteY6" fmla="*/ 1803237 h 4868072"/>
              <a:gd name="connsiteX7" fmla="*/ 10812983 w 15234503"/>
              <a:gd name="connsiteY7" fmla="*/ 1524457 h 4868072"/>
              <a:gd name="connsiteX8" fmla="*/ 11415148 w 15234503"/>
              <a:gd name="connsiteY8" fmla="*/ 1457550 h 4868072"/>
              <a:gd name="connsiteX9" fmla="*/ 11682778 w 15234503"/>
              <a:gd name="connsiteY9" fmla="*/ 1368340 h 4868072"/>
              <a:gd name="connsiteX10" fmla="*/ 12976319 w 15234503"/>
              <a:gd name="connsiteY10" fmla="*/ 810778 h 4868072"/>
              <a:gd name="connsiteX11" fmla="*/ 13355460 w 15234503"/>
              <a:gd name="connsiteY11" fmla="*/ 543150 h 4868072"/>
              <a:gd name="connsiteX12" fmla="*/ 13723451 w 15234503"/>
              <a:gd name="connsiteY12" fmla="*/ 420486 h 4868072"/>
              <a:gd name="connsiteX13" fmla="*/ 13919170 w 15234503"/>
              <a:gd name="connsiteY13" fmla="*/ 253218 h 4868072"/>
              <a:gd name="connsiteX14" fmla="*/ 14292163 w 15234503"/>
              <a:gd name="connsiteY14" fmla="*/ 4189599 h 4868072"/>
              <a:gd name="connsiteX15" fmla="*/ 14197951 w 15234503"/>
              <a:gd name="connsiteY15" fmla="*/ 4434925 h 4868072"/>
              <a:gd name="connsiteX16" fmla="*/ 1017209 w 15234503"/>
              <a:gd name="connsiteY16" fmla="*/ 4814067 h 4868072"/>
              <a:gd name="connsiteX17" fmla="*/ 1106419 w 15234503"/>
              <a:gd name="connsiteY17" fmla="*/ 4245354 h 4868072"/>
              <a:gd name="connsiteX0" fmla="*/ 1106419 w 15234503"/>
              <a:gd name="connsiteY0" fmla="*/ 4245354 h 4868072"/>
              <a:gd name="connsiteX1" fmla="*/ 2801404 w 15234503"/>
              <a:gd name="connsiteY1" fmla="*/ 4066935 h 4868072"/>
              <a:gd name="connsiteX2" fmla="*/ 5890292 w 15234503"/>
              <a:gd name="connsiteY2" fmla="*/ 3453618 h 4868072"/>
              <a:gd name="connsiteX3" fmla="*/ 6849297 w 15234503"/>
              <a:gd name="connsiteY3" fmla="*/ 3018720 h 4868072"/>
              <a:gd name="connsiteX4" fmla="*/ 8109385 w 15234503"/>
              <a:gd name="connsiteY4" fmla="*/ 2806847 h 4868072"/>
              <a:gd name="connsiteX5" fmla="*/ 8800761 w 15234503"/>
              <a:gd name="connsiteY5" fmla="*/ 2561520 h 4868072"/>
              <a:gd name="connsiteX6" fmla="*/ 9726312 w 15234503"/>
              <a:gd name="connsiteY6" fmla="*/ 1803237 h 4868072"/>
              <a:gd name="connsiteX7" fmla="*/ 10812983 w 15234503"/>
              <a:gd name="connsiteY7" fmla="*/ 1524457 h 4868072"/>
              <a:gd name="connsiteX8" fmla="*/ 11415148 w 15234503"/>
              <a:gd name="connsiteY8" fmla="*/ 1457550 h 4868072"/>
              <a:gd name="connsiteX9" fmla="*/ 11682778 w 15234503"/>
              <a:gd name="connsiteY9" fmla="*/ 1368340 h 4868072"/>
              <a:gd name="connsiteX10" fmla="*/ 12976319 w 15234503"/>
              <a:gd name="connsiteY10" fmla="*/ 810778 h 4868072"/>
              <a:gd name="connsiteX11" fmla="*/ 13355460 w 15234503"/>
              <a:gd name="connsiteY11" fmla="*/ 543150 h 4868072"/>
              <a:gd name="connsiteX12" fmla="*/ 13723451 w 15234503"/>
              <a:gd name="connsiteY12" fmla="*/ 420486 h 4868072"/>
              <a:gd name="connsiteX13" fmla="*/ 13919170 w 15234503"/>
              <a:gd name="connsiteY13" fmla="*/ 253218 h 4868072"/>
              <a:gd name="connsiteX14" fmla="*/ 14292163 w 15234503"/>
              <a:gd name="connsiteY14" fmla="*/ 4189599 h 4868072"/>
              <a:gd name="connsiteX15" fmla="*/ 14197951 w 15234503"/>
              <a:gd name="connsiteY15" fmla="*/ 4434925 h 4868072"/>
              <a:gd name="connsiteX16" fmla="*/ 1017209 w 15234503"/>
              <a:gd name="connsiteY16" fmla="*/ 4814067 h 4868072"/>
              <a:gd name="connsiteX17" fmla="*/ 1106419 w 15234503"/>
              <a:gd name="connsiteY17" fmla="*/ 4245354 h 4868072"/>
              <a:gd name="connsiteX0" fmla="*/ 1106419 w 15234503"/>
              <a:gd name="connsiteY0" fmla="*/ 4245354 h 4868072"/>
              <a:gd name="connsiteX1" fmla="*/ 2801404 w 15234503"/>
              <a:gd name="connsiteY1" fmla="*/ 4066935 h 4868072"/>
              <a:gd name="connsiteX2" fmla="*/ 5890292 w 15234503"/>
              <a:gd name="connsiteY2" fmla="*/ 3453618 h 4868072"/>
              <a:gd name="connsiteX3" fmla="*/ 6849297 w 15234503"/>
              <a:gd name="connsiteY3" fmla="*/ 3018720 h 4868072"/>
              <a:gd name="connsiteX4" fmla="*/ 8109385 w 15234503"/>
              <a:gd name="connsiteY4" fmla="*/ 2806847 h 4868072"/>
              <a:gd name="connsiteX5" fmla="*/ 8800761 w 15234503"/>
              <a:gd name="connsiteY5" fmla="*/ 2561520 h 4868072"/>
              <a:gd name="connsiteX6" fmla="*/ 9726312 w 15234503"/>
              <a:gd name="connsiteY6" fmla="*/ 1803237 h 4868072"/>
              <a:gd name="connsiteX7" fmla="*/ 10812983 w 15234503"/>
              <a:gd name="connsiteY7" fmla="*/ 1524457 h 4868072"/>
              <a:gd name="connsiteX8" fmla="*/ 11415148 w 15234503"/>
              <a:gd name="connsiteY8" fmla="*/ 1457550 h 4868072"/>
              <a:gd name="connsiteX9" fmla="*/ 11682778 w 15234503"/>
              <a:gd name="connsiteY9" fmla="*/ 1368340 h 4868072"/>
              <a:gd name="connsiteX10" fmla="*/ 12976319 w 15234503"/>
              <a:gd name="connsiteY10" fmla="*/ 810778 h 4868072"/>
              <a:gd name="connsiteX11" fmla="*/ 13076680 w 15234503"/>
              <a:gd name="connsiteY11" fmla="*/ 665813 h 4868072"/>
              <a:gd name="connsiteX12" fmla="*/ 13355460 w 15234503"/>
              <a:gd name="connsiteY12" fmla="*/ 543150 h 4868072"/>
              <a:gd name="connsiteX13" fmla="*/ 13723451 w 15234503"/>
              <a:gd name="connsiteY13" fmla="*/ 420486 h 4868072"/>
              <a:gd name="connsiteX14" fmla="*/ 13919170 w 15234503"/>
              <a:gd name="connsiteY14" fmla="*/ 253218 h 4868072"/>
              <a:gd name="connsiteX15" fmla="*/ 14292163 w 15234503"/>
              <a:gd name="connsiteY15" fmla="*/ 4189599 h 4868072"/>
              <a:gd name="connsiteX16" fmla="*/ 14197951 w 15234503"/>
              <a:gd name="connsiteY16" fmla="*/ 4434925 h 4868072"/>
              <a:gd name="connsiteX17" fmla="*/ 1017209 w 15234503"/>
              <a:gd name="connsiteY17" fmla="*/ 4814067 h 4868072"/>
              <a:gd name="connsiteX18" fmla="*/ 1106419 w 15234503"/>
              <a:gd name="connsiteY18" fmla="*/ 4245354 h 4868072"/>
              <a:gd name="connsiteX0" fmla="*/ 1106419 w 15234503"/>
              <a:gd name="connsiteY0" fmla="*/ 4245354 h 4868072"/>
              <a:gd name="connsiteX1" fmla="*/ 2801404 w 15234503"/>
              <a:gd name="connsiteY1" fmla="*/ 4066935 h 4868072"/>
              <a:gd name="connsiteX2" fmla="*/ 5890292 w 15234503"/>
              <a:gd name="connsiteY2" fmla="*/ 3453618 h 4868072"/>
              <a:gd name="connsiteX3" fmla="*/ 6849297 w 15234503"/>
              <a:gd name="connsiteY3" fmla="*/ 3018720 h 4868072"/>
              <a:gd name="connsiteX4" fmla="*/ 8109385 w 15234503"/>
              <a:gd name="connsiteY4" fmla="*/ 2806847 h 4868072"/>
              <a:gd name="connsiteX5" fmla="*/ 8800761 w 15234503"/>
              <a:gd name="connsiteY5" fmla="*/ 2561520 h 4868072"/>
              <a:gd name="connsiteX6" fmla="*/ 9726312 w 15234503"/>
              <a:gd name="connsiteY6" fmla="*/ 1803237 h 4868072"/>
              <a:gd name="connsiteX7" fmla="*/ 10812983 w 15234503"/>
              <a:gd name="connsiteY7" fmla="*/ 1524457 h 4868072"/>
              <a:gd name="connsiteX8" fmla="*/ 11415148 w 15234503"/>
              <a:gd name="connsiteY8" fmla="*/ 1457550 h 4868072"/>
              <a:gd name="connsiteX9" fmla="*/ 11682778 w 15234503"/>
              <a:gd name="connsiteY9" fmla="*/ 1368340 h 4868072"/>
              <a:gd name="connsiteX10" fmla="*/ 12976319 w 15234503"/>
              <a:gd name="connsiteY10" fmla="*/ 810778 h 4868072"/>
              <a:gd name="connsiteX11" fmla="*/ 13333158 w 15234503"/>
              <a:gd name="connsiteY11" fmla="*/ 676964 h 4868072"/>
              <a:gd name="connsiteX12" fmla="*/ 13355460 w 15234503"/>
              <a:gd name="connsiteY12" fmla="*/ 543150 h 4868072"/>
              <a:gd name="connsiteX13" fmla="*/ 13723451 w 15234503"/>
              <a:gd name="connsiteY13" fmla="*/ 420486 h 4868072"/>
              <a:gd name="connsiteX14" fmla="*/ 13919170 w 15234503"/>
              <a:gd name="connsiteY14" fmla="*/ 253218 h 4868072"/>
              <a:gd name="connsiteX15" fmla="*/ 14292163 w 15234503"/>
              <a:gd name="connsiteY15" fmla="*/ 4189599 h 4868072"/>
              <a:gd name="connsiteX16" fmla="*/ 14197951 w 15234503"/>
              <a:gd name="connsiteY16" fmla="*/ 4434925 h 4868072"/>
              <a:gd name="connsiteX17" fmla="*/ 1017209 w 15234503"/>
              <a:gd name="connsiteY17" fmla="*/ 4814067 h 4868072"/>
              <a:gd name="connsiteX18" fmla="*/ 1106419 w 15234503"/>
              <a:gd name="connsiteY18" fmla="*/ 4245354 h 4868072"/>
              <a:gd name="connsiteX0" fmla="*/ 1106419 w 15234503"/>
              <a:gd name="connsiteY0" fmla="*/ 4245354 h 4868072"/>
              <a:gd name="connsiteX1" fmla="*/ 2801404 w 15234503"/>
              <a:gd name="connsiteY1" fmla="*/ 4066935 h 4868072"/>
              <a:gd name="connsiteX2" fmla="*/ 5890292 w 15234503"/>
              <a:gd name="connsiteY2" fmla="*/ 3453618 h 4868072"/>
              <a:gd name="connsiteX3" fmla="*/ 6849297 w 15234503"/>
              <a:gd name="connsiteY3" fmla="*/ 3018720 h 4868072"/>
              <a:gd name="connsiteX4" fmla="*/ 8109385 w 15234503"/>
              <a:gd name="connsiteY4" fmla="*/ 2806847 h 4868072"/>
              <a:gd name="connsiteX5" fmla="*/ 8800761 w 15234503"/>
              <a:gd name="connsiteY5" fmla="*/ 2561520 h 4868072"/>
              <a:gd name="connsiteX6" fmla="*/ 9726312 w 15234503"/>
              <a:gd name="connsiteY6" fmla="*/ 1803237 h 4868072"/>
              <a:gd name="connsiteX7" fmla="*/ 10812983 w 15234503"/>
              <a:gd name="connsiteY7" fmla="*/ 1524457 h 4868072"/>
              <a:gd name="connsiteX8" fmla="*/ 11415148 w 15234503"/>
              <a:gd name="connsiteY8" fmla="*/ 1457550 h 4868072"/>
              <a:gd name="connsiteX9" fmla="*/ 11682778 w 15234503"/>
              <a:gd name="connsiteY9" fmla="*/ 1368340 h 4868072"/>
              <a:gd name="connsiteX10" fmla="*/ 12976319 w 15234503"/>
              <a:gd name="connsiteY10" fmla="*/ 810778 h 4868072"/>
              <a:gd name="connsiteX11" fmla="*/ 13333158 w 15234503"/>
              <a:gd name="connsiteY11" fmla="*/ 676964 h 4868072"/>
              <a:gd name="connsiteX12" fmla="*/ 13600786 w 15234503"/>
              <a:gd name="connsiteY12" fmla="*/ 543150 h 4868072"/>
              <a:gd name="connsiteX13" fmla="*/ 13723451 w 15234503"/>
              <a:gd name="connsiteY13" fmla="*/ 420486 h 4868072"/>
              <a:gd name="connsiteX14" fmla="*/ 13919170 w 15234503"/>
              <a:gd name="connsiteY14" fmla="*/ 253218 h 4868072"/>
              <a:gd name="connsiteX15" fmla="*/ 14292163 w 15234503"/>
              <a:gd name="connsiteY15" fmla="*/ 4189599 h 4868072"/>
              <a:gd name="connsiteX16" fmla="*/ 14197951 w 15234503"/>
              <a:gd name="connsiteY16" fmla="*/ 4434925 h 4868072"/>
              <a:gd name="connsiteX17" fmla="*/ 1017209 w 15234503"/>
              <a:gd name="connsiteY17" fmla="*/ 4814067 h 4868072"/>
              <a:gd name="connsiteX18" fmla="*/ 1106419 w 15234503"/>
              <a:gd name="connsiteY18" fmla="*/ 4245354 h 4868072"/>
              <a:gd name="connsiteX0" fmla="*/ 1106419 w 15234503"/>
              <a:gd name="connsiteY0" fmla="*/ 4245354 h 4868072"/>
              <a:gd name="connsiteX1" fmla="*/ 2801404 w 15234503"/>
              <a:gd name="connsiteY1" fmla="*/ 4066935 h 4868072"/>
              <a:gd name="connsiteX2" fmla="*/ 5890292 w 15234503"/>
              <a:gd name="connsiteY2" fmla="*/ 3453618 h 4868072"/>
              <a:gd name="connsiteX3" fmla="*/ 6849297 w 15234503"/>
              <a:gd name="connsiteY3" fmla="*/ 3018720 h 4868072"/>
              <a:gd name="connsiteX4" fmla="*/ 8109385 w 15234503"/>
              <a:gd name="connsiteY4" fmla="*/ 2806847 h 4868072"/>
              <a:gd name="connsiteX5" fmla="*/ 8800761 w 15234503"/>
              <a:gd name="connsiteY5" fmla="*/ 2561520 h 4868072"/>
              <a:gd name="connsiteX6" fmla="*/ 9726312 w 15234503"/>
              <a:gd name="connsiteY6" fmla="*/ 1803237 h 4868072"/>
              <a:gd name="connsiteX7" fmla="*/ 10812983 w 15234503"/>
              <a:gd name="connsiteY7" fmla="*/ 1524457 h 4868072"/>
              <a:gd name="connsiteX8" fmla="*/ 11415148 w 15234503"/>
              <a:gd name="connsiteY8" fmla="*/ 1457550 h 4868072"/>
              <a:gd name="connsiteX9" fmla="*/ 11682778 w 15234503"/>
              <a:gd name="connsiteY9" fmla="*/ 1368340 h 4868072"/>
              <a:gd name="connsiteX10" fmla="*/ 12976319 w 15234503"/>
              <a:gd name="connsiteY10" fmla="*/ 810778 h 4868072"/>
              <a:gd name="connsiteX11" fmla="*/ 13333158 w 15234503"/>
              <a:gd name="connsiteY11" fmla="*/ 676964 h 4868072"/>
              <a:gd name="connsiteX12" fmla="*/ 13600786 w 15234503"/>
              <a:gd name="connsiteY12" fmla="*/ 543150 h 4868072"/>
              <a:gd name="connsiteX13" fmla="*/ 13723451 w 15234503"/>
              <a:gd name="connsiteY13" fmla="*/ 420486 h 4868072"/>
              <a:gd name="connsiteX14" fmla="*/ 13919170 w 15234503"/>
              <a:gd name="connsiteY14" fmla="*/ 253218 h 4868072"/>
              <a:gd name="connsiteX15" fmla="*/ 14292163 w 15234503"/>
              <a:gd name="connsiteY15" fmla="*/ 4189599 h 4868072"/>
              <a:gd name="connsiteX16" fmla="*/ 14197951 w 15234503"/>
              <a:gd name="connsiteY16" fmla="*/ 4434925 h 4868072"/>
              <a:gd name="connsiteX17" fmla="*/ 1017209 w 15234503"/>
              <a:gd name="connsiteY17" fmla="*/ 4814067 h 4868072"/>
              <a:gd name="connsiteX18" fmla="*/ 1106419 w 15234503"/>
              <a:gd name="connsiteY18" fmla="*/ 4245354 h 4868072"/>
              <a:gd name="connsiteX0" fmla="*/ 1106419 w 15234503"/>
              <a:gd name="connsiteY0" fmla="*/ 4245354 h 4868072"/>
              <a:gd name="connsiteX1" fmla="*/ 2801404 w 15234503"/>
              <a:gd name="connsiteY1" fmla="*/ 4066935 h 4868072"/>
              <a:gd name="connsiteX2" fmla="*/ 5890292 w 15234503"/>
              <a:gd name="connsiteY2" fmla="*/ 3453618 h 4868072"/>
              <a:gd name="connsiteX3" fmla="*/ 6849297 w 15234503"/>
              <a:gd name="connsiteY3" fmla="*/ 3018720 h 4868072"/>
              <a:gd name="connsiteX4" fmla="*/ 8109385 w 15234503"/>
              <a:gd name="connsiteY4" fmla="*/ 2806847 h 4868072"/>
              <a:gd name="connsiteX5" fmla="*/ 8800761 w 15234503"/>
              <a:gd name="connsiteY5" fmla="*/ 2561520 h 4868072"/>
              <a:gd name="connsiteX6" fmla="*/ 9726312 w 15234503"/>
              <a:gd name="connsiteY6" fmla="*/ 1803237 h 4868072"/>
              <a:gd name="connsiteX7" fmla="*/ 10812983 w 15234503"/>
              <a:gd name="connsiteY7" fmla="*/ 1524457 h 4868072"/>
              <a:gd name="connsiteX8" fmla="*/ 11415148 w 15234503"/>
              <a:gd name="connsiteY8" fmla="*/ 1457550 h 4868072"/>
              <a:gd name="connsiteX9" fmla="*/ 11682778 w 15234503"/>
              <a:gd name="connsiteY9" fmla="*/ 1368340 h 4868072"/>
              <a:gd name="connsiteX10" fmla="*/ 12976319 w 15234503"/>
              <a:gd name="connsiteY10" fmla="*/ 810778 h 4868072"/>
              <a:gd name="connsiteX11" fmla="*/ 13712299 w 15234503"/>
              <a:gd name="connsiteY11" fmla="*/ 453939 h 4868072"/>
              <a:gd name="connsiteX12" fmla="*/ 13600786 w 15234503"/>
              <a:gd name="connsiteY12" fmla="*/ 543150 h 4868072"/>
              <a:gd name="connsiteX13" fmla="*/ 13723451 w 15234503"/>
              <a:gd name="connsiteY13" fmla="*/ 420486 h 4868072"/>
              <a:gd name="connsiteX14" fmla="*/ 13919170 w 15234503"/>
              <a:gd name="connsiteY14" fmla="*/ 253218 h 4868072"/>
              <a:gd name="connsiteX15" fmla="*/ 14292163 w 15234503"/>
              <a:gd name="connsiteY15" fmla="*/ 4189599 h 4868072"/>
              <a:gd name="connsiteX16" fmla="*/ 14197951 w 15234503"/>
              <a:gd name="connsiteY16" fmla="*/ 4434925 h 4868072"/>
              <a:gd name="connsiteX17" fmla="*/ 1017209 w 15234503"/>
              <a:gd name="connsiteY17" fmla="*/ 4814067 h 4868072"/>
              <a:gd name="connsiteX18" fmla="*/ 1106419 w 15234503"/>
              <a:gd name="connsiteY18" fmla="*/ 4245354 h 4868072"/>
              <a:gd name="connsiteX0" fmla="*/ 1106419 w 15234503"/>
              <a:gd name="connsiteY0" fmla="*/ 4245354 h 4868072"/>
              <a:gd name="connsiteX1" fmla="*/ 2801404 w 15234503"/>
              <a:gd name="connsiteY1" fmla="*/ 4066935 h 4868072"/>
              <a:gd name="connsiteX2" fmla="*/ 5890292 w 15234503"/>
              <a:gd name="connsiteY2" fmla="*/ 3453618 h 4868072"/>
              <a:gd name="connsiteX3" fmla="*/ 6849297 w 15234503"/>
              <a:gd name="connsiteY3" fmla="*/ 3018720 h 4868072"/>
              <a:gd name="connsiteX4" fmla="*/ 8109385 w 15234503"/>
              <a:gd name="connsiteY4" fmla="*/ 2806847 h 4868072"/>
              <a:gd name="connsiteX5" fmla="*/ 8800761 w 15234503"/>
              <a:gd name="connsiteY5" fmla="*/ 2561520 h 4868072"/>
              <a:gd name="connsiteX6" fmla="*/ 9726312 w 15234503"/>
              <a:gd name="connsiteY6" fmla="*/ 1803237 h 4868072"/>
              <a:gd name="connsiteX7" fmla="*/ 10812983 w 15234503"/>
              <a:gd name="connsiteY7" fmla="*/ 1524457 h 4868072"/>
              <a:gd name="connsiteX8" fmla="*/ 11415148 w 15234503"/>
              <a:gd name="connsiteY8" fmla="*/ 1457550 h 4868072"/>
              <a:gd name="connsiteX9" fmla="*/ 11682778 w 15234503"/>
              <a:gd name="connsiteY9" fmla="*/ 1368340 h 4868072"/>
              <a:gd name="connsiteX10" fmla="*/ 12976319 w 15234503"/>
              <a:gd name="connsiteY10" fmla="*/ 810778 h 4868072"/>
              <a:gd name="connsiteX11" fmla="*/ 13712299 w 15234503"/>
              <a:gd name="connsiteY11" fmla="*/ 453939 h 4868072"/>
              <a:gd name="connsiteX12" fmla="*/ 13600786 w 15234503"/>
              <a:gd name="connsiteY12" fmla="*/ 442789 h 4868072"/>
              <a:gd name="connsiteX13" fmla="*/ 13723451 w 15234503"/>
              <a:gd name="connsiteY13" fmla="*/ 420486 h 4868072"/>
              <a:gd name="connsiteX14" fmla="*/ 13919170 w 15234503"/>
              <a:gd name="connsiteY14" fmla="*/ 253218 h 4868072"/>
              <a:gd name="connsiteX15" fmla="*/ 14292163 w 15234503"/>
              <a:gd name="connsiteY15" fmla="*/ 4189599 h 4868072"/>
              <a:gd name="connsiteX16" fmla="*/ 14197951 w 15234503"/>
              <a:gd name="connsiteY16" fmla="*/ 4434925 h 4868072"/>
              <a:gd name="connsiteX17" fmla="*/ 1017209 w 15234503"/>
              <a:gd name="connsiteY17" fmla="*/ 4814067 h 4868072"/>
              <a:gd name="connsiteX18" fmla="*/ 1106419 w 15234503"/>
              <a:gd name="connsiteY18" fmla="*/ 4245354 h 4868072"/>
              <a:gd name="connsiteX0" fmla="*/ 1106419 w 15234503"/>
              <a:gd name="connsiteY0" fmla="*/ 4245354 h 4868072"/>
              <a:gd name="connsiteX1" fmla="*/ 2801404 w 15234503"/>
              <a:gd name="connsiteY1" fmla="*/ 4066935 h 4868072"/>
              <a:gd name="connsiteX2" fmla="*/ 5890292 w 15234503"/>
              <a:gd name="connsiteY2" fmla="*/ 3453618 h 4868072"/>
              <a:gd name="connsiteX3" fmla="*/ 6849297 w 15234503"/>
              <a:gd name="connsiteY3" fmla="*/ 3018720 h 4868072"/>
              <a:gd name="connsiteX4" fmla="*/ 8109385 w 15234503"/>
              <a:gd name="connsiteY4" fmla="*/ 2806847 h 4868072"/>
              <a:gd name="connsiteX5" fmla="*/ 8800761 w 15234503"/>
              <a:gd name="connsiteY5" fmla="*/ 2561520 h 4868072"/>
              <a:gd name="connsiteX6" fmla="*/ 9726312 w 15234503"/>
              <a:gd name="connsiteY6" fmla="*/ 1803237 h 4868072"/>
              <a:gd name="connsiteX7" fmla="*/ 10812983 w 15234503"/>
              <a:gd name="connsiteY7" fmla="*/ 1524457 h 4868072"/>
              <a:gd name="connsiteX8" fmla="*/ 11415148 w 15234503"/>
              <a:gd name="connsiteY8" fmla="*/ 1457550 h 4868072"/>
              <a:gd name="connsiteX9" fmla="*/ 11682778 w 15234503"/>
              <a:gd name="connsiteY9" fmla="*/ 1368340 h 4868072"/>
              <a:gd name="connsiteX10" fmla="*/ 12976319 w 15234503"/>
              <a:gd name="connsiteY10" fmla="*/ 810778 h 4868072"/>
              <a:gd name="connsiteX11" fmla="*/ 13712299 w 15234503"/>
              <a:gd name="connsiteY11" fmla="*/ 453939 h 4868072"/>
              <a:gd name="connsiteX12" fmla="*/ 13645391 w 15234503"/>
              <a:gd name="connsiteY12" fmla="*/ 375882 h 4868072"/>
              <a:gd name="connsiteX13" fmla="*/ 13723451 w 15234503"/>
              <a:gd name="connsiteY13" fmla="*/ 420486 h 4868072"/>
              <a:gd name="connsiteX14" fmla="*/ 13919170 w 15234503"/>
              <a:gd name="connsiteY14" fmla="*/ 253218 h 4868072"/>
              <a:gd name="connsiteX15" fmla="*/ 14292163 w 15234503"/>
              <a:gd name="connsiteY15" fmla="*/ 4189599 h 4868072"/>
              <a:gd name="connsiteX16" fmla="*/ 14197951 w 15234503"/>
              <a:gd name="connsiteY16" fmla="*/ 4434925 h 4868072"/>
              <a:gd name="connsiteX17" fmla="*/ 1017209 w 15234503"/>
              <a:gd name="connsiteY17" fmla="*/ 4814067 h 4868072"/>
              <a:gd name="connsiteX18" fmla="*/ 1106419 w 15234503"/>
              <a:gd name="connsiteY18" fmla="*/ 4245354 h 4868072"/>
              <a:gd name="connsiteX0" fmla="*/ 1106419 w 15234503"/>
              <a:gd name="connsiteY0" fmla="*/ 4245354 h 4868072"/>
              <a:gd name="connsiteX1" fmla="*/ 2801404 w 15234503"/>
              <a:gd name="connsiteY1" fmla="*/ 4066935 h 4868072"/>
              <a:gd name="connsiteX2" fmla="*/ 5890292 w 15234503"/>
              <a:gd name="connsiteY2" fmla="*/ 3453618 h 4868072"/>
              <a:gd name="connsiteX3" fmla="*/ 6849297 w 15234503"/>
              <a:gd name="connsiteY3" fmla="*/ 3018720 h 4868072"/>
              <a:gd name="connsiteX4" fmla="*/ 8109385 w 15234503"/>
              <a:gd name="connsiteY4" fmla="*/ 2806847 h 4868072"/>
              <a:gd name="connsiteX5" fmla="*/ 8800761 w 15234503"/>
              <a:gd name="connsiteY5" fmla="*/ 2561520 h 4868072"/>
              <a:gd name="connsiteX6" fmla="*/ 9726312 w 15234503"/>
              <a:gd name="connsiteY6" fmla="*/ 1803237 h 4868072"/>
              <a:gd name="connsiteX7" fmla="*/ 10812983 w 15234503"/>
              <a:gd name="connsiteY7" fmla="*/ 1524457 h 4868072"/>
              <a:gd name="connsiteX8" fmla="*/ 11415148 w 15234503"/>
              <a:gd name="connsiteY8" fmla="*/ 1457550 h 4868072"/>
              <a:gd name="connsiteX9" fmla="*/ 11682778 w 15234503"/>
              <a:gd name="connsiteY9" fmla="*/ 1368340 h 4868072"/>
              <a:gd name="connsiteX10" fmla="*/ 12976319 w 15234503"/>
              <a:gd name="connsiteY10" fmla="*/ 810778 h 4868072"/>
              <a:gd name="connsiteX11" fmla="*/ 13667694 w 15234503"/>
              <a:gd name="connsiteY11" fmla="*/ 431638 h 4868072"/>
              <a:gd name="connsiteX12" fmla="*/ 13712299 w 15234503"/>
              <a:gd name="connsiteY12" fmla="*/ 453939 h 4868072"/>
              <a:gd name="connsiteX13" fmla="*/ 13645391 w 15234503"/>
              <a:gd name="connsiteY13" fmla="*/ 375882 h 4868072"/>
              <a:gd name="connsiteX14" fmla="*/ 13723451 w 15234503"/>
              <a:gd name="connsiteY14" fmla="*/ 420486 h 4868072"/>
              <a:gd name="connsiteX15" fmla="*/ 13919170 w 15234503"/>
              <a:gd name="connsiteY15" fmla="*/ 253218 h 4868072"/>
              <a:gd name="connsiteX16" fmla="*/ 14292163 w 15234503"/>
              <a:gd name="connsiteY16" fmla="*/ 4189599 h 4868072"/>
              <a:gd name="connsiteX17" fmla="*/ 14197951 w 15234503"/>
              <a:gd name="connsiteY17" fmla="*/ 4434925 h 4868072"/>
              <a:gd name="connsiteX18" fmla="*/ 1017209 w 15234503"/>
              <a:gd name="connsiteY18" fmla="*/ 4814067 h 4868072"/>
              <a:gd name="connsiteX19" fmla="*/ 1106419 w 15234503"/>
              <a:gd name="connsiteY19" fmla="*/ 4245354 h 4868072"/>
              <a:gd name="connsiteX0" fmla="*/ 1090746 w 15099996"/>
              <a:gd name="connsiteY0" fmla="*/ 4245354 h 4824796"/>
              <a:gd name="connsiteX1" fmla="*/ 2785731 w 15099996"/>
              <a:gd name="connsiteY1" fmla="*/ 4066935 h 4824796"/>
              <a:gd name="connsiteX2" fmla="*/ 5874619 w 15099996"/>
              <a:gd name="connsiteY2" fmla="*/ 3453618 h 4824796"/>
              <a:gd name="connsiteX3" fmla="*/ 6833624 w 15099996"/>
              <a:gd name="connsiteY3" fmla="*/ 3018720 h 4824796"/>
              <a:gd name="connsiteX4" fmla="*/ 8093712 w 15099996"/>
              <a:gd name="connsiteY4" fmla="*/ 2806847 h 4824796"/>
              <a:gd name="connsiteX5" fmla="*/ 8785088 w 15099996"/>
              <a:gd name="connsiteY5" fmla="*/ 2561520 h 4824796"/>
              <a:gd name="connsiteX6" fmla="*/ 9710639 w 15099996"/>
              <a:gd name="connsiteY6" fmla="*/ 1803237 h 4824796"/>
              <a:gd name="connsiteX7" fmla="*/ 10797310 w 15099996"/>
              <a:gd name="connsiteY7" fmla="*/ 1524457 h 4824796"/>
              <a:gd name="connsiteX8" fmla="*/ 11399475 w 15099996"/>
              <a:gd name="connsiteY8" fmla="*/ 1457550 h 4824796"/>
              <a:gd name="connsiteX9" fmla="*/ 11667105 w 15099996"/>
              <a:gd name="connsiteY9" fmla="*/ 1368340 h 4824796"/>
              <a:gd name="connsiteX10" fmla="*/ 12960646 w 15099996"/>
              <a:gd name="connsiteY10" fmla="*/ 810778 h 4824796"/>
              <a:gd name="connsiteX11" fmla="*/ 13652021 w 15099996"/>
              <a:gd name="connsiteY11" fmla="*/ 431638 h 4824796"/>
              <a:gd name="connsiteX12" fmla="*/ 13696626 w 15099996"/>
              <a:gd name="connsiteY12" fmla="*/ 453939 h 4824796"/>
              <a:gd name="connsiteX13" fmla="*/ 13629718 w 15099996"/>
              <a:gd name="connsiteY13" fmla="*/ 375882 h 4824796"/>
              <a:gd name="connsiteX14" fmla="*/ 13707778 w 15099996"/>
              <a:gd name="connsiteY14" fmla="*/ 420486 h 4824796"/>
              <a:gd name="connsiteX15" fmla="*/ 13903497 w 15099996"/>
              <a:gd name="connsiteY15" fmla="*/ 253218 h 4824796"/>
              <a:gd name="connsiteX16" fmla="*/ 14276490 w 15099996"/>
              <a:gd name="connsiteY16" fmla="*/ 4189599 h 4824796"/>
              <a:gd name="connsiteX17" fmla="*/ 14015009 w 15099996"/>
              <a:gd name="connsiteY17" fmla="*/ 4312261 h 4824796"/>
              <a:gd name="connsiteX18" fmla="*/ 1001536 w 15099996"/>
              <a:gd name="connsiteY18" fmla="*/ 4814067 h 4824796"/>
              <a:gd name="connsiteX19" fmla="*/ 1090746 w 15099996"/>
              <a:gd name="connsiteY19" fmla="*/ 4245354 h 4824796"/>
              <a:gd name="connsiteX0" fmla="*/ 1090746 w 14953537"/>
              <a:gd name="connsiteY0" fmla="*/ 4254356 h 4870174"/>
              <a:gd name="connsiteX1" fmla="*/ 2785731 w 14953537"/>
              <a:gd name="connsiteY1" fmla="*/ 4075937 h 4870174"/>
              <a:gd name="connsiteX2" fmla="*/ 5874619 w 14953537"/>
              <a:gd name="connsiteY2" fmla="*/ 3462620 h 4870174"/>
              <a:gd name="connsiteX3" fmla="*/ 6833624 w 14953537"/>
              <a:gd name="connsiteY3" fmla="*/ 3027722 h 4870174"/>
              <a:gd name="connsiteX4" fmla="*/ 8093712 w 14953537"/>
              <a:gd name="connsiteY4" fmla="*/ 2815849 h 4870174"/>
              <a:gd name="connsiteX5" fmla="*/ 8785088 w 14953537"/>
              <a:gd name="connsiteY5" fmla="*/ 2570522 h 4870174"/>
              <a:gd name="connsiteX6" fmla="*/ 9710639 w 14953537"/>
              <a:gd name="connsiteY6" fmla="*/ 1812239 h 4870174"/>
              <a:gd name="connsiteX7" fmla="*/ 10797310 w 14953537"/>
              <a:gd name="connsiteY7" fmla="*/ 1533459 h 4870174"/>
              <a:gd name="connsiteX8" fmla="*/ 11399475 w 14953537"/>
              <a:gd name="connsiteY8" fmla="*/ 1466552 h 4870174"/>
              <a:gd name="connsiteX9" fmla="*/ 11667105 w 14953537"/>
              <a:gd name="connsiteY9" fmla="*/ 1377342 h 4870174"/>
              <a:gd name="connsiteX10" fmla="*/ 12960646 w 14953537"/>
              <a:gd name="connsiteY10" fmla="*/ 819780 h 4870174"/>
              <a:gd name="connsiteX11" fmla="*/ 13652021 w 14953537"/>
              <a:gd name="connsiteY11" fmla="*/ 440640 h 4870174"/>
              <a:gd name="connsiteX12" fmla="*/ 13696626 w 14953537"/>
              <a:gd name="connsiteY12" fmla="*/ 462941 h 4870174"/>
              <a:gd name="connsiteX13" fmla="*/ 13629718 w 14953537"/>
              <a:gd name="connsiteY13" fmla="*/ 384884 h 4870174"/>
              <a:gd name="connsiteX14" fmla="*/ 13707778 w 14953537"/>
              <a:gd name="connsiteY14" fmla="*/ 429488 h 4870174"/>
              <a:gd name="connsiteX15" fmla="*/ 13903497 w 14953537"/>
              <a:gd name="connsiteY15" fmla="*/ 262220 h 4870174"/>
              <a:gd name="connsiteX16" fmla="*/ 14015009 w 14953537"/>
              <a:gd name="connsiteY16" fmla="*/ 4321263 h 4870174"/>
              <a:gd name="connsiteX17" fmla="*/ 1001536 w 14953537"/>
              <a:gd name="connsiteY17" fmla="*/ 4823069 h 4870174"/>
              <a:gd name="connsiteX18" fmla="*/ 1090746 w 14953537"/>
              <a:gd name="connsiteY18" fmla="*/ 4254356 h 4870174"/>
              <a:gd name="connsiteX0" fmla="*/ 1090746 w 14934309"/>
              <a:gd name="connsiteY0" fmla="*/ 4154610 h 4770428"/>
              <a:gd name="connsiteX1" fmla="*/ 2785731 w 14934309"/>
              <a:gd name="connsiteY1" fmla="*/ 3976191 h 4770428"/>
              <a:gd name="connsiteX2" fmla="*/ 5874619 w 14934309"/>
              <a:gd name="connsiteY2" fmla="*/ 3362874 h 4770428"/>
              <a:gd name="connsiteX3" fmla="*/ 6833624 w 14934309"/>
              <a:gd name="connsiteY3" fmla="*/ 2927976 h 4770428"/>
              <a:gd name="connsiteX4" fmla="*/ 8093712 w 14934309"/>
              <a:gd name="connsiteY4" fmla="*/ 2716103 h 4770428"/>
              <a:gd name="connsiteX5" fmla="*/ 8785088 w 14934309"/>
              <a:gd name="connsiteY5" fmla="*/ 2470776 h 4770428"/>
              <a:gd name="connsiteX6" fmla="*/ 9710639 w 14934309"/>
              <a:gd name="connsiteY6" fmla="*/ 1712493 h 4770428"/>
              <a:gd name="connsiteX7" fmla="*/ 10797310 w 14934309"/>
              <a:gd name="connsiteY7" fmla="*/ 1433713 h 4770428"/>
              <a:gd name="connsiteX8" fmla="*/ 11399475 w 14934309"/>
              <a:gd name="connsiteY8" fmla="*/ 1366806 h 4770428"/>
              <a:gd name="connsiteX9" fmla="*/ 11667105 w 14934309"/>
              <a:gd name="connsiteY9" fmla="*/ 1277596 h 4770428"/>
              <a:gd name="connsiteX10" fmla="*/ 12960646 w 14934309"/>
              <a:gd name="connsiteY10" fmla="*/ 720034 h 4770428"/>
              <a:gd name="connsiteX11" fmla="*/ 13652021 w 14934309"/>
              <a:gd name="connsiteY11" fmla="*/ 340894 h 4770428"/>
              <a:gd name="connsiteX12" fmla="*/ 13696626 w 14934309"/>
              <a:gd name="connsiteY12" fmla="*/ 363195 h 4770428"/>
              <a:gd name="connsiteX13" fmla="*/ 13629718 w 14934309"/>
              <a:gd name="connsiteY13" fmla="*/ 285138 h 4770428"/>
              <a:gd name="connsiteX14" fmla="*/ 14253210 w 14934309"/>
              <a:gd name="connsiteY14" fmla="*/ 778921 h 4770428"/>
              <a:gd name="connsiteX15" fmla="*/ 13903497 w 14934309"/>
              <a:gd name="connsiteY15" fmla="*/ 162474 h 4770428"/>
              <a:gd name="connsiteX16" fmla="*/ 14015009 w 14934309"/>
              <a:gd name="connsiteY16" fmla="*/ 4221517 h 4770428"/>
              <a:gd name="connsiteX17" fmla="*/ 1001536 w 14934309"/>
              <a:gd name="connsiteY17" fmla="*/ 4723323 h 4770428"/>
              <a:gd name="connsiteX18" fmla="*/ 1090746 w 14934309"/>
              <a:gd name="connsiteY18" fmla="*/ 4154610 h 4770428"/>
              <a:gd name="connsiteX0" fmla="*/ 1090746 w 15056564"/>
              <a:gd name="connsiteY0" fmla="*/ 3899678 h 4515496"/>
              <a:gd name="connsiteX1" fmla="*/ 2785731 w 15056564"/>
              <a:gd name="connsiteY1" fmla="*/ 3721259 h 4515496"/>
              <a:gd name="connsiteX2" fmla="*/ 5874619 w 15056564"/>
              <a:gd name="connsiteY2" fmla="*/ 3107942 h 4515496"/>
              <a:gd name="connsiteX3" fmla="*/ 6833624 w 15056564"/>
              <a:gd name="connsiteY3" fmla="*/ 2673044 h 4515496"/>
              <a:gd name="connsiteX4" fmla="*/ 8093712 w 15056564"/>
              <a:gd name="connsiteY4" fmla="*/ 2461171 h 4515496"/>
              <a:gd name="connsiteX5" fmla="*/ 8785088 w 15056564"/>
              <a:gd name="connsiteY5" fmla="*/ 2215844 h 4515496"/>
              <a:gd name="connsiteX6" fmla="*/ 9710639 w 15056564"/>
              <a:gd name="connsiteY6" fmla="*/ 1457561 h 4515496"/>
              <a:gd name="connsiteX7" fmla="*/ 10797310 w 15056564"/>
              <a:gd name="connsiteY7" fmla="*/ 1178781 h 4515496"/>
              <a:gd name="connsiteX8" fmla="*/ 11399475 w 15056564"/>
              <a:gd name="connsiteY8" fmla="*/ 1111874 h 4515496"/>
              <a:gd name="connsiteX9" fmla="*/ 11667105 w 15056564"/>
              <a:gd name="connsiteY9" fmla="*/ 1022664 h 4515496"/>
              <a:gd name="connsiteX10" fmla="*/ 12960646 w 15056564"/>
              <a:gd name="connsiteY10" fmla="*/ 465102 h 4515496"/>
              <a:gd name="connsiteX11" fmla="*/ 13652021 w 15056564"/>
              <a:gd name="connsiteY11" fmla="*/ 85962 h 4515496"/>
              <a:gd name="connsiteX12" fmla="*/ 13696626 w 15056564"/>
              <a:gd name="connsiteY12" fmla="*/ 108263 h 4515496"/>
              <a:gd name="connsiteX13" fmla="*/ 13629718 w 15056564"/>
              <a:gd name="connsiteY13" fmla="*/ 30206 h 4515496"/>
              <a:gd name="connsiteX14" fmla="*/ 14253210 w 15056564"/>
              <a:gd name="connsiteY14" fmla="*/ 523989 h 4515496"/>
              <a:gd name="connsiteX15" fmla="*/ 14352676 w 15056564"/>
              <a:gd name="connsiteY15" fmla="*/ 886111 h 4515496"/>
              <a:gd name="connsiteX16" fmla="*/ 14015009 w 15056564"/>
              <a:gd name="connsiteY16" fmla="*/ 3966585 h 4515496"/>
              <a:gd name="connsiteX17" fmla="*/ 1001536 w 15056564"/>
              <a:gd name="connsiteY17" fmla="*/ 4468391 h 4515496"/>
              <a:gd name="connsiteX18" fmla="*/ 1090746 w 15056564"/>
              <a:gd name="connsiteY18" fmla="*/ 3899678 h 4515496"/>
              <a:gd name="connsiteX0" fmla="*/ 1090746 w 15081760"/>
              <a:gd name="connsiteY0" fmla="*/ 3899678 h 4515496"/>
              <a:gd name="connsiteX1" fmla="*/ 2785731 w 15081760"/>
              <a:gd name="connsiteY1" fmla="*/ 3721259 h 4515496"/>
              <a:gd name="connsiteX2" fmla="*/ 5874619 w 15081760"/>
              <a:gd name="connsiteY2" fmla="*/ 3107942 h 4515496"/>
              <a:gd name="connsiteX3" fmla="*/ 6833624 w 15081760"/>
              <a:gd name="connsiteY3" fmla="*/ 2673044 h 4515496"/>
              <a:gd name="connsiteX4" fmla="*/ 8093712 w 15081760"/>
              <a:gd name="connsiteY4" fmla="*/ 2461171 h 4515496"/>
              <a:gd name="connsiteX5" fmla="*/ 8785088 w 15081760"/>
              <a:gd name="connsiteY5" fmla="*/ 2215844 h 4515496"/>
              <a:gd name="connsiteX6" fmla="*/ 9710639 w 15081760"/>
              <a:gd name="connsiteY6" fmla="*/ 1457561 h 4515496"/>
              <a:gd name="connsiteX7" fmla="*/ 10797310 w 15081760"/>
              <a:gd name="connsiteY7" fmla="*/ 1178781 h 4515496"/>
              <a:gd name="connsiteX8" fmla="*/ 11399475 w 15081760"/>
              <a:gd name="connsiteY8" fmla="*/ 1111874 h 4515496"/>
              <a:gd name="connsiteX9" fmla="*/ 11667105 w 15081760"/>
              <a:gd name="connsiteY9" fmla="*/ 1022664 h 4515496"/>
              <a:gd name="connsiteX10" fmla="*/ 12960646 w 15081760"/>
              <a:gd name="connsiteY10" fmla="*/ 465102 h 4515496"/>
              <a:gd name="connsiteX11" fmla="*/ 13652021 w 15081760"/>
              <a:gd name="connsiteY11" fmla="*/ 85962 h 4515496"/>
              <a:gd name="connsiteX12" fmla="*/ 13696626 w 15081760"/>
              <a:gd name="connsiteY12" fmla="*/ 108263 h 4515496"/>
              <a:gd name="connsiteX13" fmla="*/ 13629718 w 15081760"/>
              <a:gd name="connsiteY13" fmla="*/ 30206 h 4515496"/>
              <a:gd name="connsiteX14" fmla="*/ 13675694 w 15081760"/>
              <a:gd name="connsiteY14" fmla="*/ 4053252 h 4515496"/>
              <a:gd name="connsiteX15" fmla="*/ 14352676 w 15081760"/>
              <a:gd name="connsiteY15" fmla="*/ 886111 h 4515496"/>
              <a:gd name="connsiteX16" fmla="*/ 14015009 w 15081760"/>
              <a:gd name="connsiteY16" fmla="*/ 3966585 h 4515496"/>
              <a:gd name="connsiteX17" fmla="*/ 1001536 w 15081760"/>
              <a:gd name="connsiteY17" fmla="*/ 4468391 h 4515496"/>
              <a:gd name="connsiteX18" fmla="*/ 1090746 w 15081760"/>
              <a:gd name="connsiteY18" fmla="*/ 3899678 h 4515496"/>
              <a:gd name="connsiteX0" fmla="*/ 1090746 w 14938905"/>
              <a:gd name="connsiteY0" fmla="*/ 3899678 h 4515496"/>
              <a:gd name="connsiteX1" fmla="*/ 2785731 w 14938905"/>
              <a:gd name="connsiteY1" fmla="*/ 3721259 h 4515496"/>
              <a:gd name="connsiteX2" fmla="*/ 5874619 w 14938905"/>
              <a:gd name="connsiteY2" fmla="*/ 3107942 h 4515496"/>
              <a:gd name="connsiteX3" fmla="*/ 6833624 w 14938905"/>
              <a:gd name="connsiteY3" fmla="*/ 2673044 h 4515496"/>
              <a:gd name="connsiteX4" fmla="*/ 8093712 w 14938905"/>
              <a:gd name="connsiteY4" fmla="*/ 2461171 h 4515496"/>
              <a:gd name="connsiteX5" fmla="*/ 8785088 w 14938905"/>
              <a:gd name="connsiteY5" fmla="*/ 2215844 h 4515496"/>
              <a:gd name="connsiteX6" fmla="*/ 9710639 w 14938905"/>
              <a:gd name="connsiteY6" fmla="*/ 1457561 h 4515496"/>
              <a:gd name="connsiteX7" fmla="*/ 10797310 w 14938905"/>
              <a:gd name="connsiteY7" fmla="*/ 1178781 h 4515496"/>
              <a:gd name="connsiteX8" fmla="*/ 11399475 w 14938905"/>
              <a:gd name="connsiteY8" fmla="*/ 1111874 h 4515496"/>
              <a:gd name="connsiteX9" fmla="*/ 11667105 w 14938905"/>
              <a:gd name="connsiteY9" fmla="*/ 1022664 h 4515496"/>
              <a:gd name="connsiteX10" fmla="*/ 12960646 w 14938905"/>
              <a:gd name="connsiteY10" fmla="*/ 465102 h 4515496"/>
              <a:gd name="connsiteX11" fmla="*/ 13652021 w 14938905"/>
              <a:gd name="connsiteY11" fmla="*/ 85962 h 4515496"/>
              <a:gd name="connsiteX12" fmla="*/ 13696626 w 14938905"/>
              <a:gd name="connsiteY12" fmla="*/ 108263 h 4515496"/>
              <a:gd name="connsiteX13" fmla="*/ 13629718 w 14938905"/>
              <a:gd name="connsiteY13" fmla="*/ 30206 h 4515496"/>
              <a:gd name="connsiteX14" fmla="*/ 13675694 w 14938905"/>
              <a:gd name="connsiteY14" fmla="*/ 4053252 h 4515496"/>
              <a:gd name="connsiteX15" fmla="*/ 13839328 w 14938905"/>
              <a:gd name="connsiteY15" fmla="*/ 3950153 h 4515496"/>
              <a:gd name="connsiteX16" fmla="*/ 14015009 w 14938905"/>
              <a:gd name="connsiteY16" fmla="*/ 3966585 h 4515496"/>
              <a:gd name="connsiteX17" fmla="*/ 1001536 w 14938905"/>
              <a:gd name="connsiteY17" fmla="*/ 4468391 h 4515496"/>
              <a:gd name="connsiteX18" fmla="*/ 1090746 w 14938905"/>
              <a:gd name="connsiteY18" fmla="*/ 3899678 h 4515496"/>
              <a:gd name="connsiteX0" fmla="*/ 891433 w 13785725"/>
              <a:gd name="connsiteY0" fmla="*/ 3899678 h 5285441"/>
              <a:gd name="connsiteX1" fmla="*/ 2586418 w 13785725"/>
              <a:gd name="connsiteY1" fmla="*/ 3721259 h 5285441"/>
              <a:gd name="connsiteX2" fmla="*/ 5675306 w 13785725"/>
              <a:gd name="connsiteY2" fmla="*/ 3107942 h 5285441"/>
              <a:gd name="connsiteX3" fmla="*/ 6634311 w 13785725"/>
              <a:gd name="connsiteY3" fmla="*/ 2673044 h 5285441"/>
              <a:gd name="connsiteX4" fmla="*/ 7894399 w 13785725"/>
              <a:gd name="connsiteY4" fmla="*/ 2461171 h 5285441"/>
              <a:gd name="connsiteX5" fmla="*/ 8585775 w 13785725"/>
              <a:gd name="connsiteY5" fmla="*/ 2215844 h 5285441"/>
              <a:gd name="connsiteX6" fmla="*/ 9511326 w 13785725"/>
              <a:gd name="connsiteY6" fmla="*/ 1457561 h 5285441"/>
              <a:gd name="connsiteX7" fmla="*/ 10597997 w 13785725"/>
              <a:gd name="connsiteY7" fmla="*/ 1178781 h 5285441"/>
              <a:gd name="connsiteX8" fmla="*/ 11200162 w 13785725"/>
              <a:gd name="connsiteY8" fmla="*/ 1111874 h 5285441"/>
              <a:gd name="connsiteX9" fmla="*/ 11467792 w 13785725"/>
              <a:gd name="connsiteY9" fmla="*/ 1022664 h 5285441"/>
              <a:gd name="connsiteX10" fmla="*/ 12761333 w 13785725"/>
              <a:gd name="connsiteY10" fmla="*/ 465102 h 5285441"/>
              <a:gd name="connsiteX11" fmla="*/ 13452708 w 13785725"/>
              <a:gd name="connsiteY11" fmla="*/ 85962 h 5285441"/>
              <a:gd name="connsiteX12" fmla="*/ 13497313 w 13785725"/>
              <a:gd name="connsiteY12" fmla="*/ 108263 h 5285441"/>
              <a:gd name="connsiteX13" fmla="*/ 13430405 w 13785725"/>
              <a:gd name="connsiteY13" fmla="*/ 30206 h 5285441"/>
              <a:gd name="connsiteX14" fmla="*/ 13476381 w 13785725"/>
              <a:gd name="connsiteY14" fmla="*/ 4053252 h 5285441"/>
              <a:gd name="connsiteX15" fmla="*/ 13640015 w 13785725"/>
              <a:gd name="connsiteY15" fmla="*/ 3950153 h 5285441"/>
              <a:gd name="connsiteX16" fmla="*/ 11120623 w 13785725"/>
              <a:gd name="connsiteY16" fmla="*/ 5025363 h 5285441"/>
              <a:gd name="connsiteX17" fmla="*/ 802223 w 13785725"/>
              <a:gd name="connsiteY17" fmla="*/ 4468391 h 5285441"/>
              <a:gd name="connsiteX18" fmla="*/ 891433 w 13785725"/>
              <a:gd name="connsiteY18" fmla="*/ 3899678 h 5285441"/>
              <a:gd name="connsiteX0" fmla="*/ 891433 w 13602059"/>
              <a:gd name="connsiteY0" fmla="*/ 3899678 h 5285441"/>
              <a:gd name="connsiteX1" fmla="*/ 2586418 w 13602059"/>
              <a:gd name="connsiteY1" fmla="*/ 3721259 h 5285441"/>
              <a:gd name="connsiteX2" fmla="*/ 5675306 w 13602059"/>
              <a:gd name="connsiteY2" fmla="*/ 3107942 h 5285441"/>
              <a:gd name="connsiteX3" fmla="*/ 6634311 w 13602059"/>
              <a:gd name="connsiteY3" fmla="*/ 2673044 h 5285441"/>
              <a:gd name="connsiteX4" fmla="*/ 7894399 w 13602059"/>
              <a:gd name="connsiteY4" fmla="*/ 2461171 h 5285441"/>
              <a:gd name="connsiteX5" fmla="*/ 8585775 w 13602059"/>
              <a:gd name="connsiteY5" fmla="*/ 2215844 h 5285441"/>
              <a:gd name="connsiteX6" fmla="*/ 9511326 w 13602059"/>
              <a:gd name="connsiteY6" fmla="*/ 1457561 h 5285441"/>
              <a:gd name="connsiteX7" fmla="*/ 10597997 w 13602059"/>
              <a:gd name="connsiteY7" fmla="*/ 1178781 h 5285441"/>
              <a:gd name="connsiteX8" fmla="*/ 11200162 w 13602059"/>
              <a:gd name="connsiteY8" fmla="*/ 1111874 h 5285441"/>
              <a:gd name="connsiteX9" fmla="*/ 11467792 w 13602059"/>
              <a:gd name="connsiteY9" fmla="*/ 1022664 h 5285441"/>
              <a:gd name="connsiteX10" fmla="*/ 12761333 w 13602059"/>
              <a:gd name="connsiteY10" fmla="*/ 465102 h 5285441"/>
              <a:gd name="connsiteX11" fmla="*/ 13452708 w 13602059"/>
              <a:gd name="connsiteY11" fmla="*/ 85962 h 5285441"/>
              <a:gd name="connsiteX12" fmla="*/ 13497313 w 13602059"/>
              <a:gd name="connsiteY12" fmla="*/ 108263 h 5285441"/>
              <a:gd name="connsiteX13" fmla="*/ 13430405 w 13602059"/>
              <a:gd name="connsiteY13" fmla="*/ 30206 h 5285441"/>
              <a:gd name="connsiteX14" fmla="*/ 13476381 w 13602059"/>
              <a:gd name="connsiteY14" fmla="*/ 4053252 h 5285441"/>
              <a:gd name="connsiteX15" fmla="*/ 12468942 w 13602059"/>
              <a:gd name="connsiteY15" fmla="*/ 4319122 h 5285441"/>
              <a:gd name="connsiteX16" fmla="*/ 11120623 w 13602059"/>
              <a:gd name="connsiteY16" fmla="*/ 5025363 h 5285441"/>
              <a:gd name="connsiteX17" fmla="*/ 802223 w 13602059"/>
              <a:gd name="connsiteY17" fmla="*/ 4468391 h 5285441"/>
              <a:gd name="connsiteX18" fmla="*/ 891433 w 13602059"/>
              <a:gd name="connsiteY18" fmla="*/ 3899678 h 5285441"/>
              <a:gd name="connsiteX0" fmla="*/ 428039 w 13138665"/>
              <a:gd name="connsiteY0" fmla="*/ 3899678 h 5053634"/>
              <a:gd name="connsiteX1" fmla="*/ 2123024 w 13138665"/>
              <a:gd name="connsiteY1" fmla="*/ 3721259 h 5053634"/>
              <a:gd name="connsiteX2" fmla="*/ 5211912 w 13138665"/>
              <a:gd name="connsiteY2" fmla="*/ 3107942 h 5053634"/>
              <a:gd name="connsiteX3" fmla="*/ 6170917 w 13138665"/>
              <a:gd name="connsiteY3" fmla="*/ 2673044 h 5053634"/>
              <a:gd name="connsiteX4" fmla="*/ 7431005 w 13138665"/>
              <a:gd name="connsiteY4" fmla="*/ 2461171 h 5053634"/>
              <a:gd name="connsiteX5" fmla="*/ 8122381 w 13138665"/>
              <a:gd name="connsiteY5" fmla="*/ 2215844 h 5053634"/>
              <a:gd name="connsiteX6" fmla="*/ 9047932 w 13138665"/>
              <a:gd name="connsiteY6" fmla="*/ 1457561 h 5053634"/>
              <a:gd name="connsiteX7" fmla="*/ 10134603 w 13138665"/>
              <a:gd name="connsiteY7" fmla="*/ 1178781 h 5053634"/>
              <a:gd name="connsiteX8" fmla="*/ 10736768 w 13138665"/>
              <a:gd name="connsiteY8" fmla="*/ 1111874 h 5053634"/>
              <a:gd name="connsiteX9" fmla="*/ 11004398 w 13138665"/>
              <a:gd name="connsiteY9" fmla="*/ 1022664 h 5053634"/>
              <a:gd name="connsiteX10" fmla="*/ 12297939 w 13138665"/>
              <a:gd name="connsiteY10" fmla="*/ 465102 h 5053634"/>
              <a:gd name="connsiteX11" fmla="*/ 12989314 w 13138665"/>
              <a:gd name="connsiteY11" fmla="*/ 85962 h 5053634"/>
              <a:gd name="connsiteX12" fmla="*/ 13033919 w 13138665"/>
              <a:gd name="connsiteY12" fmla="*/ 108263 h 5053634"/>
              <a:gd name="connsiteX13" fmla="*/ 12967011 w 13138665"/>
              <a:gd name="connsiteY13" fmla="*/ 30206 h 5053634"/>
              <a:gd name="connsiteX14" fmla="*/ 13012987 w 13138665"/>
              <a:gd name="connsiteY14" fmla="*/ 4053252 h 5053634"/>
              <a:gd name="connsiteX15" fmla="*/ 12005548 w 13138665"/>
              <a:gd name="connsiteY15" fmla="*/ 4319122 h 5053634"/>
              <a:gd name="connsiteX16" fmla="*/ 4368724 w 13138665"/>
              <a:gd name="connsiteY16" fmla="*/ 4752648 h 5053634"/>
              <a:gd name="connsiteX17" fmla="*/ 338829 w 13138665"/>
              <a:gd name="connsiteY17" fmla="*/ 4468391 h 5053634"/>
              <a:gd name="connsiteX18" fmla="*/ 428039 w 13138665"/>
              <a:gd name="connsiteY18" fmla="*/ 3899678 h 5053634"/>
              <a:gd name="connsiteX0" fmla="*/ 428039 w 13138665"/>
              <a:gd name="connsiteY0" fmla="*/ 3899678 h 5053634"/>
              <a:gd name="connsiteX1" fmla="*/ 2123024 w 13138665"/>
              <a:gd name="connsiteY1" fmla="*/ 3721259 h 5053634"/>
              <a:gd name="connsiteX2" fmla="*/ 5211912 w 13138665"/>
              <a:gd name="connsiteY2" fmla="*/ 3107942 h 5053634"/>
              <a:gd name="connsiteX3" fmla="*/ 6170917 w 13138665"/>
              <a:gd name="connsiteY3" fmla="*/ 2673044 h 5053634"/>
              <a:gd name="connsiteX4" fmla="*/ 7431005 w 13138665"/>
              <a:gd name="connsiteY4" fmla="*/ 2461171 h 5053634"/>
              <a:gd name="connsiteX5" fmla="*/ 8122381 w 13138665"/>
              <a:gd name="connsiteY5" fmla="*/ 2215844 h 5053634"/>
              <a:gd name="connsiteX6" fmla="*/ 9047932 w 13138665"/>
              <a:gd name="connsiteY6" fmla="*/ 1457561 h 5053634"/>
              <a:gd name="connsiteX7" fmla="*/ 10134603 w 13138665"/>
              <a:gd name="connsiteY7" fmla="*/ 1178781 h 5053634"/>
              <a:gd name="connsiteX8" fmla="*/ 10736768 w 13138665"/>
              <a:gd name="connsiteY8" fmla="*/ 1111874 h 5053634"/>
              <a:gd name="connsiteX9" fmla="*/ 11004398 w 13138665"/>
              <a:gd name="connsiteY9" fmla="*/ 1022664 h 5053634"/>
              <a:gd name="connsiteX10" fmla="*/ 12297939 w 13138665"/>
              <a:gd name="connsiteY10" fmla="*/ 465102 h 5053634"/>
              <a:gd name="connsiteX11" fmla="*/ 12989314 w 13138665"/>
              <a:gd name="connsiteY11" fmla="*/ 85962 h 5053634"/>
              <a:gd name="connsiteX12" fmla="*/ 13033919 w 13138665"/>
              <a:gd name="connsiteY12" fmla="*/ 108263 h 5053634"/>
              <a:gd name="connsiteX13" fmla="*/ 12967011 w 13138665"/>
              <a:gd name="connsiteY13" fmla="*/ 30206 h 5053634"/>
              <a:gd name="connsiteX14" fmla="*/ 13012987 w 13138665"/>
              <a:gd name="connsiteY14" fmla="*/ 4053252 h 5053634"/>
              <a:gd name="connsiteX15" fmla="*/ 12005548 w 13138665"/>
              <a:gd name="connsiteY15" fmla="*/ 4319122 h 5053634"/>
              <a:gd name="connsiteX16" fmla="*/ 4368724 w 13138665"/>
              <a:gd name="connsiteY16" fmla="*/ 4752648 h 5053634"/>
              <a:gd name="connsiteX17" fmla="*/ 338829 w 13138665"/>
              <a:gd name="connsiteY17" fmla="*/ 4468391 h 5053634"/>
              <a:gd name="connsiteX18" fmla="*/ 428039 w 13138665"/>
              <a:gd name="connsiteY18" fmla="*/ 3899678 h 5053634"/>
              <a:gd name="connsiteX0" fmla="*/ 428039 w 13085935"/>
              <a:gd name="connsiteY0" fmla="*/ 3899678 h 5053634"/>
              <a:gd name="connsiteX1" fmla="*/ 2123024 w 13085935"/>
              <a:gd name="connsiteY1" fmla="*/ 3721259 h 5053634"/>
              <a:gd name="connsiteX2" fmla="*/ 5211912 w 13085935"/>
              <a:gd name="connsiteY2" fmla="*/ 3107942 h 5053634"/>
              <a:gd name="connsiteX3" fmla="*/ 6170917 w 13085935"/>
              <a:gd name="connsiteY3" fmla="*/ 2673044 h 5053634"/>
              <a:gd name="connsiteX4" fmla="*/ 7431005 w 13085935"/>
              <a:gd name="connsiteY4" fmla="*/ 2461171 h 5053634"/>
              <a:gd name="connsiteX5" fmla="*/ 8122381 w 13085935"/>
              <a:gd name="connsiteY5" fmla="*/ 2215844 h 5053634"/>
              <a:gd name="connsiteX6" fmla="*/ 9047932 w 13085935"/>
              <a:gd name="connsiteY6" fmla="*/ 1457561 h 5053634"/>
              <a:gd name="connsiteX7" fmla="*/ 10134603 w 13085935"/>
              <a:gd name="connsiteY7" fmla="*/ 1178781 h 5053634"/>
              <a:gd name="connsiteX8" fmla="*/ 10736768 w 13085935"/>
              <a:gd name="connsiteY8" fmla="*/ 1111874 h 5053634"/>
              <a:gd name="connsiteX9" fmla="*/ 11004398 w 13085935"/>
              <a:gd name="connsiteY9" fmla="*/ 1022664 h 5053634"/>
              <a:gd name="connsiteX10" fmla="*/ 12297939 w 13085935"/>
              <a:gd name="connsiteY10" fmla="*/ 465102 h 5053634"/>
              <a:gd name="connsiteX11" fmla="*/ 12989314 w 13085935"/>
              <a:gd name="connsiteY11" fmla="*/ 85962 h 5053634"/>
              <a:gd name="connsiteX12" fmla="*/ 13033919 w 13085935"/>
              <a:gd name="connsiteY12" fmla="*/ 108263 h 5053634"/>
              <a:gd name="connsiteX13" fmla="*/ 12967011 w 13085935"/>
              <a:gd name="connsiteY13" fmla="*/ 30206 h 5053634"/>
              <a:gd name="connsiteX14" fmla="*/ 13012987 w 13085935"/>
              <a:gd name="connsiteY14" fmla="*/ 4053252 h 5053634"/>
              <a:gd name="connsiteX15" fmla="*/ 12953493 w 13085935"/>
              <a:gd name="connsiteY15" fmla="*/ 4388216 h 5053634"/>
              <a:gd name="connsiteX16" fmla="*/ 12005548 w 13085935"/>
              <a:gd name="connsiteY16" fmla="*/ 4319122 h 5053634"/>
              <a:gd name="connsiteX17" fmla="*/ 4368724 w 13085935"/>
              <a:gd name="connsiteY17" fmla="*/ 4752648 h 5053634"/>
              <a:gd name="connsiteX18" fmla="*/ 338829 w 13085935"/>
              <a:gd name="connsiteY18" fmla="*/ 4468391 h 5053634"/>
              <a:gd name="connsiteX19" fmla="*/ 428039 w 13085935"/>
              <a:gd name="connsiteY19" fmla="*/ 3899678 h 5053634"/>
              <a:gd name="connsiteX0" fmla="*/ 428039 w 13092952"/>
              <a:gd name="connsiteY0" fmla="*/ 3899678 h 5053634"/>
              <a:gd name="connsiteX1" fmla="*/ 2123024 w 13092952"/>
              <a:gd name="connsiteY1" fmla="*/ 3721259 h 5053634"/>
              <a:gd name="connsiteX2" fmla="*/ 5211912 w 13092952"/>
              <a:gd name="connsiteY2" fmla="*/ 3107942 h 5053634"/>
              <a:gd name="connsiteX3" fmla="*/ 6170917 w 13092952"/>
              <a:gd name="connsiteY3" fmla="*/ 2673044 h 5053634"/>
              <a:gd name="connsiteX4" fmla="*/ 7431005 w 13092952"/>
              <a:gd name="connsiteY4" fmla="*/ 2461171 h 5053634"/>
              <a:gd name="connsiteX5" fmla="*/ 8122381 w 13092952"/>
              <a:gd name="connsiteY5" fmla="*/ 2215844 h 5053634"/>
              <a:gd name="connsiteX6" fmla="*/ 9047932 w 13092952"/>
              <a:gd name="connsiteY6" fmla="*/ 1457561 h 5053634"/>
              <a:gd name="connsiteX7" fmla="*/ 10134603 w 13092952"/>
              <a:gd name="connsiteY7" fmla="*/ 1178781 h 5053634"/>
              <a:gd name="connsiteX8" fmla="*/ 10736768 w 13092952"/>
              <a:gd name="connsiteY8" fmla="*/ 1111874 h 5053634"/>
              <a:gd name="connsiteX9" fmla="*/ 11004398 w 13092952"/>
              <a:gd name="connsiteY9" fmla="*/ 1022664 h 5053634"/>
              <a:gd name="connsiteX10" fmla="*/ 12297939 w 13092952"/>
              <a:gd name="connsiteY10" fmla="*/ 465102 h 5053634"/>
              <a:gd name="connsiteX11" fmla="*/ 12989314 w 13092952"/>
              <a:gd name="connsiteY11" fmla="*/ 85962 h 5053634"/>
              <a:gd name="connsiteX12" fmla="*/ 13033919 w 13092952"/>
              <a:gd name="connsiteY12" fmla="*/ 108263 h 5053634"/>
              <a:gd name="connsiteX13" fmla="*/ 12967011 w 13092952"/>
              <a:gd name="connsiteY13" fmla="*/ 30206 h 5053634"/>
              <a:gd name="connsiteX14" fmla="*/ 13012987 w 13092952"/>
              <a:gd name="connsiteY14" fmla="*/ 4053252 h 5053634"/>
              <a:gd name="connsiteX15" fmla="*/ 13017661 w 13092952"/>
              <a:gd name="connsiteY15" fmla="*/ 4516553 h 5053634"/>
              <a:gd name="connsiteX16" fmla="*/ 12005548 w 13092952"/>
              <a:gd name="connsiteY16" fmla="*/ 4319122 h 5053634"/>
              <a:gd name="connsiteX17" fmla="*/ 4368724 w 13092952"/>
              <a:gd name="connsiteY17" fmla="*/ 4752648 h 5053634"/>
              <a:gd name="connsiteX18" fmla="*/ 338829 w 13092952"/>
              <a:gd name="connsiteY18" fmla="*/ 4468391 h 5053634"/>
              <a:gd name="connsiteX19" fmla="*/ 428039 w 13092952"/>
              <a:gd name="connsiteY19" fmla="*/ 3899678 h 5053634"/>
              <a:gd name="connsiteX0" fmla="*/ 428039 w 13118461"/>
              <a:gd name="connsiteY0" fmla="*/ 3899678 h 5053634"/>
              <a:gd name="connsiteX1" fmla="*/ 2123024 w 13118461"/>
              <a:gd name="connsiteY1" fmla="*/ 3721259 h 5053634"/>
              <a:gd name="connsiteX2" fmla="*/ 5211912 w 13118461"/>
              <a:gd name="connsiteY2" fmla="*/ 3107942 h 5053634"/>
              <a:gd name="connsiteX3" fmla="*/ 6170917 w 13118461"/>
              <a:gd name="connsiteY3" fmla="*/ 2673044 h 5053634"/>
              <a:gd name="connsiteX4" fmla="*/ 7431005 w 13118461"/>
              <a:gd name="connsiteY4" fmla="*/ 2461171 h 5053634"/>
              <a:gd name="connsiteX5" fmla="*/ 8122381 w 13118461"/>
              <a:gd name="connsiteY5" fmla="*/ 2215844 h 5053634"/>
              <a:gd name="connsiteX6" fmla="*/ 9047932 w 13118461"/>
              <a:gd name="connsiteY6" fmla="*/ 1457561 h 5053634"/>
              <a:gd name="connsiteX7" fmla="*/ 10134603 w 13118461"/>
              <a:gd name="connsiteY7" fmla="*/ 1178781 h 5053634"/>
              <a:gd name="connsiteX8" fmla="*/ 10736768 w 13118461"/>
              <a:gd name="connsiteY8" fmla="*/ 1111874 h 5053634"/>
              <a:gd name="connsiteX9" fmla="*/ 11004398 w 13118461"/>
              <a:gd name="connsiteY9" fmla="*/ 1022664 h 5053634"/>
              <a:gd name="connsiteX10" fmla="*/ 12297939 w 13118461"/>
              <a:gd name="connsiteY10" fmla="*/ 465102 h 5053634"/>
              <a:gd name="connsiteX11" fmla="*/ 12989314 w 13118461"/>
              <a:gd name="connsiteY11" fmla="*/ 85962 h 5053634"/>
              <a:gd name="connsiteX12" fmla="*/ 13033919 w 13118461"/>
              <a:gd name="connsiteY12" fmla="*/ 108263 h 5053634"/>
              <a:gd name="connsiteX13" fmla="*/ 12967011 w 13118461"/>
              <a:gd name="connsiteY13" fmla="*/ 30206 h 5053634"/>
              <a:gd name="connsiteX14" fmla="*/ 13012987 w 13118461"/>
              <a:gd name="connsiteY14" fmla="*/ 4053252 h 5053634"/>
              <a:gd name="connsiteX15" fmla="*/ 13049745 w 13118461"/>
              <a:gd name="connsiteY15" fmla="*/ 4356132 h 5053634"/>
              <a:gd name="connsiteX16" fmla="*/ 12005548 w 13118461"/>
              <a:gd name="connsiteY16" fmla="*/ 4319122 h 5053634"/>
              <a:gd name="connsiteX17" fmla="*/ 4368724 w 13118461"/>
              <a:gd name="connsiteY17" fmla="*/ 4752648 h 5053634"/>
              <a:gd name="connsiteX18" fmla="*/ 338829 w 13118461"/>
              <a:gd name="connsiteY18" fmla="*/ 4468391 h 5053634"/>
              <a:gd name="connsiteX19" fmla="*/ 428039 w 13118461"/>
              <a:gd name="connsiteY19" fmla="*/ 3899678 h 5053634"/>
              <a:gd name="connsiteX0" fmla="*/ 428039 w 13141703"/>
              <a:gd name="connsiteY0" fmla="*/ 3899678 h 5053634"/>
              <a:gd name="connsiteX1" fmla="*/ 2123024 w 13141703"/>
              <a:gd name="connsiteY1" fmla="*/ 3721259 h 5053634"/>
              <a:gd name="connsiteX2" fmla="*/ 5211912 w 13141703"/>
              <a:gd name="connsiteY2" fmla="*/ 3107942 h 5053634"/>
              <a:gd name="connsiteX3" fmla="*/ 6170917 w 13141703"/>
              <a:gd name="connsiteY3" fmla="*/ 2673044 h 5053634"/>
              <a:gd name="connsiteX4" fmla="*/ 7431005 w 13141703"/>
              <a:gd name="connsiteY4" fmla="*/ 2461171 h 5053634"/>
              <a:gd name="connsiteX5" fmla="*/ 8122381 w 13141703"/>
              <a:gd name="connsiteY5" fmla="*/ 2215844 h 5053634"/>
              <a:gd name="connsiteX6" fmla="*/ 9047932 w 13141703"/>
              <a:gd name="connsiteY6" fmla="*/ 1457561 h 5053634"/>
              <a:gd name="connsiteX7" fmla="*/ 10134603 w 13141703"/>
              <a:gd name="connsiteY7" fmla="*/ 1178781 h 5053634"/>
              <a:gd name="connsiteX8" fmla="*/ 10736768 w 13141703"/>
              <a:gd name="connsiteY8" fmla="*/ 1111874 h 5053634"/>
              <a:gd name="connsiteX9" fmla="*/ 11004398 w 13141703"/>
              <a:gd name="connsiteY9" fmla="*/ 1022664 h 5053634"/>
              <a:gd name="connsiteX10" fmla="*/ 12297939 w 13141703"/>
              <a:gd name="connsiteY10" fmla="*/ 465102 h 5053634"/>
              <a:gd name="connsiteX11" fmla="*/ 12989314 w 13141703"/>
              <a:gd name="connsiteY11" fmla="*/ 85962 h 5053634"/>
              <a:gd name="connsiteX12" fmla="*/ 13033919 w 13141703"/>
              <a:gd name="connsiteY12" fmla="*/ 108263 h 5053634"/>
              <a:gd name="connsiteX13" fmla="*/ 12967011 w 13141703"/>
              <a:gd name="connsiteY13" fmla="*/ 30206 h 5053634"/>
              <a:gd name="connsiteX14" fmla="*/ 13093198 w 13141703"/>
              <a:gd name="connsiteY14" fmla="*/ 4053252 h 5053634"/>
              <a:gd name="connsiteX15" fmla="*/ 13049745 w 13141703"/>
              <a:gd name="connsiteY15" fmla="*/ 4356132 h 5053634"/>
              <a:gd name="connsiteX16" fmla="*/ 12005548 w 13141703"/>
              <a:gd name="connsiteY16" fmla="*/ 4319122 h 5053634"/>
              <a:gd name="connsiteX17" fmla="*/ 4368724 w 13141703"/>
              <a:gd name="connsiteY17" fmla="*/ 4752648 h 5053634"/>
              <a:gd name="connsiteX18" fmla="*/ 338829 w 13141703"/>
              <a:gd name="connsiteY18" fmla="*/ 4468391 h 5053634"/>
              <a:gd name="connsiteX19" fmla="*/ 428039 w 13141703"/>
              <a:gd name="connsiteY19" fmla="*/ 3899678 h 5053634"/>
              <a:gd name="connsiteX0" fmla="*/ 398764 w 13112428"/>
              <a:gd name="connsiteY0" fmla="*/ 3899678 h 4801004"/>
              <a:gd name="connsiteX1" fmla="*/ 2093749 w 13112428"/>
              <a:gd name="connsiteY1" fmla="*/ 3721259 h 4801004"/>
              <a:gd name="connsiteX2" fmla="*/ 5182637 w 13112428"/>
              <a:gd name="connsiteY2" fmla="*/ 3107942 h 4801004"/>
              <a:gd name="connsiteX3" fmla="*/ 6141642 w 13112428"/>
              <a:gd name="connsiteY3" fmla="*/ 2673044 h 4801004"/>
              <a:gd name="connsiteX4" fmla="*/ 7401730 w 13112428"/>
              <a:gd name="connsiteY4" fmla="*/ 2461171 h 4801004"/>
              <a:gd name="connsiteX5" fmla="*/ 8093106 w 13112428"/>
              <a:gd name="connsiteY5" fmla="*/ 2215844 h 4801004"/>
              <a:gd name="connsiteX6" fmla="*/ 9018657 w 13112428"/>
              <a:gd name="connsiteY6" fmla="*/ 1457561 h 4801004"/>
              <a:gd name="connsiteX7" fmla="*/ 10105328 w 13112428"/>
              <a:gd name="connsiteY7" fmla="*/ 1178781 h 4801004"/>
              <a:gd name="connsiteX8" fmla="*/ 10707493 w 13112428"/>
              <a:gd name="connsiteY8" fmla="*/ 1111874 h 4801004"/>
              <a:gd name="connsiteX9" fmla="*/ 10975123 w 13112428"/>
              <a:gd name="connsiteY9" fmla="*/ 1022664 h 4801004"/>
              <a:gd name="connsiteX10" fmla="*/ 12268664 w 13112428"/>
              <a:gd name="connsiteY10" fmla="*/ 465102 h 4801004"/>
              <a:gd name="connsiteX11" fmla="*/ 12960039 w 13112428"/>
              <a:gd name="connsiteY11" fmla="*/ 85962 h 4801004"/>
              <a:gd name="connsiteX12" fmla="*/ 13004644 w 13112428"/>
              <a:gd name="connsiteY12" fmla="*/ 108263 h 4801004"/>
              <a:gd name="connsiteX13" fmla="*/ 12937736 w 13112428"/>
              <a:gd name="connsiteY13" fmla="*/ 30206 h 4801004"/>
              <a:gd name="connsiteX14" fmla="*/ 13063923 w 13112428"/>
              <a:gd name="connsiteY14" fmla="*/ 4053252 h 4801004"/>
              <a:gd name="connsiteX15" fmla="*/ 13020470 w 13112428"/>
              <a:gd name="connsiteY15" fmla="*/ 4356132 h 4801004"/>
              <a:gd name="connsiteX16" fmla="*/ 11976273 w 13112428"/>
              <a:gd name="connsiteY16" fmla="*/ 4319122 h 4801004"/>
              <a:gd name="connsiteX17" fmla="*/ 3938396 w 13112428"/>
              <a:gd name="connsiteY17" fmla="*/ 4431806 h 4801004"/>
              <a:gd name="connsiteX18" fmla="*/ 309554 w 13112428"/>
              <a:gd name="connsiteY18" fmla="*/ 4468391 h 4801004"/>
              <a:gd name="connsiteX19" fmla="*/ 398764 w 13112428"/>
              <a:gd name="connsiteY19" fmla="*/ 3899678 h 4801004"/>
              <a:gd name="connsiteX0" fmla="*/ 321411 w 13035075"/>
              <a:gd name="connsiteY0" fmla="*/ 3899678 h 4757847"/>
              <a:gd name="connsiteX1" fmla="*/ 2016396 w 13035075"/>
              <a:gd name="connsiteY1" fmla="*/ 3721259 h 4757847"/>
              <a:gd name="connsiteX2" fmla="*/ 5105284 w 13035075"/>
              <a:gd name="connsiteY2" fmla="*/ 3107942 h 4757847"/>
              <a:gd name="connsiteX3" fmla="*/ 6064289 w 13035075"/>
              <a:gd name="connsiteY3" fmla="*/ 2673044 h 4757847"/>
              <a:gd name="connsiteX4" fmla="*/ 7324377 w 13035075"/>
              <a:gd name="connsiteY4" fmla="*/ 2461171 h 4757847"/>
              <a:gd name="connsiteX5" fmla="*/ 8015753 w 13035075"/>
              <a:gd name="connsiteY5" fmla="*/ 2215844 h 4757847"/>
              <a:gd name="connsiteX6" fmla="*/ 8941304 w 13035075"/>
              <a:gd name="connsiteY6" fmla="*/ 1457561 h 4757847"/>
              <a:gd name="connsiteX7" fmla="*/ 10027975 w 13035075"/>
              <a:gd name="connsiteY7" fmla="*/ 1178781 h 4757847"/>
              <a:gd name="connsiteX8" fmla="*/ 10630140 w 13035075"/>
              <a:gd name="connsiteY8" fmla="*/ 1111874 h 4757847"/>
              <a:gd name="connsiteX9" fmla="*/ 10897770 w 13035075"/>
              <a:gd name="connsiteY9" fmla="*/ 1022664 h 4757847"/>
              <a:gd name="connsiteX10" fmla="*/ 12191311 w 13035075"/>
              <a:gd name="connsiteY10" fmla="*/ 465102 h 4757847"/>
              <a:gd name="connsiteX11" fmla="*/ 12882686 w 13035075"/>
              <a:gd name="connsiteY11" fmla="*/ 85962 h 4757847"/>
              <a:gd name="connsiteX12" fmla="*/ 12927291 w 13035075"/>
              <a:gd name="connsiteY12" fmla="*/ 108263 h 4757847"/>
              <a:gd name="connsiteX13" fmla="*/ 12860383 w 13035075"/>
              <a:gd name="connsiteY13" fmla="*/ 30206 h 4757847"/>
              <a:gd name="connsiteX14" fmla="*/ 12986570 w 13035075"/>
              <a:gd name="connsiteY14" fmla="*/ 4053252 h 4757847"/>
              <a:gd name="connsiteX15" fmla="*/ 12943117 w 13035075"/>
              <a:gd name="connsiteY15" fmla="*/ 4356132 h 4757847"/>
              <a:gd name="connsiteX16" fmla="*/ 11898920 w 13035075"/>
              <a:gd name="connsiteY16" fmla="*/ 4319122 h 4757847"/>
              <a:gd name="connsiteX17" fmla="*/ 3861043 w 13035075"/>
              <a:gd name="connsiteY17" fmla="*/ 4431806 h 4757847"/>
              <a:gd name="connsiteX18" fmla="*/ 344496 w 13035075"/>
              <a:gd name="connsiteY18" fmla="*/ 4307970 h 4757847"/>
              <a:gd name="connsiteX19" fmla="*/ 321411 w 13035075"/>
              <a:gd name="connsiteY19" fmla="*/ 3899678 h 4757847"/>
              <a:gd name="connsiteX0" fmla="*/ 325903 w 13039567"/>
              <a:gd name="connsiteY0" fmla="*/ 3899678 h 4658030"/>
              <a:gd name="connsiteX1" fmla="*/ 2020888 w 13039567"/>
              <a:gd name="connsiteY1" fmla="*/ 3721259 h 4658030"/>
              <a:gd name="connsiteX2" fmla="*/ 5109776 w 13039567"/>
              <a:gd name="connsiteY2" fmla="*/ 3107942 h 4658030"/>
              <a:gd name="connsiteX3" fmla="*/ 6068781 w 13039567"/>
              <a:gd name="connsiteY3" fmla="*/ 2673044 h 4658030"/>
              <a:gd name="connsiteX4" fmla="*/ 7328869 w 13039567"/>
              <a:gd name="connsiteY4" fmla="*/ 2461171 h 4658030"/>
              <a:gd name="connsiteX5" fmla="*/ 8020245 w 13039567"/>
              <a:gd name="connsiteY5" fmla="*/ 2215844 h 4658030"/>
              <a:gd name="connsiteX6" fmla="*/ 8945796 w 13039567"/>
              <a:gd name="connsiteY6" fmla="*/ 1457561 h 4658030"/>
              <a:gd name="connsiteX7" fmla="*/ 10032467 w 13039567"/>
              <a:gd name="connsiteY7" fmla="*/ 1178781 h 4658030"/>
              <a:gd name="connsiteX8" fmla="*/ 10634632 w 13039567"/>
              <a:gd name="connsiteY8" fmla="*/ 1111874 h 4658030"/>
              <a:gd name="connsiteX9" fmla="*/ 10902262 w 13039567"/>
              <a:gd name="connsiteY9" fmla="*/ 1022664 h 4658030"/>
              <a:gd name="connsiteX10" fmla="*/ 12195803 w 13039567"/>
              <a:gd name="connsiteY10" fmla="*/ 465102 h 4658030"/>
              <a:gd name="connsiteX11" fmla="*/ 12887178 w 13039567"/>
              <a:gd name="connsiteY11" fmla="*/ 85962 h 4658030"/>
              <a:gd name="connsiteX12" fmla="*/ 12931783 w 13039567"/>
              <a:gd name="connsiteY12" fmla="*/ 108263 h 4658030"/>
              <a:gd name="connsiteX13" fmla="*/ 12864875 w 13039567"/>
              <a:gd name="connsiteY13" fmla="*/ 30206 h 4658030"/>
              <a:gd name="connsiteX14" fmla="*/ 12991062 w 13039567"/>
              <a:gd name="connsiteY14" fmla="*/ 4053252 h 4658030"/>
              <a:gd name="connsiteX15" fmla="*/ 12947609 w 13039567"/>
              <a:gd name="connsiteY15" fmla="*/ 4356132 h 4658030"/>
              <a:gd name="connsiteX16" fmla="*/ 11903412 w 13039567"/>
              <a:gd name="connsiteY16" fmla="*/ 4319122 h 4658030"/>
              <a:gd name="connsiteX17" fmla="*/ 3929703 w 13039567"/>
              <a:gd name="connsiteY17" fmla="*/ 4303469 h 4658030"/>
              <a:gd name="connsiteX18" fmla="*/ 348988 w 13039567"/>
              <a:gd name="connsiteY18" fmla="*/ 4307970 h 4658030"/>
              <a:gd name="connsiteX19" fmla="*/ 325903 w 13039567"/>
              <a:gd name="connsiteY19" fmla="*/ 3899678 h 4658030"/>
              <a:gd name="connsiteX0" fmla="*/ 163248 w 12876912"/>
              <a:gd name="connsiteY0" fmla="*/ 3899678 h 4682069"/>
              <a:gd name="connsiteX1" fmla="*/ 1858233 w 12876912"/>
              <a:gd name="connsiteY1" fmla="*/ 3721259 h 4682069"/>
              <a:gd name="connsiteX2" fmla="*/ 4947121 w 12876912"/>
              <a:gd name="connsiteY2" fmla="*/ 3107942 h 4682069"/>
              <a:gd name="connsiteX3" fmla="*/ 5906126 w 12876912"/>
              <a:gd name="connsiteY3" fmla="*/ 2673044 h 4682069"/>
              <a:gd name="connsiteX4" fmla="*/ 7166214 w 12876912"/>
              <a:gd name="connsiteY4" fmla="*/ 2461171 h 4682069"/>
              <a:gd name="connsiteX5" fmla="*/ 7857590 w 12876912"/>
              <a:gd name="connsiteY5" fmla="*/ 2215844 h 4682069"/>
              <a:gd name="connsiteX6" fmla="*/ 8783141 w 12876912"/>
              <a:gd name="connsiteY6" fmla="*/ 1457561 h 4682069"/>
              <a:gd name="connsiteX7" fmla="*/ 9869812 w 12876912"/>
              <a:gd name="connsiteY7" fmla="*/ 1178781 h 4682069"/>
              <a:gd name="connsiteX8" fmla="*/ 10471977 w 12876912"/>
              <a:gd name="connsiteY8" fmla="*/ 1111874 h 4682069"/>
              <a:gd name="connsiteX9" fmla="*/ 10739607 w 12876912"/>
              <a:gd name="connsiteY9" fmla="*/ 1022664 h 4682069"/>
              <a:gd name="connsiteX10" fmla="*/ 12033148 w 12876912"/>
              <a:gd name="connsiteY10" fmla="*/ 465102 h 4682069"/>
              <a:gd name="connsiteX11" fmla="*/ 12724523 w 12876912"/>
              <a:gd name="connsiteY11" fmla="*/ 85962 h 4682069"/>
              <a:gd name="connsiteX12" fmla="*/ 12769128 w 12876912"/>
              <a:gd name="connsiteY12" fmla="*/ 108263 h 4682069"/>
              <a:gd name="connsiteX13" fmla="*/ 12702220 w 12876912"/>
              <a:gd name="connsiteY13" fmla="*/ 30206 h 4682069"/>
              <a:gd name="connsiteX14" fmla="*/ 12828407 w 12876912"/>
              <a:gd name="connsiteY14" fmla="*/ 4053252 h 4682069"/>
              <a:gd name="connsiteX15" fmla="*/ 12784954 w 12876912"/>
              <a:gd name="connsiteY15" fmla="*/ 4356132 h 4682069"/>
              <a:gd name="connsiteX16" fmla="*/ 11740757 w 12876912"/>
              <a:gd name="connsiteY16" fmla="*/ 4319122 h 4682069"/>
              <a:gd name="connsiteX17" fmla="*/ 3767048 w 12876912"/>
              <a:gd name="connsiteY17" fmla="*/ 4303469 h 4682069"/>
              <a:gd name="connsiteX18" fmla="*/ 475091 w 12876912"/>
              <a:gd name="connsiteY18" fmla="*/ 4388180 h 4682069"/>
              <a:gd name="connsiteX19" fmla="*/ 163248 w 12876912"/>
              <a:gd name="connsiteY19" fmla="*/ 3899678 h 4682069"/>
              <a:gd name="connsiteX0" fmla="*/ 163248 w 12876912"/>
              <a:gd name="connsiteY0" fmla="*/ 3899678 h 4682069"/>
              <a:gd name="connsiteX1" fmla="*/ 1858233 w 12876912"/>
              <a:gd name="connsiteY1" fmla="*/ 3721259 h 4682069"/>
              <a:gd name="connsiteX2" fmla="*/ 4145016 w 12876912"/>
              <a:gd name="connsiteY2" fmla="*/ 3364616 h 4682069"/>
              <a:gd name="connsiteX3" fmla="*/ 5906126 w 12876912"/>
              <a:gd name="connsiteY3" fmla="*/ 2673044 h 4682069"/>
              <a:gd name="connsiteX4" fmla="*/ 7166214 w 12876912"/>
              <a:gd name="connsiteY4" fmla="*/ 2461171 h 4682069"/>
              <a:gd name="connsiteX5" fmla="*/ 7857590 w 12876912"/>
              <a:gd name="connsiteY5" fmla="*/ 2215844 h 4682069"/>
              <a:gd name="connsiteX6" fmla="*/ 8783141 w 12876912"/>
              <a:gd name="connsiteY6" fmla="*/ 1457561 h 4682069"/>
              <a:gd name="connsiteX7" fmla="*/ 9869812 w 12876912"/>
              <a:gd name="connsiteY7" fmla="*/ 1178781 h 4682069"/>
              <a:gd name="connsiteX8" fmla="*/ 10471977 w 12876912"/>
              <a:gd name="connsiteY8" fmla="*/ 1111874 h 4682069"/>
              <a:gd name="connsiteX9" fmla="*/ 10739607 w 12876912"/>
              <a:gd name="connsiteY9" fmla="*/ 1022664 h 4682069"/>
              <a:gd name="connsiteX10" fmla="*/ 12033148 w 12876912"/>
              <a:gd name="connsiteY10" fmla="*/ 465102 h 4682069"/>
              <a:gd name="connsiteX11" fmla="*/ 12724523 w 12876912"/>
              <a:gd name="connsiteY11" fmla="*/ 85962 h 4682069"/>
              <a:gd name="connsiteX12" fmla="*/ 12769128 w 12876912"/>
              <a:gd name="connsiteY12" fmla="*/ 108263 h 4682069"/>
              <a:gd name="connsiteX13" fmla="*/ 12702220 w 12876912"/>
              <a:gd name="connsiteY13" fmla="*/ 30206 h 4682069"/>
              <a:gd name="connsiteX14" fmla="*/ 12828407 w 12876912"/>
              <a:gd name="connsiteY14" fmla="*/ 4053252 h 4682069"/>
              <a:gd name="connsiteX15" fmla="*/ 12784954 w 12876912"/>
              <a:gd name="connsiteY15" fmla="*/ 4356132 h 4682069"/>
              <a:gd name="connsiteX16" fmla="*/ 11740757 w 12876912"/>
              <a:gd name="connsiteY16" fmla="*/ 4319122 h 4682069"/>
              <a:gd name="connsiteX17" fmla="*/ 3767048 w 12876912"/>
              <a:gd name="connsiteY17" fmla="*/ 4303469 h 4682069"/>
              <a:gd name="connsiteX18" fmla="*/ 475091 w 12876912"/>
              <a:gd name="connsiteY18" fmla="*/ 4388180 h 4682069"/>
              <a:gd name="connsiteX19" fmla="*/ 163248 w 12876912"/>
              <a:gd name="connsiteY19" fmla="*/ 3899678 h 4682069"/>
              <a:gd name="connsiteX0" fmla="*/ 163248 w 12876912"/>
              <a:gd name="connsiteY0" fmla="*/ 3899678 h 4682069"/>
              <a:gd name="connsiteX1" fmla="*/ 1858233 w 12876912"/>
              <a:gd name="connsiteY1" fmla="*/ 3721259 h 4682069"/>
              <a:gd name="connsiteX2" fmla="*/ 4145016 w 12876912"/>
              <a:gd name="connsiteY2" fmla="*/ 3364616 h 4682069"/>
              <a:gd name="connsiteX3" fmla="*/ 5906126 w 12876912"/>
              <a:gd name="connsiteY3" fmla="*/ 2673044 h 4682069"/>
              <a:gd name="connsiteX4" fmla="*/ 7166214 w 12876912"/>
              <a:gd name="connsiteY4" fmla="*/ 2461171 h 4682069"/>
              <a:gd name="connsiteX5" fmla="*/ 7857590 w 12876912"/>
              <a:gd name="connsiteY5" fmla="*/ 2215844 h 4682069"/>
              <a:gd name="connsiteX6" fmla="*/ 8783141 w 12876912"/>
              <a:gd name="connsiteY6" fmla="*/ 1457561 h 4682069"/>
              <a:gd name="connsiteX7" fmla="*/ 9869812 w 12876912"/>
              <a:gd name="connsiteY7" fmla="*/ 1178781 h 4682069"/>
              <a:gd name="connsiteX8" fmla="*/ 10471977 w 12876912"/>
              <a:gd name="connsiteY8" fmla="*/ 1111874 h 4682069"/>
              <a:gd name="connsiteX9" fmla="*/ 10739607 w 12876912"/>
              <a:gd name="connsiteY9" fmla="*/ 1022664 h 4682069"/>
              <a:gd name="connsiteX10" fmla="*/ 12033148 w 12876912"/>
              <a:gd name="connsiteY10" fmla="*/ 465102 h 4682069"/>
              <a:gd name="connsiteX11" fmla="*/ 12724523 w 12876912"/>
              <a:gd name="connsiteY11" fmla="*/ 85962 h 4682069"/>
              <a:gd name="connsiteX12" fmla="*/ 12769128 w 12876912"/>
              <a:gd name="connsiteY12" fmla="*/ 108263 h 4682069"/>
              <a:gd name="connsiteX13" fmla="*/ 12702220 w 12876912"/>
              <a:gd name="connsiteY13" fmla="*/ 30206 h 4682069"/>
              <a:gd name="connsiteX14" fmla="*/ 12828407 w 12876912"/>
              <a:gd name="connsiteY14" fmla="*/ 4053252 h 4682069"/>
              <a:gd name="connsiteX15" fmla="*/ 12784954 w 12876912"/>
              <a:gd name="connsiteY15" fmla="*/ 4356132 h 4682069"/>
              <a:gd name="connsiteX16" fmla="*/ 11740757 w 12876912"/>
              <a:gd name="connsiteY16" fmla="*/ 4319122 h 4682069"/>
              <a:gd name="connsiteX17" fmla="*/ 3767048 w 12876912"/>
              <a:gd name="connsiteY17" fmla="*/ 4303469 h 4682069"/>
              <a:gd name="connsiteX18" fmla="*/ 475091 w 12876912"/>
              <a:gd name="connsiteY18" fmla="*/ 4388180 h 4682069"/>
              <a:gd name="connsiteX19" fmla="*/ 163248 w 12876912"/>
              <a:gd name="connsiteY19" fmla="*/ 3899678 h 4682069"/>
              <a:gd name="connsiteX0" fmla="*/ 163248 w 12876912"/>
              <a:gd name="connsiteY0" fmla="*/ 3899678 h 4682069"/>
              <a:gd name="connsiteX1" fmla="*/ 1858233 w 12876912"/>
              <a:gd name="connsiteY1" fmla="*/ 3721259 h 4682069"/>
              <a:gd name="connsiteX2" fmla="*/ 3391037 w 12876912"/>
              <a:gd name="connsiteY2" fmla="*/ 3428784 h 4682069"/>
              <a:gd name="connsiteX3" fmla="*/ 5906126 w 12876912"/>
              <a:gd name="connsiteY3" fmla="*/ 2673044 h 4682069"/>
              <a:gd name="connsiteX4" fmla="*/ 7166214 w 12876912"/>
              <a:gd name="connsiteY4" fmla="*/ 2461171 h 4682069"/>
              <a:gd name="connsiteX5" fmla="*/ 7857590 w 12876912"/>
              <a:gd name="connsiteY5" fmla="*/ 2215844 h 4682069"/>
              <a:gd name="connsiteX6" fmla="*/ 8783141 w 12876912"/>
              <a:gd name="connsiteY6" fmla="*/ 1457561 h 4682069"/>
              <a:gd name="connsiteX7" fmla="*/ 9869812 w 12876912"/>
              <a:gd name="connsiteY7" fmla="*/ 1178781 h 4682069"/>
              <a:gd name="connsiteX8" fmla="*/ 10471977 w 12876912"/>
              <a:gd name="connsiteY8" fmla="*/ 1111874 h 4682069"/>
              <a:gd name="connsiteX9" fmla="*/ 10739607 w 12876912"/>
              <a:gd name="connsiteY9" fmla="*/ 1022664 h 4682069"/>
              <a:gd name="connsiteX10" fmla="*/ 12033148 w 12876912"/>
              <a:gd name="connsiteY10" fmla="*/ 465102 h 4682069"/>
              <a:gd name="connsiteX11" fmla="*/ 12724523 w 12876912"/>
              <a:gd name="connsiteY11" fmla="*/ 85962 h 4682069"/>
              <a:gd name="connsiteX12" fmla="*/ 12769128 w 12876912"/>
              <a:gd name="connsiteY12" fmla="*/ 108263 h 4682069"/>
              <a:gd name="connsiteX13" fmla="*/ 12702220 w 12876912"/>
              <a:gd name="connsiteY13" fmla="*/ 30206 h 4682069"/>
              <a:gd name="connsiteX14" fmla="*/ 12828407 w 12876912"/>
              <a:gd name="connsiteY14" fmla="*/ 4053252 h 4682069"/>
              <a:gd name="connsiteX15" fmla="*/ 12784954 w 12876912"/>
              <a:gd name="connsiteY15" fmla="*/ 4356132 h 4682069"/>
              <a:gd name="connsiteX16" fmla="*/ 11740757 w 12876912"/>
              <a:gd name="connsiteY16" fmla="*/ 4319122 h 4682069"/>
              <a:gd name="connsiteX17" fmla="*/ 3767048 w 12876912"/>
              <a:gd name="connsiteY17" fmla="*/ 4303469 h 4682069"/>
              <a:gd name="connsiteX18" fmla="*/ 475091 w 12876912"/>
              <a:gd name="connsiteY18" fmla="*/ 4388180 h 4682069"/>
              <a:gd name="connsiteX19" fmla="*/ 163248 w 12876912"/>
              <a:gd name="connsiteY19" fmla="*/ 3899678 h 4682069"/>
              <a:gd name="connsiteX0" fmla="*/ 163248 w 12876912"/>
              <a:gd name="connsiteY0" fmla="*/ 3899678 h 4682069"/>
              <a:gd name="connsiteX1" fmla="*/ 1858233 w 12876912"/>
              <a:gd name="connsiteY1" fmla="*/ 3721259 h 4682069"/>
              <a:gd name="connsiteX2" fmla="*/ 3070195 w 12876912"/>
              <a:gd name="connsiteY2" fmla="*/ 3444826 h 4682069"/>
              <a:gd name="connsiteX3" fmla="*/ 5906126 w 12876912"/>
              <a:gd name="connsiteY3" fmla="*/ 2673044 h 4682069"/>
              <a:gd name="connsiteX4" fmla="*/ 7166214 w 12876912"/>
              <a:gd name="connsiteY4" fmla="*/ 2461171 h 4682069"/>
              <a:gd name="connsiteX5" fmla="*/ 7857590 w 12876912"/>
              <a:gd name="connsiteY5" fmla="*/ 2215844 h 4682069"/>
              <a:gd name="connsiteX6" fmla="*/ 8783141 w 12876912"/>
              <a:gd name="connsiteY6" fmla="*/ 1457561 h 4682069"/>
              <a:gd name="connsiteX7" fmla="*/ 9869812 w 12876912"/>
              <a:gd name="connsiteY7" fmla="*/ 1178781 h 4682069"/>
              <a:gd name="connsiteX8" fmla="*/ 10471977 w 12876912"/>
              <a:gd name="connsiteY8" fmla="*/ 1111874 h 4682069"/>
              <a:gd name="connsiteX9" fmla="*/ 10739607 w 12876912"/>
              <a:gd name="connsiteY9" fmla="*/ 1022664 h 4682069"/>
              <a:gd name="connsiteX10" fmla="*/ 12033148 w 12876912"/>
              <a:gd name="connsiteY10" fmla="*/ 465102 h 4682069"/>
              <a:gd name="connsiteX11" fmla="*/ 12724523 w 12876912"/>
              <a:gd name="connsiteY11" fmla="*/ 85962 h 4682069"/>
              <a:gd name="connsiteX12" fmla="*/ 12769128 w 12876912"/>
              <a:gd name="connsiteY12" fmla="*/ 108263 h 4682069"/>
              <a:gd name="connsiteX13" fmla="*/ 12702220 w 12876912"/>
              <a:gd name="connsiteY13" fmla="*/ 30206 h 4682069"/>
              <a:gd name="connsiteX14" fmla="*/ 12828407 w 12876912"/>
              <a:gd name="connsiteY14" fmla="*/ 4053252 h 4682069"/>
              <a:gd name="connsiteX15" fmla="*/ 12784954 w 12876912"/>
              <a:gd name="connsiteY15" fmla="*/ 4356132 h 4682069"/>
              <a:gd name="connsiteX16" fmla="*/ 11740757 w 12876912"/>
              <a:gd name="connsiteY16" fmla="*/ 4319122 h 4682069"/>
              <a:gd name="connsiteX17" fmla="*/ 3767048 w 12876912"/>
              <a:gd name="connsiteY17" fmla="*/ 4303469 h 4682069"/>
              <a:gd name="connsiteX18" fmla="*/ 475091 w 12876912"/>
              <a:gd name="connsiteY18" fmla="*/ 4388180 h 4682069"/>
              <a:gd name="connsiteX19" fmla="*/ 163248 w 12876912"/>
              <a:gd name="connsiteY19" fmla="*/ 3899678 h 4682069"/>
              <a:gd name="connsiteX0" fmla="*/ 163248 w 12876912"/>
              <a:gd name="connsiteY0" fmla="*/ 3899678 h 4682069"/>
              <a:gd name="connsiteX1" fmla="*/ 1858233 w 12876912"/>
              <a:gd name="connsiteY1" fmla="*/ 3721259 h 4682069"/>
              <a:gd name="connsiteX2" fmla="*/ 3070195 w 12876912"/>
              <a:gd name="connsiteY2" fmla="*/ 3444826 h 4682069"/>
              <a:gd name="connsiteX3" fmla="*/ 4991726 w 12876912"/>
              <a:gd name="connsiteY3" fmla="*/ 2849507 h 4682069"/>
              <a:gd name="connsiteX4" fmla="*/ 7166214 w 12876912"/>
              <a:gd name="connsiteY4" fmla="*/ 2461171 h 4682069"/>
              <a:gd name="connsiteX5" fmla="*/ 7857590 w 12876912"/>
              <a:gd name="connsiteY5" fmla="*/ 2215844 h 4682069"/>
              <a:gd name="connsiteX6" fmla="*/ 8783141 w 12876912"/>
              <a:gd name="connsiteY6" fmla="*/ 1457561 h 4682069"/>
              <a:gd name="connsiteX7" fmla="*/ 9869812 w 12876912"/>
              <a:gd name="connsiteY7" fmla="*/ 1178781 h 4682069"/>
              <a:gd name="connsiteX8" fmla="*/ 10471977 w 12876912"/>
              <a:gd name="connsiteY8" fmla="*/ 1111874 h 4682069"/>
              <a:gd name="connsiteX9" fmla="*/ 10739607 w 12876912"/>
              <a:gd name="connsiteY9" fmla="*/ 1022664 h 4682069"/>
              <a:gd name="connsiteX10" fmla="*/ 12033148 w 12876912"/>
              <a:gd name="connsiteY10" fmla="*/ 465102 h 4682069"/>
              <a:gd name="connsiteX11" fmla="*/ 12724523 w 12876912"/>
              <a:gd name="connsiteY11" fmla="*/ 85962 h 4682069"/>
              <a:gd name="connsiteX12" fmla="*/ 12769128 w 12876912"/>
              <a:gd name="connsiteY12" fmla="*/ 108263 h 4682069"/>
              <a:gd name="connsiteX13" fmla="*/ 12702220 w 12876912"/>
              <a:gd name="connsiteY13" fmla="*/ 30206 h 4682069"/>
              <a:gd name="connsiteX14" fmla="*/ 12828407 w 12876912"/>
              <a:gd name="connsiteY14" fmla="*/ 4053252 h 4682069"/>
              <a:gd name="connsiteX15" fmla="*/ 12784954 w 12876912"/>
              <a:gd name="connsiteY15" fmla="*/ 4356132 h 4682069"/>
              <a:gd name="connsiteX16" fmla="*/ 11740757 w 12876912"/>
              <a:gd name="connsiteY16" fmla="*/ 4319122 h 4682069"/>
              <a:gd name="connsiteX17" fmla="*/ 3767048 w 12876912"/>
              <a:gd name="connsiteY17" fmla="*/ 4303469 h 4682069"/>
              <a:gd name="connsiteX18" fmla="*/ 475091 w 12876912"/>
              <a:gd name="connsiteY18" fmla="*/ 4388180 h 4682069"/>
              <a:gd name="connsiteX19" fmla="*/ 163248 w 12876912"/>
              <a:gd name="connsiteY19" fmla="*/ 3899678 h 4682069"/>
              <a:gd name="connsiteX0" fmla="*/ 163248 w 12876912"/>
              <a:gd name="connsiteY0" fmla="*/ 3899678 h 4682069"/>
              <a:gd name="connsiteX1" fmla="*/ 1858233 w 12876912"/>
              <a:gd name="connsiteY1" fmla="*/ 3721259 h 4682069"/>
              <a:gd name="connsiteX2" fmla="*/ 3198532 w 12876912"/>
              <a:gd name="connsiteY2" fmla="*/ 3444826 h 4682069"/>
              <a:gd name="connsiteX3" fmla="*/ 4991726 w 12876912"/>
              <a:gd name="connsiteY3" fmla="*/ 2849507 h 4682069"/>
              <a:gd name="connsiteX4" fmla="*/ 7166214 w 12876912"/>
              <a:gd name="connsiteY4" fmla="*/ 2461171 h 4682069"/>
              <a:gd name="connsiteX5" fmla="*/ 7857590 w 12876912"/>
              <a:gd name="connsiteY5" fmla="*/ 2215844 h 4682069"/>
              <a:gd name="connsiteX6" fmla="*/ 8783141 w 12876912"/>
              <a:gd name="connsiteY6" fmla="*/ 1457561 h 4682069"/>
              <a:gd name="connsiteX7" fmla="*/ 9869812 w 12876912"/>
              <a:gd name="connsiteY7" fmla="*/ 1178781 h 4682069"/>
              <a:gd name="connsiteX8" fmla="*/ 10471977 w 12876912"/>
              <a:gd name="connsiteY8" fmla="*/ 1111874 h 4682069"/>
              <a:gd name="connsiteX9" fmla="*/ 10739607 w 12876912"/>
              <a:gd name="connsiteY9" fmla="*/ 1022664 h 4682069"/>
              <a:gd name="connsiteX10" fmla="*/ 12033148 w 12876912"/>
              <a:gd name="connsiteY10" fmla="*/ 465102 h 4682069"/>
              <a:gd name="connsiteX11" fmla="*/ 12724523 w 12876912"/>
              <a:gd name="connsiteY11" fmla="*/ 85962 h 4682069"/>
              <a:gd name="connsiteX12" fmla="*/ 12769128 w 12876912"/>
              <a:gd name="connsiteY12" fmla="*/ 108263 h 4682069"/>
              <a:gd name="connsiteX13" fmla="*/ 12702220 w 12876912"/>
              <a:gd name="connsiteY13" fmla="*/ 30206 h 4682069"/>
              <a:gd name="connsiteX14" fmla="*/ 12828407 w 12876912"/>
              <a:gd name="connsiteY14" fmla="*/ 4053252 h 4682069"/>
              <a:gd name="connsiteX15" fmla="*/ 12784954 w 12876912"/>
              <a:gd name="connsiteY15" fmla="*/ 4356132 h 4682069"/>
              <a:gd name="connsiteX16" fmla="*/ 11740757 w 12876912"/>
              <a:gd name="connsiteY16" fmla="*/ 4319122 h 4682069"/>
              <a:gd name="connsiteX17" fmla="*/ 3767048 w 12876912"/>
              <a:gd name="connsiteY17" fmla="*/ 4303469 h 4682069"/>
              <a:gd name="connsiteX18" fmla="*/ 475091 w 12876912"/>
              <a:gd name="connsiteY18" fmla="*/ 4388180 h 4682069"/>
              <a:gd name="connsiteX19" fmla="*/ 163248 w 12876912"/>
              <a:gd name="connsiteY19" fmla="*/ 3899678 h 4682069"/>
              <a:gd name="connsiteX0" fmla="*/ 163248 w 12876912"/>
              <a:gd name="connsiteY0" fmla="*/ 3899678 h 4682069"/>
              <a:gd name="connsiteX1" fmla="*/ 1858233 w 12876912"/>
              <a:gd name="connsiteY1" fmla="*/ 3721259 h 4682069"/>
              <a:gd name="connsiteX2" fmla="*/ 3198532 w 12876912"/>
              <a:gd name="connsiteY2" fmla="*/ 3444826 h 4682069"/>
              <a:gd name="connsiteX3" fmla="*/ 4991726 w 12876912"/>
              <a:gd name="connsiteY3" fmla="*/ 2849507 h 4682069"/>
              <a:gd name="connsiteX4" fmla="*/ 6604741 w 12876912"/>
              <a:gd name="connsiteY4" fmla="*/ 2557423 h 4682069"/>
              <a:gd name="connsiteX5" fmla="*/ 7857590 w 12876912"/>
              <a:gd name="connsiteY5" fmla="*/ 2215844 h 4682069"/>
              <a:gd name="connsiteX6" fmla="*/ 8783141 w 12876912"/>
              <a:gd name="connsiteY6" fmla="*/ 1457561 h 4682069"/>
              <a:gd name="connsiteX7" fmla="*/ 9869812 w 12876912"/>
              <a:gd name="connsiteY7" fmla="*/ 1178781 h 4682069"/>
              <a:gd name="connsiteX8" fmla="*/ 10471977 w 12876912"/>
              <a:gd name="connsiteY8" fmla="*/ 1111874 h 4682069"/>
              <a:gd name="connsiteX9" fmla="*/ 10739607 w 12876912"/>
              <a:gd name="connsiteY9" fmla="*/ 1022664 h 4682069"/>
              <a:gd name="connsiteX10" fmla="*/ 12033148 w 12876912"/>
              <a:gd name="connsiteY10" fmla="*/ 465102 h 4682069"/>
              <a:gd name="connsiteX11" fmla="*/ 12724523 w 12876912"/>
              <a:gd name="connsiteY11" fmla="*/ 85962 h 4682069"/>
              <a:gd name="connsiteX12" fmla="*/ 12769128 w 12876912"/>
              <a:gd name="connsiteY12" fmla="*/ 108263 h 4682069"/>
              <a:gd name="connsiteX13" fmla="*/ 12702220 w 12876912"/>
              <a:gd name="connsiteY13" fmla="*/ 30206 h 4682069"/>
              <a:gd name="connsiteX14" fmla="*/ 12828407 w 12876912"/>
              <a:gd name="connsiteY14" fmla="*/ 4053252 h 4682069"/>
              <a:gd name="connsiteX15" fmla="*/ 12784954 w 12876912"/>
              <a:gd name="connsiteY15" fmla="*/ 4356132 h 4682069"/>
              <a:gd name="connsiteX16" fmla="*/ 11740757 w 12876912"/>
              <a:gd name="connsiteY16" fmla="*/ 4319122 h 4682069"/>
              <a:gd name="connsiteX17" fmla="*/ 3767048 w 12876912"/>
              <a:gd name="connsiteY17" fmla="*/ 4303469 h 4682069"/>
              <a:gd name="connsiteX18" fmla="*/ 475091 w 12876912"/>
              <a:gd name="connsiteY18" fmla="*/ 4388180 h 4682069"/>
              <a:gd name="connsiteX19" fmla="*/ 163248 w 12876912"/>
              <a:gd name="connsiteY19" fmla="*/ 3899678 h 4682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876912" h="4682069">
                <a:moveTo>
                  <a:pt x="163248" y="3899678"/>
                </a:moveTo>
                <a:cubicBezTo>
                  <a:pt x="393772" y="3788524"/>
                  <a:pt x="1352353" y="3797068"/>
                  <a:pt x="1858233" y="3721259"/>
                </a:cubicBezTo>
                <a:cubicBezTo>
                  <a:pt x="2364113" y="3645450"/>
                  <a:pt x="2676283" y="3590118"/>
                  <a:pt x="3198532" y="3444826"/>
                </a:cubicBezTo>
                <a:cubicBezTo>
                  <a:pt x="3720781" y="3299534"/>
                  <a:pt x="4424025" y="2997407"/>
                  <a:pt x="4991726" y="2849507"/>
                </a:cubicBezTo>
                <a:cubicBezTo>
                  <a:pt x="5559427" y="2701607"/>
                  <a:pt x="6127097" y="2663033"/>
                  <a:pt x="6604741" y="2557423"/>
                </a:cubicBezTo>
                <a:cubicBezTo>
                  <a:pt x="7082385" y="2451813"/>
                  <a:pt x="7494523" y="2399154"/>
                  <a:pt x="7857590" y="2215844"/>
                </a:cubicBezTo>
                <a:cubicBezTo>
                  <a:pt x="8220657" y="2032534"/>
                  <a:pt x="8447771" y="1630405"/>
                  <a:pt x="8783141" y="1457561"/>
                </a:cubicBezTo>
                <a:cubicBezTo>
                  <a:pt x="9118511" y="1284717"/>
                  <a:pt x="9582764" y="1225244"/>
                  <a:pt x="9869812" y="1178781"/>
                </a:cubicBezTo>
                <a:cubicBezTo>
                  <a:pt x="10156860" y="1132318"/>
                  <a:pt x="10351172" y="1119308"/>
                  <a:pt x="10471977" y="1111874"/>
                </a:cubicBezTo>
                <a:cubicBezTo>
                  <a:pt x="10592782" y="1104440"/>
                  <a:pt x="10520300" y="1162054"/>
                  <a:pt x="10739607" y="1022664"/>
                </a:cubicBezTo>
                <a:cubicBezTo>
                  <a:pt x="10958914" y="883274"/>
                  <a:pt x="11732065" y="602634"/>
                  <a:pt x="12033148" y="465102"/>
                </a:cubicBezTo>
                <a:cubicBezTo>
                  <a:pt x="12334231" y="327570"/>
                  <a:pt x="12601860" y="145435"/>
                  <a:pt x="12724523" y="85962"/>
                </a:cubicBezTo>
                <a:cubicBezTo>
                  <a:pt x="12847186" y="26489"/>
                  <a:pt x="12743109" y="136141"/>
                  <a:pt x="12769128" y="108263"/>
                </a:cubicBezTo>
                <a:cubicBezTo>
                  <a:pt x="12795148" y="80385"/>
                  <a:pt x="12821166" y="-60863"/>
                  <a:pt x="12702220" y="30206"/>
                </a:cubicBezTo>
                <a:cubicBezTo>
                  <a:pt x="12938254" y="-101751"/>
                  <a:pt x="12814618" y="3332264"/>
                  <a:pt x="12828407" y="4053252"/>
                </a:cubicBezTo>
                <a:cubicBezTo>
                  <a:pt x="12842196" y="4774240"/>
                  <a:pt x="12952861" y="4311820"/>
                  <a:pt x="12784954" y="4356132"/>
                </a:cubicBezTo>
                <a:cubicBezTo>
                  <a:pt x="12617047" y="4400444"/>
                  <a:pt x="13243741" y="4327899"/>
                  <a:pt x="11740757" y="4319122"/>
                </a:cubicBezTo>
                <a:cubicBezTo>
                  <a:pt x="10237773" y="4310345"/>
                  <a:pt x="6254259" y="3912296"/>
                  <a:pt x="3767048" y="4303469"/>
                </a:cubicBezTo>
                <a:cubicBezTo>
                  <a:pt x="1616721" y="5063610"/>
                  <a:pt x="1075724" y="4455478"/>
                  <a:pt x="475091" y="4388180"/>
                </a:cubicBezTo>
                <a:cubicBezTo>
                  <a:pt x="-125542" y="4320882"/>
                  <a:pt x="-67276" y="4010832"/>
                  <a:pt x="163248" y="3899678"/>
                </a:cubicBezTo>
                <a:close/>
              </a:path>
            </a:pathLst>
          </a:custGeom>
          <a:solidFill>
            <a:srgbClr val="1269E4"/>
          </a:solidFill>
          <a:ln w="44450">
            <a:solidFill>
              <a:srgbClr val="0E7C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阿里巴巴普惠体 R"/>
              <a:cs typeface="+mn-cs"/>
            </a:endParaRPr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BE25C65D-6717-4217-9D4F-EB6FA45128C3}"/>
              </a:ext>
            </a:extLst>
          </p:cNvPr>
          <p:cNvSpPr>
            <a:spLocks noEditPoints="1"/>
          </p:cNvSpPr>
          <p:nvPr/>
        </p:nvSpPr>
        <p:spPr bwMode="auto">
          <a:xfrm>
            <a:off x="736953" y="6211914"/>
            <a:ext cx="260104" cy="386307"/>
          </a:xfrm>
          <a:custGeom>
            <a:avLst/>
            <a:gdLst>
              <a:gd name="T0" fmla="*/ 37 w 479"/>
              <a:gd name="T1" fmla="*/ 689 h 742"/>
              <a:gd name="T2" fmla="*/ 96 w 479"/>
              <a:gd name="T3" fmla="*/ 742 h 742"/>
              <a:gd name="T4" fmla="*/ 83 w 479"/>
              <a:gd name="T5" fmla="*/ 696 h 742"/>
              <a:gd name="T6" fmla="*/ 112 w 479"/>
              <a:gd name="T7" fmla="*/ 641 h 742"/>
              <a:gd name="T8" fmla="*/ 167 w 479"/>
              <a:gd name="T9" fmla="*/ 572 h 742"/>
              <a:gd name="T10" fmla="*/ 112 w 479"/>
              <a:gd name="T11" fmla="*/ 672 h 742"/>
              <a:gd name="T12" fmla="*/ 189 w 479"/>
              <a:gd name="T13" fmla="*/ 558 h 742"/>
              <a:gd name="T14" fmla="*/ 249 w 479"/>
              <a:gd name="T15" fmla="*/ 470 h 742"/>
              <a:gd name="T16" fmla="*/ 267 w 479"/>
              <a:gd name="T17" fmla="*/ 528 h 742"/>
              <a:gd name="T18" fmla="*/ 259 w 479"/>
              <a:gd name="T19" fmla="*/ 671 h 742"/>
              <a:gd name="T20" fmla="*/ 285 w 479"/>
              <a:gd name="T21" fmla="*/ 721 h 742"/>
              <a:gd name="T22" fmla="*/ 386 w 479"/>
              <a:gd name="T23" fmla="*/ 719 h 742"/>
              <a:gd name="T24" fmla="*/ 354 w 479"/>
              <a:gd name="T25" fmla="*/ 680 h 742"/>
              <a:gd name="T26" fmla="*/ 323 w 479"/>
              <a:gd name="T27" fmla="*/ 620 h 742"/>
              <a:gd name="T28" fmla="*/ 333 w 479"/>
              <a:gd name="T29" fmla="*/ 512 h 742"/>
              <a:gd name="T30" fmla="*/ 406 w 479"/>
              <a:gd name="T31" fmla="*/ 340 h 742"/>
              <a:gd name="T32" fmla="*/ 429 w 479"/>
              <a:gd name="T33" fmla="*/ 317 h 742"/>
              <a:gd name="T34" fmla="*/ 429 w 479"/>
              <a:gd name="T35" fmla="*/ 297 h 742"/>
              <a:gd name="T36" fmla="*/ 410 w 479"/>
              <a:gd name="T37" fmla="*/ 291 h 742"/>
              <a:gd name="T38" fmla="*/ 359 w 479"/>
              <a:gd name="T39" fmla="*/ 262 h 742"/>
              <a:gd name="T40" fmla="*/ 406 w 479"/>
              <a:gd name="T41" fmla="*/ 196 h 742"/>
              <a:gd name="T42" fmla="*/ 432 w 479"/>
              <a:gd name="T43" fmla="*/ 224 h 742"/>
              <a:gd name="T44" fmla="*/ 450 w 479"/>
              <a:gd name="T45" fmla="*/ 205 h 742"/>
              <a:gd name="T46" fmla="*/ 434 w 479"/>
              <a:gd name="T47" fmla="*/ 167 h 742"/>
              <a:gd name="T48" fmla="*/ 428 w 479"/>
              <a:gd name="T49" fmla="*/ 149 h 742"/>
              <a:gd name="T50" fmla="*/ 411 w 479"/>
              <a:gd name="T51" fmla="*/ 144 h 742"/>
              <a:gd name="T52" fmla="*/ 389 w 479"/>
              <a:gd name="T53" fmla="*/ 142 h 742"/>
              <a:gd name="T54" fmla="*/ 409 w 479"/>
              <a:gd name="T55" fmla="*/ 125 h 742"/>
              <a:gd name="T56" fmla="*/ 439 w 479"/>
              <a:gd name="T57" fmla="*/ 104 h 742"/>
              <a:gd name="T58" fmla="*/ 452 w 479"/>
              <a:gd name="T59" fmla="*/ 29 h 742"/>
              <a:gd name="T60" fmla="*/ 370 w 479"/>
              <a:gd name="T61" fmla="*/ 27 h 742"/>
              <a:gd name="T62" fmla="*/ 362 w 479"/>
              <a:gd name="T63" fmla="*/ 31 h 742"/>
              <a:gd name="T64" fmla="*/ 343 w 479"/>
              <a:gd name="T65" fmla="*/ 45 h 742"/>
              <a:gd name="T66" fmla="*/ 310 w 479"/>
              <a:gd name="T67" fmla="*/ 24 h 742"/>
              <a:gd name="T68" fmla="*/ 272 w 479"/>
              <a:gd name="T69" fmla="*/ 25 h 742"/>
              <a:gd name="T70" fmla="*/ 232 w 479"/>
              <a:gd name="T71" fmla="*/ 25 h 742"/>
              <a:gd name="T72" fmla="*/ 206 w 479"/>
              <a:gd name="T73" fmla="*/ 54 h 742"/>
              <a:gd name="T74" fmla="*/ 153 w 479"/>
              <a:gd name="T75" fmla="*/ 101 h 742"/>
              <a:gd name="T76" fmla="*/ 136 w 479"/>
              <a:gd name="T77" fmla="*/ 152 h 742"/>
              <a:gd name="T78" fmla="*/ 121 w 479"/>
              <a:gd name="T79" fmla="*/ 245 h 742"/>
              <a:gd name="T80" fmla="*/ 182 w 479"/>
              <a:gd name="T81" fmla="*/ 284 h 742"/>
              <a:gd name="T82" fmla="*/ 178 w 479"/>
              <a:gd name="T83" fmla="*/ 317 h 742"/>
              <a:gd name="T84" fmla="*/ 177 w 479"/>
              <a:gd name="T85" fmla="*/ 470 h 742"/>
              <a:gd name="T86" fmla="*/ 82 w 479"/>
              <a:gd name="T87" fmla="*/ 572 h 742"/>
              <a:gd name="T88" fmla="*/ 22 w 479"/>
              <a:gd name="T89" fmla="*/ 617 h 742"/>
              <a:gd name="T90" fmla="*/ 11 w 479"/>
              <a:gd name="T91" fmla="*/ 651 h 742"/>
              <a:gd name="T92" fmla="*/ 421 w 479"/>
              <a:gd name="T93" fmla="*/ 183 h 742"/>
              <a:gd name="T94" fmla="*/ 445 w 479"/>
              <a:gd name="T95" fmla="*/ 204 h 742"/>
              <a:gd name="T96" fmla="*/ 432 w 479"/>
              <a:gd name="T97" fmla="*/ 219 h 742"/>
              <a:gd name="T98" fmla="*/ 409 w 479"/>
              <a:gd name="T99" fmla="*/ 192 h 742"/>
              <a:gd name="T100" fmla="*/ 355 w 479"/>
              <a:gd name="T101" fmla="*/ 255 h 742"/>
              <a:gd name="T102" fmla="*/ 381 w 479"/>
              <a:gd name="T103" fmla="*/ 198 h 742"/>
              <a:gd name="T104" fmla="*/ 325 w 479"/>
              <a:gd name="T105" fmla="*/ 333 h 742"/>
              <a:gd name="T106" fmla="*/ 347 w 479"/>
              <a:gd name="T107" fmla="*/ 357 h 742"/>
              <a:gd name="T108" fmla="*/ 347 w 479"/>
              <a:gd name="T109" fmla="*/ 327 h 742"/>
              <a:gd name="T110" fmla="*/ 382 w 479"/>
              <a:gd name="T111" fmla="*/ 328 h 742"/>
              <a:gd name="T112" fmla="*/ 343 w 479"/>
              <a:gd name="T113" fmla="*/ 477 h 742"/>
              <a:gd name="T114" fmla="*/ 315 w 479"/>
              <a:gd name="T115" fmla="*/ 368 h 7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479" h="742">
                <a:moveTo>
                  <a:pt x="11" y="651"/>
                </a:moveTo>
                <a:cubicBezTo>
                  <a:pt x="22" y="660"/>
                  <a:pt x="30" y="676"/>
                  <a:pt x="37" y="689"/>
                </a:cubicBezTo>
                <a:cubicBezTo>
                  <a:pt x="43" y="701"/>
                  <a:pt x="68" y="737"/>
                  <a:pt x="78" y="738"/>
                </a:cubicBezTo>
                <a:cubicBezTo>
                  <a:pt x="88" y="740"/>
                  <a:pt x="96" y="742"/>
                  <a:pt x="96" y="742"/>
                </a:cubicBezTo>
                <a:cubicBezTo>
                  <a:pt x="96" y="742"/>
                  <a:pt x="111" y="725"/>
                  <a:pt x="96" y="717"/>
                </a:cubicBezTo>
                <a:cubicBezTo>
                  <a:pt x="82" y="709"/>
                  <a:pt x="84" y="705"/>
                  <a:pt x="83" y="696"/>
                </a:cubicBezTo>
                <a:cubicBezTo>
                  <a:pt x="81" y="687"/>
                  <a:pt x="83" y="676"/>
                  <a:pt x="86" y="669"/>
                </a:cubicBezTo>
                <a:cubicBezTo>
                  <a:pt x="89" y="662"/>
                  <a:pt x="106" y="650"/>
                  <a:pt x="112" y="641"/>
                </a:cubicBezTo>
                <a:cubicBezTo>
                  <a:pt x="119" y="632"/>
                  <a:pt x="136" y="602"/>
                  <a:pt x="139" y="593"/>
                </a:cubicBezTo>
                <a:cubicBezTo>
                  <a:pt x="141" y="587"/>
                  <a:pt x="154" y="579"/>
                  <a:pt x="167" y="572"/>
                </a:cubicBezTo>
                <a:cubicBezTo>
                  <a:pt x="108" y="670"/>
                  <a:pt x="108" y="670"/>
                  <a:pt x="108" y="670"/>
                </a:cubicBezTo>
                <a:cubicBezTo>
                  <a:pt x="112" y="672"/>
                  <a:pt x="112" y="672"/>
                  <a:pt x="112" y="672"/>
                </a:cubicBezTo>
                <a:cubicBezTo>
                  <a:pt x="176" y="567"/>
                  <a:pt x="176" y="567"/>
                  <a:pt x="176" y="567"/>
                </a:cubicBezTo>
                <a:cubicBezTo>
                  <a:pt x="182" y="564"/>
                  <a:pt x="187" y="561"/>
                  <a:pt x="189" y="558"/>
                </a:cubicBezTo>
                <a:cubicBezTo>
                  <a:pt x="197" y="549"/>
                  <a:pt x="230" y="519"/>
                  <a:pt x="236" y="507"/>
                </a:cubicBezTo>
                <a:cubicBezTo>
                  <a:pt x="241" y="495"/>
                  <a:pt x="249" y="470"/>
                  <a:pt x="249" y="470"/>
                </a:cubicBezTo>
                <a:cubicBezTo>
                  <a:pt x="249" y="470"/>
                  <a:pt x="262" y="478"/>
                  <a:pt x="266" y="487"/>
                </a:cubicBezTo>
                <a:cubicBezTo>
                  <a:pt x="270" y="496"/>
                  <a:pt x="266" y="488"/>
                  <a:pt x="267" y="528"/>
                </a:cubicBezTo>
                <a:cubicBezTo>
                  <a:pt x="268" y="569"/>
                  <a:pt x="260" y="591"/>
                  <a:pt x="264" y="617"/>
                </a:cubicBezTo>
                <a:cubicBezTo>
                  <a:pt x="268" y="643"/>
                  <a:pt x="263" y="656"/>
                  <a:pt x="259" y="671"/>
                </a:cubicBezTo>
                <a:cubicBezTo>
                  <a:pt x="255" y="685"/>
                  <a:pt x="248" y="703"/>
                  <a:pt x="249" y="713"/>
                </a:cubicBezTo>
                <a:cubicBezTo>
                  <a:pt x="251" y="724"/>
                  <a:pt x="270" y="719"/>
                  <a:pt x="285" y="721"/>
                </a:cubicBezTo>
                <a:cubicBezTo>
                  <a:pt x="299" y="722"/>
                  <a:pt x="315" y="722"/>
                  <a:pt x="330" y="722"/>
                </a:cubicBezTo>
                <a:cubicBezTo>
                  <a:pt x="344" y="722"/>
                  <a:pt x="378" y="720"/>
                  <a:pt x="386" y="719"/>
                </a:cubicBezTo>
                <a:cubicBezTo>
                  <a:pt x="394" y="718"/>
                  <a:pt x="400" y="708"/>
                  <a:pt x="390" y="699"/>
                </a:cubicBezTo>
                <a:cubicBezTo>
                  <a:pt x="380" y="690"/>
                  <a:pt x="354" y="680"/>
                  <a:pt x="354" y="680"/>
                </a:cubicBezTo>
                <a:cubicBezTo>
                  <a:pt x="354" y="680"/>
                  <a:pt x="339" y="675"/>
                  <a:pt x="332" y="665"/>
                </a:cubicBezTo>
                <a:cubicBezTo>
                  <a:pt x="325" y="656"/>
                  <a:pt x="323" y="631"/>
                  <a:pt x="323" y="620"/>
                </a:cubicBezTo>
                <a:cubicBezTo>
                  <a:pt x="323" y="609"/>
                  <a:pt x="321" y="577"/>
                  <a:pt x="323" y="563"/>
                </a:cubicBezTo>
                <a:cubicBezTo>
                  <a:pt x="325" y="552"/>
                  <a:pt x="329" y="529"/>
                  <a:pt x="333" y="512"/>
                </a:cubicBezTo>
                <a:cubicBezTo>
                  <a:pt x="333" y="512"/>
                  <a:pt x="333" y="512"/>
                  <a:pt x="333" y="512"/>
                </a:cubicBezTo>
                <a:cubicBezTo>
                  <a:pt x="406" y="340"/>
                  <a:pt x="406" y="340"/>
                  <a:pt x="406" y="340"/>
                </a:cubicBezTo>
                <a:cubicBezTo>
                  <a:pt x="414" y="339"/>
                  <a:pt x="415" y="339"/>
                  <a:pt x="417" y="334"/>
                </a:cubicBezTo>
                <a:cubicBezTo>
                  <a:pt x="421" y="327"/>
                  <a:pt x="426" y="321"/>
                  <a:pt x="429" y="317"/>
                </a:cubicBezTo>
                <a:cubicBezTo>
                  <a:pt x="431" y="313"/>
                  <a:pt x="438" y="305"/>
                  <a:pt x="432" y="300"/>
                </a:cubicBezTo>
                <a:cubicBezTo>
                  <a:pt x="431" y="299"/>
                  <a:pt x="430" y="298"/>
                  <a:pt x="429" y="297"/>
                </a:cubicBezTo>
                <a:cubicBezTo>
                  <a:pt x="441" y="284"/>
                  <a:pt x="424" y="280"/>
                  <a:pt x="424" y="280"/>
                </a:cubicBezTo>
                <a:cubicBezTo>
                  <a:pt x="412" y="278"/>
                  <a:pt x="410" y="285"/>
                  <a:pt x="410" y="291"/>
                </a:cubicBezTo>
                <a:cubicBezTo>
                  <a:pt x="405" y="291"/>
                  <a:pt x="395" y="291"/>
                  <a:pt x="393" y="289"/>
                </a:cubicBezTo>
                <a:cubicBezTo>
                  <a:pt x="391" y="287"/>
                  <a:pt x="369" y="270"/>
                  <a:pt x="359" y="262"/>
                </a:cubicBezTo>
                <a:cubicBezTo>
                  <a:pt x="403" y="200"/>
                  <a:pt x="403" y="200"/>
                  <a:pt x="403" y="200"/>
                </a:cubicBezTo>
                <a:cubicBezTo>
                  <a:pt x="403" y="200"/>
                  <a:pt x="404" y="198"/>
                  <a:pt x="406" y="196"/>
                </a:cubicBezTo>
                <a:cubicBezTo>
                  <a:pt x="410" y="209"/>
                  <a:pt x="415" y="217"/>
                  <a:pt x="422" y="221"/>
                </a:cubicBezTo>
                <a:cubicBezTo>
                  <a:pt x="426" y="223"/>
                  <a:pt x="429" y="224"/>
                  <a:pt x="432" y="224"/>
                </a:cubicBezTo>
                <a:cubicBezTo>
                  <a:pt x="435" y="224"/>
                  <a:pt x="437" y="223"/>
                  <a:pt x="437" y="223"/>
                </a:cubicBezTo>
                <a:cubicBezTo>
                  <a:pt x="445" y="218"/>
                  <a:pt x="450" y="212"/>
                  <a:pt x="450" y="205"/>
                </a:cubicBezTo>
                <a:cubicBezTo>
                  <a:pt x="451" y="193"/>
                  <a:pt x="442" y="182"/>
                  <a:pt x="435" y="175"/>
                </a:cubicBezTo>
                <a:cubicBezTo>
                  <a:pt x="436" y="170"/>
                  <a:pt x="434" y="167"/>
                  <a:pt x="434" y="167"/>
                </a:cubicBezTo>
                <a:cubicBezTo>
                  <a:pt x="434" y="167"/>
                  <a:pt x="442" y="161"/>
                  <a:pt x="434" y="159"/>
                </a:cubicBezTo>
                <a:cubicBezTo>
                  <a:pt x="427" y="157"/>
                  <a:pt x="430" y="150"/>
                  <a:pt x="428" y="149"/>
                </a:cubicBezTo>
                <a:cubicBezTo>
                  <a:pt x="426" y="148"/>
                  <a:pt x="429" y="140"/>
                  <a:pt x="422" y="140"/>
                </a:cubicBezTo>
                <a:cubicBezTo>
                  <a:pt x="414" y="141"/>
                  <a:pt x="412" y="141"/>
                  <a:pt x="411" y="144"/>
                </a:cubicBezTo>
                <a:cubicBezTo>
                  <a:pt x="410" y="146"/>
                  <a:pt x="386" y="144"/>
                  <a:pt x="381" y="157"/>
                </a:cubicBezTo>
                <a:cubicBezTo>
                  <a:pt x="389" y="142"/>
                  <a:pt x="389" y="142"/>
                  <a:pt x="389" y="142"/>
                </a:cubicBezTo>
                <a:cubicBezTo>
                  <a:pt x="389" y="142"/>
                  <a:pt x="399" y="141"/>
                  <a:pt x="397" y="132"/>
                </a:cubicBezTo>
                <a:cubicBezTo>
                  <a:pt x="397" y="132"/>
                  <a:pt x="409" y="132"/>
                  <a:pt x="409" y="125"/>
                </a:cubicBezTo>
                <a:cubicBezTo>
                  <a:pt x="409" y="125"/>
                  <a:pt x="425" y="138"/>
                  <a:pt x="423" y="119"/>
                </a:cubicBezTo>
                <a:cubicBezTo>
                  <a:pt x="423" y="119"/>
                  <a:pt x="443" y="114"/>
                  <a:pt x="439" y="104"/>
                </a:cubicBezTo>
                <a:cubicBezTo>
                  <a:pt x="439" y="104"/>
                  <a:pt x="479" y="82"/>
                  <a:pt x="464" y="61"/>
                </a:cubicBezTo>
                <a:cubicBezTo>
                  <a:pt x="450" y="40"/>
                  <a:pt x="462" y="33"/>
                  <a:pt x="452" y="29"/>
                </a:cubicBezTo>
                <a:cubicBezTo>
                  <a:pt x="442" y="24"/>
                  <a:pt x="417" y="0"/>
                  <a:pt x="396" y="7"/>
                </a:cubicBezTo>
                <a:cubicBezTo>
                  <a:pt x="374" y="13"/>
                  <a:pt x="378" y="23"/>
                  <a:pt x="370" y="27"/>
                </a:cubicBezTo>
                <a:cubicBezTo>
                  <a:pt x="367" y="29"/>
                  <a:pt x="364" y="28"/>
                  <a:pt x="361" y="27"/>
                </a:cubicBezTo>
                <a:cubicBezTo>
                  <a:pt x="362" y="28"/>
                  <a:pt x="362" y="29"/>
                  <a:pt x="362" y="31"/>
                </a:cubicBezTo>
                <a:cubicBezTo>
                  <a:pt x="361" y="40"/>
                  <a:pt x="366" y="52"/>
                  <a:pt x="360" y="53"/>
                </a:cubicBezTo>
                <a:cubicBezTo>
                  <a:pt x="355" y="54"/>
                  <a:pt x="349" y="51"/>
                  <a:pt x="343" y="45"/>
                </a:cubicBezTo>
                <a:cubicBezTo>
                  <a:pt x="336" y="38"/>
                  <a:pt x="330" y="29"/>
                  <a:pt x="325" y="25"/>
                </a:cubicBezTo>
                <a:cubicBezTo>
                  <a:pt x="320" y="21"/>
                  <a:pt x="312" y="20"/>
                  <a:pt x="310" y="24"/>
                </a:cubicBezTo>
                <a:cubicBezTo>
                  <a:pt x="307" y="28"/>
                  <a:pt x="298" y="34"/>
                  <a:pt x="294" y="35"/>
                </a:cubicBezTo>
                <a:cubicBezTo>
                  <a:pt x="290" y="36"/>
                  <a:pt x="274" y="28"/>
                  <a:pt x="272" y="25"/>
                </a:cubicBezTo>
                <a:cubicBezTo>
                  <a:pt x="269" y="23"/>
                  <a:pt x="263" y="21"/>
                  <a:pt x="254" y="23"/>
                </a:cubicBezTo>
                <a:cubicBezTo>
                  <a:pt x="245" y="25"/>
                  <a:pt x="234" y="29"/>
                  <a:pt x="232" y="25"/>
                </a:cubicBezTo>
                <a:cubicBezTo>
                  <a:pt x="231" y="22"/>
                  <a:pt x="228" y="20"/>
                  <a:pt x="224" y="25"/>
                </a:cubicBezTo>
                <a:cubicBezTo>
                  <a:pt x="220" y="31"/>
                  <a:pt x="207" y="45"/>
                  <a:pt x="206" y="54"/>
                </a:cubicBezTo>
                <a:cubicBezTo>
                  <a:pt x="204" y="64"/>
                  <a:pt x="192" y="84"/>
                  <a:pt x="178" y="94"/>
                </a:cubicBezTo>
                <a:cubicBezTo>
                  <a:pt x="163" y="103"/>
                  <a:pt x="158" y="88"/>
                  <a:pt x="153" y="101"/>
                </a:cubicBezTo>
                <a:cubicBezTo>
                  <a:pt x="147" y="114"/>
                  <a:pt x="148" y="123"/>
                  <a:pt x="142" y="128"/>
                </a:cubicBezTo>
                <a:cubicBezTo>
                  <a:pt x="137" y="132"/>
                  <a:pt x="141" y="131"/>
                  <a:pt x="136" y="152"/>
                </a:cubicBezTo>
                <a:cubicBezTo>
                  <a:pt x="130" y="173"/>
                  <a:pt x="121" y="161"/>
                  <a:pt x="120" y="175"/>
                </a:cubicBezTo>
                <a:cubicBezTo>
                  <a:pt x="118" y="189"/>
                  <a:pt x="108" y="216"/>
                  <a:pt x="121" y="245"/>
                </a:cubicBezTo>
                <a:cubicBezTo>
                  <a:pt x="135" y="274"/>
                  <a:pt x="146" y="275"/>
                  <a:pt x="156" y="280"/>
                </a:cubicBezTo>
                <a:cubicBezTo>
                  <a:pt x="166" y="286"/>
                  <a:pt x="182" y="284"/>
                  <a:pt x="182" y="284"/>
                </a:cubicBezTo>
                <a:cubicBezTo>
                  <a:pt x="182" y="284"/>
                  <a:pt x="181" y="297"/>
                  <a:pt x="177" y="308"/>
                </a:cubicBezTo>
                <a:cubicBezTo>
                  <a:pt x="173" y="319"/>
                  <a:pt x="172" y="318"/>
                  <a:pt x="178" y="317"/>
                </a:cubicBezTo>
                <a:cubicBezTo>
                  <a:pt x="178" y="317"/>
                  <a:pt x="181" y="359"/>
                  <a:pt x="190" y="370"/>
                </a:cubicBezTo>
                <a:cubicBezTo>
                  <a:pt x="199" y="380"/>
                  <a:pt x="186" y="435"/>
                  <a:pt x="177" y="470"/>
                </a:cubicBezTo>
                <a:cubicBezTo>
                  <a:pt x="168" y="504"/>
                  <a:pt x="176" y="480"/>
                  <a:pt x="153" y="497"/>
                </a:cubicBezTo>
                <a:cubicBezTo>
                  <a:pt x="129" y="514"/>
                  <a:pt x="98" y="549"/>
                  <a:pt x="82" y="572"/>
                </a:cubicBezTo>
                <a:cubicBezTo>
                  <a:pt x="66" y="594"/>
                  <a:pt x="71" y="601"/>
                  <a:pt x="59" y="606"/>
                </a:cubicBezTo>
                <a:cubicBezTo>
                  <a:pt x="46" y="610"/>
                  <a:pt x="35" y="605"/>
                  <a:pt x="22" y="617"/>
                </a:cubicBezTo>
                <a:cubicBezTo>
                  <a:pt x="8" y="629"/>
                  <a:pt x="9" y="623"/>
                  <a:pt x="6" y="632"/>
                </a:cubicBezTo>
                <a:cubicBezTo>
                  <a:pt x="4" y="642"/>
                  <a:pt x="0" y="643"/>
                  <a:pt x="11" y="651"/>
                </a:cubicBezTo>
                <a:close/>
                <a:moveTo>
                  <a:pt x="409" y="192"/>
                </a:moveTo>
                <a:cubicBezTo>
                  <a:pt x="413" y="188"/>
                  <a:pt x="417" y="184"/>
                  <a:pt x="421" y="183"/>
                </a:cubicBezTo>
                <a:cubicBezTo>
                  <a:pt x="427" y="181"/>
                  <a:pt x="431" y="182"/>
                  <a:pt x="433" y="180"/>
                </a:cubicBezTo>
                <a:cubicBezTo>
                  <a:pt x="439" y="187"/>
                  <a:pt x="446" y="196"/>
                  <a:pt x="445" y="204"/>
                </a:cubicBezTo>
                <a:cubicBezTo>
                  <a:pt x="445" y="210"/>
                  <a:pt x="441" y="215"/>
                  <a:pt x="435" y="219"/>
                </a:cubicBezTo>
                <a:cubicBezTo>
                  <a:pt x="435" y="219"/>
                  <a:pt x="434" y="219"/>
                  <a:pt x="432" y="219"/>
                </a:cubicBezTo>
                <a:cubicBezTo>
                  <a:pt x="430" y="219"/>
                  <a:pt x="427" y="219"/>
                  <a:pt x="424" y="217"/>
                </a:cubicBezTo>
                <a:cubicBezTo>
                  <a:pt x="420" y="214"/>
                  <a:pt x="414" y="208"/>
                  <a:pt x="409" y="192"/>
                </a:cubicBezTo>
                <a:close/>
                <a:moveTo>
                  <a:pt x="391" y="199"/>
                </a:moveTo>
                <a:cubicBezTo>
                  <a:pt x="355" y="255"/>
                  <a:pt x="355" y="255"/>
                  <a:pt x="355" y="255"/>
                </a:cubicBezTo>
                <a:cubicBezTo>
                  <a:pt x="357" y="247"/>
                  <a:pt x="365" y="222"/>
                  <a:pt x="362" y="216"/>
                </a:cubicBezTo>
                <a:cubicBezTo>
                  <a:pt x="358" y="210"/>
                  <a:pt x="374" y="198"/>
                  <a:pt x="381" y="198"/>
                </a:cubicBezTo>
                <a:cubicBezTo>
                  <a:pt x="389" y="197"/>
                  <a:pt x="391" y="199"/>
                  <a:pt x="391" y="199"/>
                </a:cubicBezTo>
                <a:close/>
                <a:moveTo>
                  <a:pt x="325" y="333"/>
                </a:moveTo>
                <a:cubicBezTo>
                  <a:pt x="335" y="321"/>
                  <a:pt x="334" y="324"/>
                  <a:pt x="334" y="324"/>
                </a:cubicBezTo>
                <a:cubicBezTo>
                  <a:pt x="334" y="324"/>
                  <a:pt x="341" y="352"/>
                  <a:pt x="347" y="357"/>
                </a:cubicBezTo>
                <a:cubicBezTo>
                  <a:pt x="353" y="356"/>
                  <a:pt x="353" y="356"/>
                  <a:pt x="353" y="356"/>
                </a:cubicBezTo>
                <a:cubicBezTo>
                  <a:pt x="353" y="356"/>
                  <a:pt x="347" y="343"/>
                  <a:pt x="347" y="327"/>
                </a:cubicBezTo>
                <a:cubicBezTo>
                  <a:pt x="347" y="327"/>
                  <a:pt x="352" y="324"/>
                  <a:pt x="363" y="326"/>
                </a:cubicBezTo>
                <a:cubicBezTo>
                  <a:pt x="373" y="329"/>
                  <a:pt x="374" y="322"/>
                  <a:pt x="382" y="328"/>
                </a:cubicBezTo>
                <a:cubicBezTo>
                  <a:pt x="389" y="333"/>
                  <a:pt x="391" y="339"/>
                  <a:pt x="400" y="340"/>
                </a:cubicBezTo>
                <a:cubicBezTo>
                  <a:pt x="343" y="477"/>
                  <a:pt x="343" y="477"/>
                  <a:pt x="343" y="477"/>
                </a:cubicBezTo>
                <a:cubicBezTo>
                  <a:pt x="342" y="474"/>
                  <a:pt x="341" y="469"/>
                  <a:pt x="338" y="463"/>
                </a:cubicBezTo>
                <a:cubicBezTo>
                  <a:pt x="329" y="444"/>
                  <a:pt x="316" y="399"/>
                  <a:pt x="315" y="368"/>
                </a:cubicBezTo>
                <a:cubicBezTo>
                  <a:pt x="314" y="338"/>
                  <a:pt x="314" y="345"/>
                  <a:pt x="325" y="333"/>
                </a:cubicBezTo>
                <a:close/>
              </a:path>
            </a:pathLst>
          </a:custGeom>
          <a:solidFill>
            <a:srgbClr val="0E7CD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阿里巴巴普惠体 R"/>
              <a:cs typeface="+mn-cs"/>
            </a:endParaRPr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DDAAF337-6213-406F-9060-435521141E4D}"/>
              </a:ext>
            </a:extLst>
          </p:cNvPr>
          <p:cNvSpPr>
            <a:spLocks noEditPoints="1"/>
          </p:cNvSpPr>
          <p:nvPr/>
        </p:nvSpPr>
        <p:spPr bwMode="auto">
          <a:xfrm>
            <a:off x="2568962" y="5907860"/>
            <a:ext cx="304902" cy="390824"/>
          </a:xfrm>
          <a:custGeom>
            <a:avLst/>
            <a:gdLst>
              <a:gd name="T0" fmla="*/ 69 w 596"/>
              <a:gd name="T1" fmla="*/ 664 h 765"/>
              <a:gd name="T2" fmla="*/ 141 w 596"/>
              <a:gd name="T3" fmla="*/ 759 h 765"/>
              <a:gd name="T4" fmla="*/ 148 w 596"/>
              <a:gd name="T5" fmla="*/ 667 h 765"/>
              <a:gd name="T6" fmla="*/ 188 w 596"/>
              <a:gd name="T7" fmla="*/ 648 h 765"/>
              <a:gd name="T8" fmla="*/ 225 w 596"/>
              <a:gd name="T9" fmla="*/ 612 h 765"/>
              <a:gd name="T10" fmla="*/ 338 w 596"/>
              <a:gd name="T11" fmla="*/ 554 h 765"/>
              <a:gd name="T12" fmla="*/ 347 w 596"/>
              <a:gd name="T13" fmla="*/ 605 h 765"/>
              <a:gd name="T14" fmla="*/ 332 w 596"/>
              <a:gd name="T15" fmla="*/ 653 h 765"/>
              <a:gd name="T16" fmla="*/ 385 w 596"/>
              <a:gd name="T17" fmla="*/ 740 h 765"/>
              <a:gd name="T18" fmla="*/ 477 w 596"/>
              <a:gd name="T19" fmla="*/ 729 h 765"/>
              <a:gd name="T20" fmla="*/ 418 w 596"/>
              <a:gd name="T21" fmla="*/ 685 h 765"/>
              <a:gd name="T22" fmla="*/ 586 w 596"/>
              <a:gd name="T23" fmla="*/ 317 h 765"/>
              <a:gd name="T24" fmla="*/ 550 w 596"/>
              <a:gd name="T25" fmla="*/ 313 h 765"/>
              <a:gd name="T26" fmla="*/ 514 w 596"/>
              <a:gd name="T27" fmla="*/ 296 h 765"/>
              <a:gd name="T28" fmla="*/ 491 w 596"/>
              <a:gd name="T29" fmla="*/ 227 h 765"/>
              <a:gd name="T30" fmla="*/ 491 w 596"/>
              <a:gd name="T31" fmla="*/ 137 h 765"/>
              <a:gd name="T32" fmla="*/ 513 w 596"/>
              <a:gd name="T33" fmla="*/ 108 h 765"/>
              <a:gd name="T34" fmla="*/ 531 w 596"/>
              <a:gd name="T35" fmla="*/ 79 h 765"/>
              <a:gd name="T36" fmla="*/ 449 w 596"/>
              <a:gd name="T37" fmla="*/ 63 h 765"/>
              <a:gd name="T38" fmla="*/ 418 w 596"/>
              <a:gd name="T39" fmla="*/ 26 h 765"/>
              <a:gd name="T40" fmla="*/ 308 w 596"/>
              <a:gd name="T41" fmla="*/ 28 h 765"/>
              <a:gd name="T42" fmla="*/ 260 w 596"/>
              <a:gd name="T43" fmla="*/ 88 h 765"/>
              <a:gd name="T44" fmla="*/ 242 w 596"/>
              <a:gd name="T45" fmla="*/ 133 h 765"/>
              <a:gd name="T46" fmla="*/ 229 w 596"/>
              <a:gd name="T47" fmla="*/ 151 h 765"/>
              <a:gd name="T48" fmla="*/ 202 w 596"/>
              <a:gd name="T49" fmla="*/ 199 h 765"/>
              <a:gd name="T50" fmla="*/ 170 w 596"/>
              <a:gd name="T51" fmla="*/ 243 h 765"/>
              <a:gd name="T52" fmla="*/ 145 w 596"/>
              <a:gd name="T53" fmla="*/ 293 h 765"/>
              <a:gd name="T54" fmla="*/ 208 w 596"/>
              <a:gd name="T55" fmla="*/ 249 h 765"/>
              <a:gd name="T56" fmla="*/ 210 w 596"/>
              <a:gd name="T57" fmla="*/ 296 h 765"/>
              <a:gd name="T58" fmla="*/ 219 w 596"/>
              <a:gd name="T59" fmla="*/ 304 h 765"/>
              <a:gd name="T60" fmla="*/ 304 w 596"/>
              <a:gd name="T61" fmla="*/ 373 h 765"/>
              <a:gd name="T62" fmla="*/ 298 w 596"/>
              <a:gd name="T63" fmla="*/ 454 h 765"/>
              <a:gd name="T64" fmla="*/ 148 w 596"/>
              <a:gd name="T65" fmla="*/ 584 h 765"/>
              <a:gd name="T66" fmla="*/ 214 w 596"/>
              <a:gd name="T67" fmla="*/ 239 h 765"/>
              <a:gd name="T68" fmla="*/ 221 w 596"/>
              <a:gd name="T69" fmla="*/ 226 h 765"/>
              <a:gd name="T70" fmla="*/ 477 w 596"/>
              <a:gd name="T71" fmla="*/ 516 h 765"/>
              <a:gd name="T72" fmla="*/ 471 w 596"/>
              <a:gd name="T73" fmla="*/ 416 h 765"/>
              <a:gd name="T74" fmla="*/ 456 w 596"/>
              <a:gd name="T75" fmla="*/ 348 h 765"/>
              <a:gd name="T76" fmla="*/ 530 w 596"/>
              <a:gd name="T77" fmla="*/ 342 h 765"/>
              <a:gd name="T78" fmla="*/ 543 w 596"/>
              <a:gd name="T79" fmla="*/ 356 h 765"/>
              <a:gd name="T80" fmla="*/ 460 w 596"/>
              <a:gd name="T81" fmla="*/ 570 h 765"/>
              <a:gd name="T82" fmla="*/ 410 w 596"/>
              <a:gd name="T83" fmla="*/ 657 h 765"/>
              <a:gd name="T84" fmla="*/ 442 w 596"/>
              <a:gd name="T85" fmla="*/ 601 h 765"/>
              <a:gd name="T86" fmla="*/ 411 w 596"/>
              <a:gd name="T87" fmla="*/ 675 h 7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96" h="765">
                <a:moveTo>
                  <a:pt x="0" y="717"/>
                </a:moveTo>
                <a:cubicBezTo>
                  <a:pt x="14" y="709"/>
                  <a:pt x="14" y="709"/>
                  <a:pt x="14" y="709"/>
                </a:cubicBezTo>
                <a:cubicBezTo>
                  <a:pt x="69" y="664"/>
                  <a:pt x="69" y="664"/>
                  <a:pt x="69" y="664"/>
                </a:cubicBezTo>
                <a:cubicBezTo>
                  <a:pt x="69" y="664"/>
                  <a:pt x="83" y="692"/>
                  <a:pt x="87" y="699"/>
                </a:cubicBezTo>
                <a:cubicBezTo>
                  <a:pt x="91" y="707"/>
                  <a:pt x="93" y="717"/>
                  <a:pt x="100" y="728"/>
                </a:cubicBezTo>
                <a:cubicBezTo>
                  <a:pt x="107" y="740"/>
                  <a:pt x="126" y="754"/>
                  <a:pt x="141" y="759"/>
                </a:cubicBezTo>
                <a:cubicBezTo>
                  <a:pt x="156" y="765"/>
                  <a:pt x="162" y="748"/>
                  <a:pt x="159" y="732"/>
                </a:cubicBezTo>
                <a:cubicBezTo>
                  <a:pt x="155" y="715"/>
                  <a:pt x="143" y="703"/>
                  <a:pt x="143" y="695"/>
                </a:cubicBezTo>
                <a:cubicBezTo>
                  <a:pt x="144" y="687"/>
                  <a:pt x="145" y="674"/>
                  <a:pt x="148" y="667"/>
                </a:cubicBezTo>
                <a:cubicBezTo>
                  <a:pt x="151" y="660"/>
                  <a:pt x="157" y="658"/>
                  <a:pt x="161" y="656"/>
                </a:cubicBezTo>
                <a:cubicBezTo>
                  <a:pt x="165" y="654"/>
                  <a:pt x="169" y="657"/>
                  <a:pt x="175" y="654"/>
                </a:cubicBezTo>
                <a:cubicBezTo>
                  <a:pt x="181" y="652"/>
                  <a:pt x="187" y="652"/>
                  <a:pt x="188" y="648"/>
                </a:cubicBezTo>
                <a:cubicBezTo>
                  <a:pt x="188" y="643"/>
                  <a:pt x="207" y="635"/>
                  <a:pt x="204" y="633"/>
                </a:cubicBezTo>
                <a:cubicBezTo>
                  <a:pt x="202" y="630"/>
                  <a:pt x="210" y="630"/>
                  <a:pt x="216" y="623"/>
                </a:cubicBezTo>
                <a:cubicBezTo>
                  <a:pt x="223" y="615"/>
                  <a:pt x="219" y="614"/>
                  <a:pt x="225" y="612"/>
                </a:cubicBezTo>
                <a:cubicBezTo>
                  <a:pt x="231" y="610"/>
                  <a:pt x="245" y="609"/>
                  <a:pt x="251" y="607"/>
                </a:cubicBezTo>
                <a:cubicBezTo>
                  <a:pt x="256" y="606"/>
                  <a:pt x="334" y="555"/>
                  <a:pt x="334" y="555"/>
                </a:cubicBezTo>
                <a:cubicBezTo>
                  <a:pt x="334" y="555"/>
                  <a:pt x="346" y="553"/>
                  <a:pt x="338" y="554"/>
                </a:cubicBezTo>
                <a:cubicBezTo>
                  <a:pt x="329" y="555"/>
                  <a:pt x="356" y="547"/>
                  <a:pt x="354" y="558"/>
                </a:cubicBezTo>
                <a:cubicBezTo>
                  <a:pt x="352" y="570"/>
                  <a:pt x="356" y="570"/>
                  <a:pt x="356" y="584"/>
                </a:cubicBezTo>
                <a:cubicBezTo>
                  <a:pt x="357" y="598"/>
                  <a:pt x="355" y="603"/>
                  <a:pt x="347" y="605"/>
                </a:cubicBezTo>
                <a:cubicBezTo>
                  <a:pt x="339" y="608"/>
                  <a:pt x="330" y="615"/>
                  <a:pt x="331" y="622"/>
                </a:cubicBezTo>
                <a:cubicBezTo>
                  <a:pt x="333" y="629"/>
                  <a:pt x="338" y="639"/>
                  <a:pt x="334" y="642"/>
                </a:cubicBezTo>
                <a:cubicBezTo>
                  <a:pt x="331" y="644"/>
                  <a:pt x="329" y="646"/>
                  <a:pt x="332" y="653"/>
                </a:cubicBezTo>
                <a:cubicBezTo>
                  <a:pt x="336" y="660"/>
                  <a:pt x="340" y="671"/>
                  <a:pt x="338" y="678"/>
                </a:cubicBezTo>
                <a:cubicBezTo>
                  <a:pt x="335" y="685"/>
                  <a:pt x="329" y="712"/>
                  <a:pt x="338" y="738"/>
                </a:cubicBezTo>
                <a:cubicBezTo>
                  <a:pt x="338" y="738"/>
                  <a:pt x="377" y="744"/>
                  <a:pt x="385" y="740"/>
                </a:cubicBezTo>
                <a:cubicBezTo>
                  <a:pt x="385" y="740"/>
                  <a:pt x="391" y="740"/>
                  <a:pt x="399" y="741"/>
                </a:cubicBezTo>
                <a:cubicBezTo>
                  <a:pt x="400" y="741"/>
                  <a:pt x="400" y="741"/>
                  <a:pt x="401" y="741"/>
                </a:cubicBezTo>
                <a:cubicBezTo>
                  <a:pt x="411" y="742"/>
                  <a:pt x="477" y="744"/>
                  <a:pt x="477" y="729"/>
                </a:cubicBezTo>
                <a:cubicBezTo>
                  <a:pt x="476" y="714"/>
                  <a:pt x="474" y="709"/>
                  <a:pt x="459" y="701"/>
                </a:cubicBezTo>
                <a:cubicBezTo>
                  <a:pt x="444" y="693"/>
                  <a:pt x="434" y="696"/>
                  <a:pt x="423" y="689"/>
                </a:cubicBezTo>
                <a:cubicBezTo>
                  <a:pt x="421" y="687"/>
                  <a:pt x="419" y="686"/>
                  <a:pt x="418" y="685"/>
                </a:cubicBezTo>
                <a:cubicBezTo>
                  <a:pt x="565" y="352"/>
                  <a:pt x="565" y="352"/>
                  <a:pt x="565" y="352"/>
                </a:cubicBezTo>
                <a:cubicBezTo>
                  <a:pt x="569" y="352"/>
                  <a:pt x="572" y="352"/>
                  <a:pt x="575" y="349"/>
                </a:cubicBezTo>
                <a:cubicBezTo>
                  <a:pt x="575" y="349"/>
                  <a:pt x="595" y="330"/>
                  <a:pt x="586" y="317"/>
                </a:cubicBezTo>
                <a:cubicBezTo>
                  <a:pt x="586" y="317"/>
                  <a:pt x="596" y="315"/>
                  <a:pt x="584" y="305"/>
                </a:cubicBezTo>
                <a:cubicBezTo>
                  <a:pt x="584" y="305"/>
                  <a:pt x="572" y="294"/>
                  <a:pt x="571" y="307"/>
                </a:cubicBezTo>
                <a:cubicBezTo>
                  <a:pt x="571" y="307"/>
                  <a:pt x="561" y="307"/>
                  <a:pt x="550" y="313"/>
                </a:cubicBezTo>
                <a:cubicBezTo>
                  <a:pt x="539" y="319"/>
                  <a:pt x="545" y="315"/>
                  <a:pt x="541" y="309"/>
                </a:cubicBezTo>
                <a:cubicBezTo>
                  <a:pt x="538" y="304"/>
                  <a:pt x="536" y="297"/>
                  <a:pt x="530" y="300"/>
                </a:cubicBezTo>
                <a:cubicBezTo>
                  <a:pt x="524" y="303"/>
                  <a:pt x="517" y="301"/>
                  <a:pt x="514" y="296"/>
                </a:cubicBezTo>
                <a:cubicBezTo>
                  <a:pt x="512" y="291"/>
                  <a:pt x="518" y="279"/>
                  <a:pt x="509" y="280"/>
                </a:cubicBezTo>
                <a:cubicBezTo>
                  <a:pt x="500" y="280"/>
                  <a:pt x="504" y="278"/>
                  <a:pt x="499" y="266"/>
                </a:cubicBezTo>
                <a:cubicBezTo>
                  <a:pt x="494" y="254"/>
                  <a:pt x="491" y="227"/>
                  <a:pt x="491" y="227"/>
                </a:cubicBezTo>
                <a:cubicBezTo>
                  <a:pt x="491" y="227"/>
                  <a:pt x="483" y="218"/>
                  <a:pt x="485" y="203"/>
                </a:cubicBezTo>
                <a:cubicBezTo>
                  <a:pt x="487" y="188"/>
                  <a:pt x="489" y="154"/>
                  <a:pt x="487" y="146"/>
                </a:cubicBezTo>
                <a:cubicBezTo>
                  <a:pt x="487" y="146"/>
                  <a:pt x="494" y="142"/>
                  <a:pt x="491" y="137"/>
                </a:cubicBezTo>
                <a:cubicBezTo>
                  <a:pt x="491" y="137"/>
                  <a:pt x="512" y="140"/>
                  <a:pt x="504" y="131"/>
                </a:cubicBezTo>
                <a:cubicBezTo>
                  <a:pt x="504" y="131"/>
                  <a:pt x="512" y="125"/>
                  <a:pt x="508" y="118"/>
                </a:cubicBezTo>
                <a:cubicBezTo>
                  <a:pt x="503" y="112"/>
                  <a:pt x="516" y="111"/>
                  <a:pt x="513" y="108"/>
                </a:cubicBezTo>
                <a:cubicBezTo>
                  <a:pt x="518" y="102"/>
                  <a:pt x="518" y="102"/>
                  <a:pt x="518" y="102"/>
                </a:cubicBezTo>
                <a:cubicBezTo>
                  <a:pt x="518" y="102"/>
                  <a:pt x="526" y="99"/>
                  <a:pt x="524" y="96"/>
                </a:cubicBezTo>
                <a:cubicBezTo>
                  <a:pt x="524" y="96"/>
                  <a:pt x="537" y="102"/>
                  <a:pt x="531" y="79"/>
                </a:cubicBezTo>
                <a:cubicBezTo>
                  <a:pt x="531" y="79"/>
                  <a:pt x="549" y="54"/>
                  <a:pt x="518" y="31"/>
                </a:cubicBezTo>
                <a:cubicBezTo>
                  <a:pt x="518" y="31"/>
                  <a:pt x="491" y="0"/>
                  <a:pt x="467" y="25"/>
                </a:cubicBezTo>
                <a:cubicBezTo>
                  <a:pt x="467" y="25"/>
                  <a:pt x="446" y="34"/>
                  <a:pt x="449" y="63"/>
                </a:cubicBezTo>
                <a:cubicBezTo>
                  <a:pt x="449" y="63"/>
                  <a:pt x="435" y="63"/>
                  <a:pt x="440" y="78"/>
                </a:cubicBezTo>
                <a:cubicBezTo>
                  <a:pt x="440" y="78"/>
                  <a:pt x="434" y="75"/>
                  <a:pt x="430" y="78"/>
                </a:cubicBezTo>
                <a:cubicBezTo>
                  <a:pt x="430" y="78"/>
                  <a:pt x="429" y="34"/>
                  <a:pt x="418" y="26"/>
                </a:cubicBezTo>
                <a:cubicBezTo>
                  <a:pt x="418" y="26"/>
                  <a:pt x="426" y="9"/>
                  <a:pt x="407" y="14"/>
                </a:cubicBezTo>
                <a:cubicBezTo>
                  <a:pt x="407" y="14"/>
                  <a:pt x="372" y="1"/>
                  <a:pt x="347" y="10"/>
                </a:cubicBezTo>
                <a:cubicBezTo>
                  <a:pt x="322" y="20"/>
                  <a:pt x="315" y="18"/>
                  <a:pt x="308" y="28"/>
                </a:cubicBezTo>
                <a:cubicBezTo>
                  <a:pt x="301" y="39"/>
                  <a:pt x="292" y="57"/>
                  <a:pt x="286" y="68"/>
                </a:cubicBezTo>
                <a:cubicBezTo>
                  <a:pt x="279" y="79"/>
                  <a:pt x="278" y="81"/>
                  <a:pt x="272" y="84"/>
                </a:cubicBezTo>
                <a:cubicBezTo>
                  <a:pt x="266" y="88"/>
                  <a:pt x="264" y="81"/>
                  <a:pt x="260" y="88"/>
                </a:cubicBezTo>
                <a:cubicBezTo>
                  <a:pt x="257" y="94"/>
                  <a:pt x="263" y="100"/>
                  <a:pt x="260" y="104"/>
                </a:cubicBezTo>
                <a:cubicBezTo>
                  <a:pt x="256" y="108"/>
                  <a:pt x="253" y="109"/>
                  <a:pt x="248" y="116"/>
                </a:cubicBezTo>
                <a:cubicBezTo>
                  <a:pt x="243" y="124"/>
                  <a:pt x="240" y="129"/>
                  <a:pt x="242" y="133"/>
                </a:cubicBezTo>
                <a:cubicBezTo>
                  <a:pt x="242" y="133"/>
                  <a:pt x="240" y="135"/>
                  <a:pt x="239" y="139"/>
                </a:cubicBezTo>
                <a:cubicBezTo>
                  <a:pt x="239" y="144"/>
                  <a:pt x="241" y="148"/>
                  <a:pt x="237" y="149"/>
                </a:cubicBezTo>
                <a:cubicBezTo>
                  <a:pt x="233" y="151"/>
                  <a:pt x="232" y="148"/>
                  <a:pt x="229" y="151"/>
                </a:cubicBezTo>
                <a:cubicBezTo>
                  <a:pt x="227" y="155"/>
                  <a:pt x="229" y="157"/>
                  <a:pt x="221" y="166"/>
                </a:cubicBezTo>
                <a:cubicBezTo>
                  <a:pt x="212" y="174"/>
                  <a:pt x="203" y="190"/>
                  <a:pt x="202" y="198"/>
                </a:cubicBezTo>
                <a:cubicBezTo>
                  <a:pt x="202" y="198"/>
                  <a:pt x="202" y="199"/>
                  <a:pt x="202" y="199"/>
                </a:cubicBezTo>
                <a:cubicBezTo>
                  <a:pt x="200" y="203"/>
                  <a:pt x="199" y="208"/>
                  <a:pt x="198" y="212"/>
                </a:cubicBezTo>
                <a:cubicBezTo>
                  <a:pt x="197" y="214"/>
                  <a:pt x="197" y="215"/>
                  <a:pt x="197" y="215"/>
                </a:cubicBezTo>
                <a:cubicBezTo>
                  <a:pt x="193" y="218"/>
                  <a:pt x="177" y="230"/>
                  <a:pt x="170" y="243"/>
                </a:cubicBezTo>
                <a:cubicBezTo>
                  <a:pt x="161" y="259"/>
                  <a:pt x="139" y="286"/>
                  <a:pt x="135" y="294"/>
                </a:cubicBezTo>
                <a:cubicBezTo>
                  <a:pt x="130" y="301"/>
                  <a:pt x="105" y="324"/>
                  <a:pt x="104" y="334"/>
                </a:cubicBezTo>
                <a:cubicBezTo>
                  <a:pt x="104" y="334"/>
                  <a:pt x="132" y="305"/>
                  <a:pt x="145" y="293"/>
                </a:cubicBezTo>
                <a:cubicBezTo>
                  <a:pt x="157" y="281"/>
                  <a:pt x="193" y="237"/>
                  <a:pt x="196" y="229"/>
                </a:cubicBezTo>
                <a:cubicBezTo>
                  <a:pt x="196" y="229"/>
                  <a:pt x="198" y="222"/>
                  <a:pt x="201" y="232"/>
                </a:cubicBezTo>
                <a:cubicBezTo>
                  <a:pt x="202" y="238"/>
                  <a:pt x="205" y="244"/>
                  <a:pt x="208" y="249"/>
                </a:cubicBezTo>
                <a:cubicBezTo>
                  <a:pt x="208" y="249"/>
                  <a:pt x="208" y="249"/>
                  <a:pt x="208" y="250"/>
                </a:cubicBezTo>
                <a:cubicBezTo>
                  <a:pt x="202" y="258"/>
                  <a:pt x="206" y="256"/>
                  <a:pt x="204" y="264"/>
                </a:cubicBezTo>
                <a:cubicBezTo>
                  <a:pt x="202" y="271"/>
                  <a:pt x="202" y="287"/>
                  <a:pt x="210" y="296"/>
                </a:cubicBezTo>
                <a:cubicBezTo>
                  <a:pt x="219" y="305"/>
                  <a:pt x="176" y="360"/>
                  <a:pt x="170" y="394"/>
                </a:cubicBezTo>
                <a:cubicBezTo>
                  <a:pt x="170" y="394"/>
                  <a:pt x="185" y="371"/>
                  <a:pt x="196" y="356"/>
                </a:cubicBezTo>
                <a:cubicBezTo>
                  <a:pt x="206" y="340"/>
                  <a:pt x="219" y="317"/>
                  <a:pt x="219" y="304"/>
                </a:cubicBezTo>
                <a:cubicBezTo>
                  <a:pt x="219" y="304"/>
                  <a:pt x="225" y="303"/>
                  <a:pt x="232" y="312"/>
                </a:cubicBezTo>
                <a:cubicBezTo>
                  <a:pt x="239" y="321"/>
                  <a:pt x="288" y="346"/>
                  <a:pt x="300" y="329"/>
                </a:cubicBezTo>
                <a:cubicBezTo>
                  <a:pt x="300" y="329"/>
                  <a:pt x="301" y="356"/>
                  <a:pt x="304" y="373"/>
                </a:cubicBezTo>
                <a:cubicBezTo>
                  <a:pt x="307" y="390"/>
                  <a:pt x="312" y="393"/>
                  <a:pt x="304" y="403"/>
                </a:cubicBezTo>
                <a:cubicBezTo>
                  <a:pt x="296" y="412"/>
                  <a:pt x="296" y="411"/>
                  <a:pt x="294" y="425"/>
                </a:cubicBezTo>
                <a:cubicBezTo>
                  <a:pt x="293" y="439"/>
                  <a:pt x="298" y="454"/>
                  <a:pt x="298" y="454"/>
                </a:cubicBezTo>
                <a:cubicBezTo>
                  <a:pt x="186" y="555"/>
                  <a:pt x="186" y="555"/>
                  <a:pt x="186" y="555"/>
                </a:cubicBezTo>
                <a:cubicBezTo>
                  <a:pt x="186" y="555"/>
                  <a:pt x="155" y="538"/>
                  <a:pt x="149" y="582"/>
                </a:cubicBezTo>
                <a:cubicBezTo>
                  <a:pt x="149" y="582"/>
                  <a:pt x="148" y="583"/>
                  <a:pt x="148" y="584"/>
                </a:cubicBezTo>
                <a:cubicBezTo>
                  <a:pt x="9" y="704"/>
                  <a:pt x="9" y="704"/>
                  <a:pt x="9" y="704"/>
                </a:cubicBezTo>
                <a:lnTo>
                  <a:pt x="0" y="717"/>
                </a:lnTo>
                <a:close/>
                <a:moveTo>
                  <a:pt x="214" y="239"/>
                </a:moveTo>
                <a:cubicBezTo>
                  <a:pt x="208" y="231"/>
                  <a:pt x="201" y="218"/>
                  <a:pt x="208" y="204"/>
                </a:cubicBezTo>
                <a:cubicBezTo>
                  <a:pt x="209" y="204"/>
                  <a:pt x="210" y="204"/>
                  <a:pt x="210" y="204"/>
                </a:cubicBezTo>
                <a:cubicBezTo>
                  <a:pt x="210" y="204"/>
                  <a:pt x="212" y="220"/>
                  <a:pt x="221" y="226"/>
                </a:cubicBezTo>
                <a:cubicBezTo>
                  <a:pt x="221" y="226"/>
                  <a:pt x="222" y="238"/>
                  <a:pt x="214" y="239"/>
                </a:cubicBezTo>
                <a:close/>
                <a:moveTo>
                  <a:pt x="459" y="546"/>
                </a:moveTo>
                <a:cubicBezTo>
                  <a:pt x="468" y="542"/>
                  <a:pt x="474" y="531"/>
                  <a:pt x="477" y="516"/>
                </a:cubicBezTo>
                <a:cubicBezTo>
                  <a:pt x="479" y="500"/>
                  <a:pt x="491" y="480"/>
                  <a:pt x="486" y="472"/>
                </a:cubicBezTo>
                <a:cubicBezTo>
                  <a:pt x="481" y="464"/>
                  <a:pt x="479" y="461"/>
                  <a:pt x="478" y="450"/>
                </a:cubicBezTo>
                <a:cubicBezTo>
                  <a:pt x="477" y="439"/>
                  <a:pt x="473" y="427"/>
                  <a:pt x="471" y="416"/>
                </a:cubicBezTo>
                <a:cubicBezTo>
                  <a:pt x="468" y="404"/>
                  <a:pt x="469" y="403"/>
                  <a:pt x="463" y="395"/>
                </a:cubicBezTo>
                <a:cubicBezTo>
                  <a:pt x="458" y="388"/>
                  <a:pt x="455" y="361"/>
                  <a:pt x="455" y="353"/>
                </a:cubicBezTo>
                <a:cubicBezTo>
                  <a:pt x="455" y="352"/>
                  <a:pt x="455" y="350"/>
                  <a:pt x="456" y="348"/>
                </a:cubicBezTo>
                <a:cubicBezTo>
                  <a:pt x="482" y="347"/>
                  <a:pt x="483" y="334"/>
                  <a:pt x="479" y="322"/>
                </a:cubicBezTo>
                <a:cubicBezTo>
                  <a:pt x="488" y="328"/>
                  <a:pt x="497" y="334"/>
                  <a:pt x="502" y="335"/>
                </a:cubicBezTo>
                <a:cubicBezTo>
                  <a:pt x="514" y="337"/>
                  <a:pt x="524" y="340"/>
                  <a:pt x="530" y="342"/>
                </a:cubicBezTo>
                <a:cubicBezTo>
                  <a:pt x="537" y="343"/>
                  <a:pt x="542" y="345"/>
                  <a:pt x="544" y="346"/>
                </a:cubicBezTo>
                <a:cubicBezTo>
                  <a:pt x="546" y="348"/>
                  <a:pt x="541" y="351"/>
                  <a:pt x="541" y="351"/>
                </a:cubicBezTo>
                <a:cubicBezTo>
                  <a:pt x="543" y="356"/>
                  <a:pt x="543" y="356"/>
                  <a:pt x="543" y="356"/>
                </a:cubicBezTo>
                <a:cubicBezTo>
                  <a:pt x="555" y="350"/>
                  <a:pt x="555" y="350"/>
                  <a:pt x="555" y="350"/>
                </a:cubicBezTo>
                <a:cubicBezTo>
                  <a:pt x="555" y="350"/>
                  <a:pt x="556" y="350"/>
                  <a:pt x="556" y="350"/>
                </a:cubicBezTo>
                <a:cubicBezTo>
                  <a:pt x="460" y="570"/>
                  <a:pt x="460" y="570"/>
                  <a:pt x="460" y="570"/>
                </a:cubicBezTo>
                <a:cubicBezTo>
                  <a:pt x="460" y="565"/>
                  <a:pt x="459" y="561"/>
                  <a:pt x="458" y="558"/>
                </a:cubicBezTo>
                <a:cubicBezTo>
                  <a:pt x="455" y="551"/>
                  <a:pt x="449" y="550"/>
                  <a:pt x="459" y="546"/>
                </a:cubicBezTo>
                <a:close/>
                <a:moveTo>
                  <a:pt x="410" y="657"/>
                </a:moveTo>
                <a:cubicBezTo>
                  <a:pt x="409" y="649"/>
                  <a:pt x="413" y="653"/>
                  <a:pt x="416" y="642"/>
                </a:cubicBezTo>
                <a:cubicBezTo>
                  <a:pt x="418" y="631"/>
                  <a:pt x="416" y="627"/>
                  <a:pt x="422" y="621"/>
                </a:cubicBezTo>
                <a:cubicBezTo>
                  <a:pt x="428" y="615"/>
                  <a:pt x="440" y="608"/>
                  <a:pt x="442" y="601"/>
                </a:cubicBezTo>
                <a:cubicBezTo>
                  <a:pt x="443" y="597"/>
                  <a:pt x="446" y="596"/>
                  <a:pt x="449" y="595"/>
                </a:cubicBezTo>
                <a:cubicBezTo>
                  <a:pt x="412" y="679"/>
                  <a:pt x="412" y="679"/>
                  <a:pt x="412" y="679"/>
                </a:cubicBezTo>
                <a:cubicBezTo>
                  <a:pt x="412" y="678"/>
                  <a:pt x="411" y="677"/>
                  <a:pt x="411" y="675"/>
                </a:cubicBezTo>
                <a:cubicBezTo>
                  <a:pt x="408" y="666"/>
                  <a:pt x="411" y="665"/>
                  <a:pt x="410" y="657"/>
                </a:cubicBezTo>
                <a:close/>
              </a:path>
            </a:pathLst>
          </a:custGeom>
          <a:solidFill>
            <a:srgbClr val="0E7CD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阿里巴巴普惠体 R"/>
              <a:cs typeface="+mn-cs"/>
            </a:endParaRPr>
          </a:p>
        </p:txBody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8E6E3726-E984-4ADB-919F-C2B8D1A76F8F}"/>
              </a:ext>
            </a:extLst>
          </p:cNvPr>
          <p:cNvSpPr>
            <a:spLocks noEditPoints="1"/>
          </p:cNvSpPr>
          <p:nvPr/>
        </p:nvSpPr>
        <p:spPr bwMode="auto">
          <a:xfrm>
            <a:off x="7602619" y="4488605"/>
            <a:ext cx="241003" cy="349895"/>
          </a:xfrm>
          <a:custGeom>
            <a:avLst/>
            <a:gdLst>
              <a:gd name="T0" fmla="*/ 513 w 518"/>
              <a:gd name="T1" fmla="*/ 640 h 712"/>
              <a:gd name="T2" fmla="*/ 352 w 518"/>
              <a:gd name="T3" fmla="*/ 212 h 712"/>
              <a:gd name="T4" fmla="*/ 358 w 518"/>
              <a:gd name="T5" fmla="*/ 195 h 712"/>
              <a:gd name="T6" fmla="*/ 357 w 518"/>
              <a:gd name="T7" fmla="*/ 178 h 712"/>
              <a:gd name="T8" fmla="*/ 333 w 518"/>
              <a:gd name="T9" fmla="*/ 164 h 712"/>
              <a:gd name="T10" fmla="*/ 303 w 518"/>
              <a:gd name="T11" fmla="*/ 192 h 712"/>
              <a:gd name="T12" fmla="*/ 292 w 518"/>
              <a:gd name="T13" fmla="*/ 121 h 712"/>
              <a:gd name="T14" fmla="*/ 312 w 518"/>
              <a:gd name="T15" fmla="*/ 104 h 712"/>
              <a:gd name="T16" fmla="*/ 330 w 518"/>
              <a:gd name="T17" fmla="*/ 84 h 712"/>
              <a:gd name="T18" fmla="*/ 345 w 518"/>
              <a:gd name="T19" fmla="*/ 62 h 712"/>
              <a:gd name="T20" fmla="*/ 274 w 518"/>
              <a:gd name="T21" fmla="*/ 14 h 712"/>
              <a:gd name="T22" fmla="*/ 211 w 518"/>
              <a:gd name="T23" fmla="*/ 87 h 712"/>
              <a:gd name="T24" fmla="*/ 169 w 518"/>
              <a:gd name="T25" fmla="*/ 71 h 712"/>
              <a:gd name="T26" fmla="*/ 104 w 518"/>
              <a:gd name="T27" fmla="*/ 52 h 712"/>
              <a:gd name="T28" fmla="*/ 32 w 518"/>
              <a:gd name="T29" fmla="*/ 97 h 712"/>
              <a:gd name="T30" fmla="*/ 39 w 518"/>
              <a:gd name="T31" fmla="*/ 152 h 712"/>
              <a:gd name="T32" fmla="*/ 0 w 518"/>
              <a:gd name="T33" fmla="*/ 296 h 712"/>
              <a:gd name="T34" fmla="*/ 27 w 518"/>
              <a:gd name="T35" fmla="*/ 241 h 712"/>
              <a:gd name="T36" fmla="*/ 11 w 518"/>
              <a:gd name="T37" fmla="*/ 359 h 712"/>
              <a:gd name="T38" fmla="*/ 47 w 518"/>
              <a:gd name="T39" fmla="*/ 192 h 712"/>
              <a:gd name="T40" fmla="*/ 51 w 518"/>
              <a:gd name="T41" fmla="*/ 233 h 712"/>
              <a:gd name="T42" fmla="*/ 50 w 518"/>
              <a:gd name="T43" fmla="*/ 269 h 712"/>
              <a:gd name="T44" fmla="*/ 52 w 518"/>
              <a:gd name="T45" fmla="*/ 322 h 712"/>
              <a:gd name="T46" fmla="*/ 119 w 518"/>
              <a:gd name="T47" fmla="*/ 398 h 712"/>
              <a:gd name="T48" fmla="*/ 159 w 518"/>
              <a:gd name="T49" fmla="*/ 392 h 712"/>
              <a:gd name="T50" fmla="*/ 149 w 518"/>
              <a:gd name="T51" fmla="*/ 430 h 712"/>
              <a:gd name="T52" fmla="*/ 178 w 518"/>
              <a:gd name="T53" fmla="*/ 436 h 712"/>
              <a:gd name="T54" fmla="*/ 196 w 518"/>
              <a:gd name="T55" fmla="*/ 506 h 712"/>
              <a:gd name="T56" fmla="*/ 196 w 518"/>
              <a:gd name="T57" fmla="*/ 529 h 712"/>
              <a:gd name="T58" fmla="*/ 112 w 518"/>
              <a:gd name="T59" fmla="*/ 596 h 712"/>
              <a:gd name="T60" fmla="*/ 35 w 518"/>
              <a:gd name="T61" fmla="*/ 632 h 712"/>
              <a:gd name="T62" fmla="*/ 82 w 518"/>
              <a:gd name="T63" fmla="*/ 706 h 712"/>
              <a:gd name="T64" fmla="*/ 129 w 518"/>
              <a:gd name="T65" fmla="*/ 694 h 712"/>
              <a:gd name="T66" fmla="*/ 114 w 518"/>
              <a:gd name="T67" fmla="*/ 650 h 712"/>
              <a:gd name="T68" fmla="*/ 183 w 518"/>
              <a:gd name="T69" fmla="*/ 604 h 712"/>
              <a:gd name="T70" fmla="*/ 257 w 518"/>
              <a:gd name="T71" fmla="*/ 558 h 712"/>
              <a:gd name="T72" fmla="*/ 276 w 518"/>
              <a:gd name="T73" fmla="*/ 538 h 712"/>
              <a:gd name="T74" fmla="*/ 275 w 518"/>
              <a:gd name="T75" fmla="*/ 640 h 712"/>
              <a:gd name="T76" fmla="*/ 263 w 518"/>
              <a:gd name="T77" fmla="*/ 681 h 712"/>
              <a:gd name="T78" fmla="*/ 314 w 518"/>
              <a:gd name="T79" fmla="*/ 694 h 712"/>
              <a:gd name="T80" fmla="*/ 375 w 518"/>
              <a:gd name="T81" fmla="*/ 674 h 712"/>
              <a:gd name="T82" fmla="*/ 334 w 518"/>
              <a:gd name="T83" fmla="*/ 662 h 712"/>
              <a:gd name="T84" fmla="*/ 333 w 518"/>
              <a:gd name="T85" fmla="*/ 513 h 712"/>
              <a:gd name="T86" fmla="*/ 327 w 518"/>
              <a:gd name="T87" fmla="*/ 476 h 712"/>
              <a:gd name="T88" fmla="*/ 322 w 518"/>
              <a:gd name="T89" fmla="*/ 342 h 712"/>
              <a:gd name="T90" fmla="*/ 381 w 518"/>
              <a:gd name="T91" fmla="*/ 356 h 712"/>
              <a:gd name="T92" fmla="*/ 489 w 518"/>
              <a:gd name="T93" fmla="*/ 652 h 712"/>
              <a:gd name="T94" fmla="*/ 393 w 518"/>
              <a:gd name="T95" fmla="*/ 343 h 712"/>
              <a:gd name="T96" fmla="*/ 324 w 518"/>
              <a:gd name="T97" fmla="*/ 314 h 712"/>
              <a:gd name="T98" fmla="*/ 292 w 518"/>
              <a:gd name="T99" fmla="*/ 225 h 712"/>
              <a:gd name="T100" fmla="*/ 332 w 518"/>
              <a:gd name="T101" fmla="*/ 217 h 712"/>
              <a:gd name="T102" fmla="*/ 381 w 518"/>
              <a:gd name="T103" fmla="*/ 313 h 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18" h="712">
                <a:moveTo>
                  <a:pt x="393" y="343"/>
                </a:moveTo>
                <a:cubicBezTo>
                  <a:pt x="513" y="640"/>
                  <a:pt x="513" y="640"/>
                  <a:pt x="513" y="640"/>
                </a:cubicBezTo>
                <a:cubicBezTo>
                  <a:pt x="518" y="636"/>
                  <a:pt x="518" y="636"/>
                  <a:pt x="518" y="636"/>
                </a:cubicBezTo>
                <a:cubicBezTo>
                  <a:pt x="352" y="212"/>
                  <a:pt x="352" y="212"/>
                  <a:pt x="352" y="212"/>
                </a:cubicBezTo>
                <a:cubicBezTo>
                  <a:pt x="355" y="211"/>
                  <a:pt x="357" y="210"/>
                  <a:pt x="357" y="210"/>
                </a:cubicBezTo>
                <a:cubicBezTo>
                  <a:pt x="362" y="207"/>
                  <a:pt x="356" y="196"/>
                  <a:pt x="358" y="195"/>
                </a:cubicBezTo>
                <a:cubicBezTo>
                  <a:pt x="360" y="194"/>
                  <a:pt x="355" y="188"/>
                  <a:pt x="357" y="187"/>
                </a:cubicBezTo>
                <a:cubicBezTo>
                  <a:pt x="358" y="186"/>
                  <a:pt x="358" y="182"/>
                  <a:pt x="357" y="178"/>
                </a:cubicBezTo>
                <a:cubicBezTo>
                  <a:pt x="356" y="174"/>
                  <a:pt x="345" y="171"/>
                  <a:pt x="345" y="171"/>
                </a:cubicBezTo>
                <a:cubicBezTo>
                  <a:pt x="344" y="157"/>
                  <a:pt x="333" y="164"/>
                  <a:pt x="333" y="164"/>
                </a:cubicBezTo>
                <a:cubicBezTo>
                  <a:pt x="325" y="167"/>
                  <a:pt x="325" y="173"/>
                  <a:pt x="325" y="173"/>
                </a:cubicBezTo>
                <a:cubicBezTo>
                  <a:pt x="312" y="175"/>
                  <a:pt x="303" y="192"/>
                  <a:pt x="303" y="192"/>
                </a:cubicBezTo>
                <a:cubicBezTo>
                  <a:pt x="303" y="182"/>
                  <a:pt x="285" y="143"/>
                  <a:pt x="280" y="132"/>
                </a:cubicBezTo>
                <a:cubicBezTo>
                  <a:pt x="275" y="122"/>
                  <a:pt x="278" y="120"/>
                  <a:pt x="292" y="121"/>
                </a:cubicBezTo>
                <a:cubicBezTo>
                  <a:pt x="306" y="123"/>
                  <a:pt x="308" y="111"/>
                  <a:pt x="308" y="111"/>
                </a:cubicBezTo>
                <a:cubicBezTo>
                  <a:pt x="310" y="111"/>
                  <a:pt x="312" y="104"/>
                  <a:pt x="312" y="104"/>
                </a:cubicBezTo>
                <a:cubicBezTo>
                  <a:pt x="315" y="106"/>
                  <a:pt x="319" y="98"/>
                  <a:pt x="319" y="98"/>
                </a:cubicBezTo>
                <a:cubicBezTo>
                  <a:pt x="331" y="104"/>
                  <a:pt x="330" y="90"/>
                  <a:pt x="330" y="84"/>
                </a:cubicBezTo>
                <a:cubicBezTo>
                  <a:pt x="330" y="78"/>
                  <a:pt x="334" y="69"/>
                  <a:pt x="334" y="69"/>
                </a:cubicBezTo>
                <a:cubicBezTo>
                  <a:pt x="340" y="68"/>
                  <a:pt x="342" y="69"/>
                  <a:pt x="345" y="62"/>
                </a:cubicBezTo>
                <a:cubicBezTo>
                  <a:pt x="348" y="54"/>
                  <a:pt x="333" y="42"/>
                  <a:pt x="333" y="42"/>
                </a:cubicBezTo>
                <a:cubicBezTo>
                  <a:pt x="313" y="0"/>
                  <a:pt x="274" y="14"/>
                  <a:pt x="274" y="14"/>
                </a:cubicBezTo>
                <a:cubicBezTo>
                  <a:pt x="240" y="22"/>
                  <a:pt x="244" y="64"/>
                  <a:pt x="244" y="64"/>
                </a:cubicBezTo>
                <a:cubicBezTo>
                  <a:pt x="244" y="64"/>
                  <a:pt x="223" y="82"/>
                  <a:pt x="211" y="87"/>
                </a:cubicBezTo>
                <a:cubicBezTo>
                  <a:pt x="198" y="92"/>
                  <a:pt x="188" y="92"/>
                  <a:pt x="188" y="87"/>
                </a:cubicBezTo>
                <a:cubicBezTo>
                  <a:pt x="188" y="83"/>
                  <a:pt x="176" y="76"/>
                  <a:pt x="169" y="71"/>
                </a:cubicBezTo>
                <a:cubicBezTo>
                  <a:pt x="163" y="66"/>
                  <a:pt x="146" y="57"/>
                  <a:pt x="136" y="59"/>
                </a:cubicBezTo>
                <a:cubicBezTo>
                  <a:pt x="126" y="60"/>
                  <a:pt x="117" y="55"/>
                  <a:pt x="104" y="52"/>
                </a:cubicBezTo>
                <a:cubicBezTo>
                  <a:pt x="91" y="48"/>
                  <a:pt x="86" y="47"/>
                  <a:pt x="71" y="57"/>
                </a:cubicBezTo>
                <a:cubicBezTo>
                  <a:pt x="55" y="67"/>
                  <a:pt x="39" y="86"/>
                  <a:pt x="32" y="97"/>
                </a:cubicBezTo>
                <a:cubicBezTo>
                  <a:pt x="26" y="108"/>
                  <a:pt x="30" y="139"/>
                  <a:pt x="31" y="142"/>
                </a:cubicBezTo>
                <a:cubicBezTo>
                  <a:pt x="33" y="145"/>
                  <a:pt x="39" y="152"/>
                  <a:pt x="39" y="152"/>
                </a:cubicBezTo>
                <a:cubicBezTo>
                  <a:pt x="37" y="177"/>
                  <a:pt x="26" y="231"/>
                  <a:pt x="26" y="231"/>
                </a:cubicBezTo>
                <a:cubicBezTo>
                  <a:pt x="0" y="263"/>
                  <a:pt x="0" y="296"/>
                  <a:pt x="0" y="296"/>
                </a:cubicBezTo>
                <a:cubicBezTo>
                  <a:pt x="4" y="297"/>
                  <a:pt x="4" y="297"/>
                  <a:pt x="4" y="297"/>
                </a:cubicBezTo>
                <a:cubicBezTo>
                  <a:pt x="6" y="270"/>
                  <a:pt x="27" y="241"/>
                  <a:pt x="27" y="241"/>
                </a:cubicBezTo>
                <a:cubicBezTo>
                  <a:pt x="27" y="274"/>
                  <a:pt x="6" y="356"/>
                  <a:pt x="6" y="356"/>
                </a:cubicBezTo>
                <a:cubicBezTo>
                  <a:pt x="11" y="359"/>
                  <a:pt x="11" y="359"/>
                  <a:pt x="11" y="359"/>
                </a:cubicBezTo>
                <a:cubicBezTo>
                  <a:pt x="25" y="339"/>
                  <a:pt x="44" y="159"/>
                  <a:pt x="44" y="159"/>
                </a:cubicBezTo>
                <a:cubicBezTo>
                  <a:pt x="49" y="163"/>
                  <a:pt x="50" y="182"/>
                  <a:pt x="47" y="192"/>
                </a:cubicBezTo>
                <a:cubicBezTo>
                  <a:pt x="44" y="202"/>
                  <a:pt x="53" y="212"/>
                  <a:pt x="53" y="212"/>
                </a:cubicBezTo>
                <a:cubicBezTo>
                  <a:pt x="53" y="212"/>
                  <a:pt x="58" y="228"/>
                  <a:pt x="51" y="233"/>
                </a:cubicBezTo>
                <a:cubicBezTo>
                  <a:pt x="44" y="238"/>
                  <a:pt x="51" y="251"/>
                  <a:pt x="51" y="251"/>
                </a:cubicBezTo>
                <a:cubicBezTo>
                  <a:pt x="51" y="251"/>
                  <a:pt x="55" y="260"/>
                  <a:pt x="50" y="269"/>
                </a:cubicBezTo>
                <a:cubicBezTo>
                  <a:pt x="46" y="278"/>
                  <a:pt x="51" y="286"/>
                  <a:pt x="51" y="292"/>
                </a:cubicBezTo>
                <a:cubicBezTo>
                  <a:pt x="52" y="298"/>
                  <a:pt x="52" y="301"/>
                  <a:pt x="52" y="322"/>
                </a:cubicBezTo>
                <a:cubicBezTo>
                  <a:pt x="51" y="343"/>
                  <a:pt x="47" y="343"/>
                  <a:pt x="57" y="358"/>
                </a:cubicBezTo>
                <a:cubicBezTo>
                  <a:pt x="66" y="372"/>
                  <a:pt x="99" y="395"/>
                  <a:pt x="119" y="398"/>
                </a:cubicBezTo>
                <a:cubicBezTo>
                  <a:pt x="138" y="401"/>
                  <a:pt x="149" y="390"/>
                  <a:pt x="154" y="386"/>
                </a:cubicBezTo>
                <a:cubicBezTo>
                  <a:pt x="160" y="383"/>
                  <a:pt x="159" y="392"/>
                  <a:pt x="159" y="392"/>
                </a:cubicBezTo>
                <a:cubicBezTo>
                  <a:pt x="152" y="397"/>
                  <a:pt x="146" y="411"/>
                  <a:pt x="141" y="423"/>
                </a:cubicBezTo>
                <a:cubicBezTo>
                  <a:pt x="136" y="436"/>
                  <a:pt x="149" y="430"/>
                  <a:pt x="149" y="430"/>
                </a:cubicBezTo>
                <a:cubicBezTo>
                  <a:pt x="162" y="408"/>
                  <a:pt x="162" y="408"/>
                  <a:pt x="162" y="408"/>
                </a:cubicBezTo>
                <a:cubicBezTo>
                  <a:pt x="162" y="411"/>
                  <a:pt x="169" y="416"/>
                  <a:pt x="178" y="436"/>
                </a:cubicBezTo>
                <a:cubicBezTo>
                  <a:pt x="186" y="457"/>
                  <a:pt x="193" y="490"/>
                  <a:pt x="192" y="497"/>
                </a:cubicBezTo>
                <a:cubicBezTo>
                  <a:pt x="191" y="505"/>
                  <a:pt x="196" y="506"/>
                  <a:pt x="196" y="506"/>
                </a:cubicBezTo>
                <a:cubicBezTo>
                  <a:pt x="204" y="506"/>
                  <a:pt x="204" y="506"/>
                  <a:pt x="204" y="506"/>
                </a:cubicBezTo>
                <a:cubicBezTo>
                  <a:pt x="208" y="512"/>
                  <a:pt x="204" y="524"/>
                  <a:pt x="196" y="529"/>
                </a:cubicBezTo>
                <a:cubicBezTo>
                  <a:pt x="188" y="535"/>
                  <a:pt x="177" y="540"/>
                  <a:pt x="154" y="553"/>
                </a:cubicBezTo>
                <a:cubicBezTo>
                  <a:pt x="131" y="565"/>
                  <a:pt x="112" y="596"/>
                  <a:pt x="112" y="596"/>
                </a:cubicBezTo>
                <a:cubicBezTo>
                  <a:pt x="101" y="607"/>
                  <a:pt x="84" y="617"/>
                  <a:pt x="79" y="619"/>
                </a:cubicBezTo>
                <a:cubicBezTo>
                  <a:pt x="73" y="620"/>
                  <a:pt x="54" y="624"/>
                  <a:pt x="35" y="632"/>
                </a:cubicBezTo>
                <a:cubicBezTo>
                  <a:pt x="16" y="641"/>
                  <a:pt x="34" y="660"/>
                  <a:pt x="34" y="660"/>
                </a:cubicBezTo>
                <a:cubicBezTo>
                  <a:pt x="41" y="661"/>
                  <a:pt x="76" y="700"/>
                  <a:pt x="82" y="706"/>
                </a:cubicBezTo>
                <a:cubicBezTo>
                  <a:pt x="89" y="712"/>
                  <a:pt x="113" y="709"/>
                  <a:pt x="127" y="709"/>
                </a:cubicBezTo>
                <a:cubicBezTo>
                  <a:pt x="140" y="708"/>
                  <a:pt x="134" y="696"/>
                  <a:pt x="129" y="694"/>
                </a:cubicBezTo>
                <a:cubicBezTo>
                  <a:pt x="123" y="691"/>
                  <a:pt x="114" y="695"/>
                  <a:pt x="115" y="690"/>
                </a:cubicBezTo>
                <a:cubicBezTo>
                  <a:pt x="116" y="685"/>
                  <a:pt x="106" y="661"/>
                  <a:pt x="114" y="650"/>
                </a:cubicBezTo>
                <a:cubicBezTo>
                  <a:pt x="122" y="639"/>
                  <a:pt x="131" y="639"/>
                  <a:pt x="140" y="629"/>
                </a:cubicBezTo>
                <a:cubicBezTo>
                  <a:pt x="149" y="619"/>
                  <a:pt x="176" y="612"/>
                  <a:pt x="183" y="604"/>
                </a:cubicBezTo>
                <a:cubicBezTo>
                  <a:pt x="191" y="597"/>
                  <a:pt x="199" y="590"/>
                  <a:pt x="213" y="582"/>
                </a:cubicBezTo>
                <a:cubicBezTo>
                  <a:pt x="226" y="574"/>
                  <a:pt x="244" y="565"/>
                  <a:pt x="257" y="558"/>
                </a:cubicBezTo>
                <a:cubicBezTo>
                  <a:pt x="270" y="551"/>
                  <a:pt x="270" y="525"/>
                  <a:pt x="270" y="525"/>
                </a:cubicBezTo>
                <a:cubicBezTo>
                  <a:pt x="272" y="527"/>
                  <a:pt x="276" y="538"/>
                  <a:pt x="276" y="538"/>
                </a:cubicBezTo>
                <a:cubicBezTo>
                  <a:pt x="260" y="581"/>
                  <a:pt x="275" y="603"/>
                  <a:pt x="275" y="603"/>
                </a:cubicBezTo>
                <a:cubicBezTo>
                  <a:pt x="286" y="645"/>
                  <a:pt x="277" y="624"/>
                  <a:pt x="275" y="640"/>
                </a:cubicBezTo>
                <a:cubicBezTo>
                  <a:pt x="273" y="656"/>
                  <a:pt x="265" y="651"/>
                  <a:pt x="264" y="659"/>
                </a:cubicBezTo>
                <a:cubicBezTo>
                  <a:pt x="262" y="666"/>
                  <a:pt x="266" y="665"/>
                  <a:pt x="263" y="681"/>
                </a:cubicBezTo>
                <a:cubicBezTo>
                  <a:pt x="260" y="697"/>
                  <a:pt x="279" y="696"/>
                  <a:pt x="287" y="694"/>
                </a:cubicBezTo>
                <a:cubicBezTo>
                  <a:pt x="296" y="692"/>
                  <a:pt x="302" y="694"/>
                  <a:pt x="314" y="694"/>
                </a:cubicBezTo>
                <a:cubicBezTo>
                  <a:pt x="325" y="694"/>
                  <a:pt x="348" y="692"/>
                  <a:pt x="361" y="691"/>
                </a:cubicBezTo>
                <a:cubicBezTo>
                  <a:pt x="374" y="691"/>
                  <a:pt x="378" y="683"/>
                  <a:pt x="375" y="674"/>
                </a:cubicBezTo>
                <a:cubicBezTo>
                  <a:pt x="371" y="665"/>
                  <a:pt x="360" y="674"/>
                  <a:pt x="355" y="671"/>
                </a:cubicBezTo>
                <a:cubicBezTo>
                  <a:pt x="349" y="667"/>
                  <a:pt x="334" y="666"/>
                  <a:pt x="334" y="662"/>
                </a:cubicBezTo>
                <a:cubicBezTo>
                  <a:pt x="333" y="657"/>
                  <a:pt x="328" y="648"/>
                  <a:pt x="328" y="648"/>
                </a:cubicBezTo>
                <a:cubicBezTo>
                  <a:pt x="319" y="631"/>
                  <a:pt x="333" y="513"/>
                  <a:pt x="333" y="513"/>
                </a:cubicBezTo>
                <a:cubicBezTo>
                  <a:pt x="333" y="502"/>
                  <a:pt x="327" y="481"/>
                  <a:pt x="327" y="481"/>
                </a:cubicBezTo>
                <a:cubicBezTo>
                  <a:pt x="327" y="476"/>
                  <a:pt x="327" y="476"/>
                  <a:pt x="327" y="476"/>
                </a:cubicBezTo>
                <a:cubicBezTo>
                  <a:pt x="323" y="455"/>
                  <a:pt x="287" y="332"/>
                  <a:pt x="287" y="332"/>
                </a:cubicBezTo>
                <a:cubicBezTo>
                  <a:pt x="290" y="334"/>
                  <a:pt x="309" y="339"/>
                  <a:pt x="322" y="342"/>
                </a:cubicBezTo>
                <a:cubicBezTo>
                  <a:pt x="335" y="345"/>
                  <a:pt x="338" y="349"/>
                  <a:pt x="338" y="349"/>
                </a:cubicBezTo>
                <a:cubicBezTo>
                  <a:pt x="342" y="355"/>
                  <a:pt x="367" y="359"/>
                  <a:pt x="381" y="356"/>
                </a:cubicBezTo>
                <a:cubicBezTo>
                  <a:pt x="481" y="655"/>
                  <a:pt x="481" y="655"/>
                  <a:pt x="481" y="655"/>
                </a:cubicBezTo>
                <a:cubicBezTo>
                  <a:pt x="489" y="652"/>
                  <a:pt x="489" y="652"/>
                  <a:pt x="489" y="652"/>
                </a:cubicBezTo>
                <a:cubicBezTo>
                  <a:pt x="388" y="354"/>
                  <a:pt x="388" y="354"/>
                  <a:pt x="388" y="354"/>
                </a:cubicBezTo>
                <a:cubicBezTo>
                  <a:pt x="392" y="352"/>
                  <a:pt x="393" y="348"/>
                  <a:pt x="393" y="343"/>
                </a:cubicBezTo>
                <a:close/>
                <a:moveTo>
                  <a:pt x="362" y="316"/>
                </a:moveTo>
                <a:cubicBezTo>
                  <a:pt x="354" y="310"/>
                  <a:pt x="324" y="314"/>
                  <a:pt x="324" y="314"/>
                </a:cubicBezTo>
                <a:cubicBezTo>
                  <a:pt x="314" y="309"/>
                  <a:pt x="278" y="282"/>
                  <a:pt x="278" y="282"/>
                </a:cubicBezTo>
                <a:cubicBezTo>
                  <a:pt x="289" y="271"/>
                  <a:pt x="292" y="225"/>
                  <a:pt x="292" y="225"/>
                </a:cubicBezTo>
                <a:cubicBezTo>
                  <a:pt x="292" y="225"/>
                  <a:pt x="301" y="221"/>
                  <a:pt x="305" y="221"/>
                </a:cubicBezTo>
                <a:cubicBezTo>
                  <a:pt x="309" y="222"/>
                  <a:pt x="321" y="219"/>
                  <a:pt x="332" y="217"/>
                </a:cubicBezTo>
                <a:cubicBezTo>
                  <a:pt x="335" y="216"/>
                  <a:pt x="338" y="215"/>
                  <a:pt x="341" y="215"/>
                </a:cubicBezTo>
                <a:cubicBezTo>
                  <a:pt x="381" y="313"/>
                  <a:pt x="381" y="313"/>
                  <a:pt x="381" y="313"/>
                </a:cubicBezTo>
                <a:cubicBezTo>
                  <a:pt x="373" y="306"/>
                  <a:pt x="362" y="316"/>
                  <a:pt x="362" y="316"/>
                </a:cubicBezTo>
                <a:close/>
              </a:path>
            </a:pathLst>
          </a:custGeom>
          <a:solidFill>
            <a:srgbClr val="0E7CD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阿里巴巴普惠体 R"/>
              <a:cs typeface="+mn-cs"/>
            </a:endParaRPr>
          </a:p>
        </p:txBody>
      </p:sp>
      <p:sp>
        <p:nvSpPr>
          <p:cNvPr id="6" name="Freeform 17">
            <a:extLst>
              <a:ext uri="{FF2B5EF4-FFF2-40B4-BE49-F238E27FC236}">
                <a16:creationId xmlns:a16="http://schemas.microsoft.com/office/drawing/2014/main" id="{7975ABFE-EA16-4CB8-8DF5-BD791FBA2D58}"/>
              </a:ext>
            </a:extLst>
          </p:cNvPr>
          <p:cNvSpPr>
            <a:spLocks noEditPoints="1"/>
          </p:cNvSpPr>
          <p:nvPr/>
        </p:nvSpPr>
        <p:spPr bwMode="auto">
          <a:xfrm>
            <a:off x="10477052" y="3335197"/>
            <a:ext cx="187444" cy="390824"/>
          </a:xfrm>
          <a:custGeom>
            <a:avLst/>
            <a:gdLst>
              <a:gd name="T0" fmla="*/ 208 w 309"/>
              <a:gd name="T1" fmla="*/ 642 h 648"/>
              <a:gd name="T2" fmla="*/ 183 w 309"/>
              <a:gd name="T3" fmla="*/ 616 h 648"/>
              <a:gd name="T4" fmla="*/ 175 w 309"/>
              <a:gd name="T5" fmla="*/ 583 h 648"/>
              <a:gd name="T6" fmla="*/ 186 w 309"/>
              <a:gd name="T7" fmla="*/ 520 h 648"/>
              <a:gd name="T8" fmla="*/ 223 w 309"/>
              <a:gd name="T9" fmla="*/ 471 h 648"/>
              <a:gd name="T10" fmla="*/ 223 w 309"/>
              <a:gd name="T11" fmla="*/ 444 h 648"/>
              <a:gd name="T12" fmla="*/ 231 w 309"/>
              <a:gd name="T13" fmla="*/ 370 h 648"/>
              <a:gd name="T14" fmla="*/ 226 w 309"/>
              <a:gd name="T15" fmla="*/ 291 h 648"/>
              <a:gd name="T16" fmla="*/ 243 w 309"/>
              <a:gd name="T17" fmla="*/ 271 h 648"/>
              <a:gd name="T18" fmla="*/ 262 w 309"/>
              <a:gd name="T19" fmla="*/ 299 h 648"/>
              <a:gd name="T20" fmla="*/ 272 w 309"/>
              <a:gd name="T21" fmla="*/ 336 h 648"/>
              <a:gd name="T22" fmla="*/ 273 w 309"/>
              <a:gd name="T23" fmla="*/ 360 h 648"/>
              <a:gd name="T24" fmla="*/ 280 w 309"/>
              <a:gd name="T25" fmla="*/ 363 h 648"/>
              <a:gd name="T26" fmla="*/ 289 w 309"/>
              <a:gd name="T27" fmla="*/ 366 h 648"/>
              <a:gd name="T28" fmla="*/ 286 w 309"/>
              <a:gd name="T29" fmla="*/ 310 h 648"/>
              <a:gd name="T30" fmla="*/ 278 w 309"/>
              <a:gd name="T31" fmla="*/ 276 h 648"/>
              <a:gd name="T32" fmla="*/ 262 w 309"/>
              <a:gd name="T33" fmla="*/ 192 h 648"/>
              <a:gd name="T34" fmla="*/ 271 w 309"/>
              <a:gd name="T35" fmla="*/ 151 h 648"/>
              <a:gd name="T36" fmla="*/ 279 w 309"/>
              <a:gd name="T37" fmla="*/ 108 h 648"/>
              <a:gd name="T38" fmla="*/ 309 w 309"/>
              <a:gd name="T39" fmla="*/ 106 h 648"/>
              <a:gd name="T40" fmla="*/ 257 w 309"/>
              <a:gd name="T41" fmla="*/ 31 h 648"/>
              <a:gd name="T42" fmla="*/ 185 w 309"/>
              <a:gd name="T43" fmla="*/ 19 h 648"/>
              <a:gd name="T44" fmla="*/ 110 w 309"/>
              <a:gd name="T45" fmla="*/ 8 h 648"/>
              <a:gd name="T46" fmla="*/ 47 w 309"/>
              <a:gd name="T47" fmla="*/ 57 h 648"/>
              <a:gd name="T48" fmla="*/ 22 w 309"/>
              <a:gd name="T49" fmla="*/ 115 h 648"/>
              <a:gd name="T50" fmla="*/ 28 w 309"/>
              <a:gd name="T51" fmla="*/ 128 h 648"/>
              <a:gd name="T52" fmla="*/ 21 w 309"/>
              <a:gd name="T53" fmla="*/ 209 h 648"/>
              <a:gd name="T54" fmla="*/ 9 w 309"/>
              <a:gd name="T55" fmla="*/ 256 h 648"/>
              <a:gd name="T56" fmla="*/ 10 w 309"/>
              <a:gd name="T57" fmla="*/ 288 h 648"/>
              <a:gd name="T58" fmla="*/ 35 w 309"/>
              <a:gd name="T59" fmla="*/ 319 h 648"/>
              <a:gd name="T60" fmla="*/ 38 w 309"/>
              <a:gd name="T61" fmla="*/ 336 h 648"/>
              <a:gd name="T62" fmla="*/ 52 w 309"/>
              <a:gd name="T63" fmla="*/ 329 h 648"/>
              <a:gd name="T64" fmla="*/ 54 w 309"/>
              <a:gd name="T65" fmla="*/ 346 h 648"/>
              <a:gd name="T66" fmla="*/ 68 w 309"/>
              <a:gd name="T67" fmla="*/ 326 h 648"/>
              <a:gd name="T68" fmla="*/ 77 w 309"/>
              <a:gd name="T69" fmla="*/ 311 h 648"/>
              <a:gd name="T70" fmla="*/ 107 w 309"/>
              <a:gd name="T71" fmla="*/ 376 h 648"/>
              <a:gd name="T72" fmla="*/ 124 w 309"/>
              <a:gd name="T73" fmla="*/ 433 h 648"/>
              <a:gd name="T74" fmla="*/ 113 w 309"/>
              <a:gd name="T75" fmla="*/ 454 h 648"/>
              <a:gd name="T76" fmla="*/ 131 w 309"/>
              <a:gd name="T77" fmla="*/ 535 h 648"/>
              <a:gd name="T78" fmla="*/ 117 w 309"/>
              <a:gd name="T79" fmla="*/ 594 h 648"/>
              <a:gd name="T80" fmla="*/ 108 w 309"/>
              <a:gd name="T81" fmla="*/ 624 h 648"/>
              <a:gd name="T82" fmla="*/ 236 w 309"/>
              <a:gd name="T83" fmla="*/ 642 h 648"/>
              <a:gd name="T84" fmla="*/ 26 w 309"/>
              <a:gd name="T85" fmla="*/ 220 h 648"/>
              <a:gd name="T86" fmla="*/ 39 w 309"/>
              <a:gd name="T87" fmla="*/ 205 h 648"/>
              <a:gd name="T88" fmla="*/ 45 w 309"/>
              <a:gd name="T89" fmla="*/ 131 h 648"/>
              <a:gd name="T90" fmla="*/ 41 w 309"/>
              <a:gd name="T91" fmla="*/ 186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09" h="648">
                <a:moveTo>
                  <a:pt x="236" y="642"/>
                </a:moveTo>
                <a:cubicBezTo>
                  <a:pt x="227" y="644"/>
                  <a:pt x="208" y="643"/>
                  <a:pt x="208" y="643"/>
                </a:cubicBezTo>
                <a:cubicBezTo>
                  <a:pt x="208" y="643"/>
                  <a:pt x="203" y="644"/>
                  <a:pt x="208" y="642"/>
                </a:cubicBezTo>
                <a:cubicBezTo>
                  <a:pt x="214" y="640"/>
                  <a:pt x="217" y="634"/>
                  <a:pt x="216" y="627"/>
                </a:cubicBezTo>
                <a:cubicBezTo>
                  <a:pt x="216" y="621"/>
                  <a:pt x="208" y="621"/>
                  <a:pt x="202" y="622"/>
                </a:cubicBezTo>
                <a:cubicBezTo>
                  <a:pt x="196" y="622"/>
                  <a:pt x="188" y="621"/>
                  <a:pt x="183" y="616"/>
                </a:cubicBezTo>
                <a:cubicBezTo>
                  <a:pt x="179" y="612"/>
                  <a:pt x="182" y="603"/>
                  <a:pt x="182" y="597"/>
                </a:cubicBezTo>
                <a:cubicBezTo>
                  <a:pt x="182" y="591"/>
                  <a:pt x="181" y="587"/>
                  <a:pt x="179" y="583"/>
                </a:cubicBezTo>
                <a:cubicBezTo>
                  <a:pt x="177" y="579"/>
                  <a:pt x="178" y="586"/>
                  <a:pt x="175" y="583"/>
                </a:cubicBezTo>
                <a:cubicBezTo>
                  <a:pt x="171" y="581"/>
                  <a:pt x="168" y="574"/>
                  <a:pt x="167" y="571"/>
                </a:cubicBezTo>
                <a:cubicBezTo>
                  <a:pt x="166" y="569"/>
                  <a:pt x="165" y="561"/>
                  <a:pt x="171" y="551"/>
                </a:cubicBezTo>
                <a:cubicBezTo>
                  <a:pt x="177" y="540"/>
                  <a:pt x="181" y="529"/>
                  <a:pt x="186" y="520"/>
                </a:cubicBezTo>
                <a:cubicBezTo>
                  <a:pt x="190" y="511"/>
                  <a:pt x="193" y="494"/>
                  <a:pt x="197" y="485"/>
                </a:cubicBezTo>
                <a:cubicBezTo>
                  <a:pt x="200" y="475"/>
                  <a:pt x="207" y="471"/>
                  <a:pt x="207" y="471"/>
                </a:cubicBezTo>
                <a:cubicBezTo>
                  <a:pt x="213" y="474"/>
                  <a:pt x="223" y="472"/>
                  <a:pt x="223" y="471"/>
                </a:cubicBezTo>
                <a:cubicBezTo>
                  <a:pt x="224" y="469"/>
                  <a:pt x="228" y="453"/>
                  <a:pt x="229" y="452"/>
                </a:cubicBezTo>
                <a:cubicBezTo>
                  <a:pt x="229" y="451"/>
                  <a:pt x="231" y="447"/>
                  <a:pt x="228" y="446"/>
                </a:cubicBezTo>
                <a:cubicBezTo>
                  <a:pt x="225" y="446"/>
                  <a:pt x="228" y="448"/>
                  <a:pt x="223" y="444"/>
                </a:cubicBezTo>
                <a:cubicBezTo>
                  <a:pt x="219" y="440"/>
                  <a:pt x="219" y="434"/>
                  <a:pt x="219" y="434"/>
                </a:cubicBezTo>
                <a:cubicBezTo>
                  <a:pt x="222" y="434"/>
                  <a:pt x="231" y="429"/>
                  <a:pt x="231" y="429"/>
                </a:cubicBezTo>
                <a:cubicBezTo>
                  <a:pt x="229" y="424"/>
                  <a:pt x="230" y="376"/>
                  <a:pt x="231" y="370"/>
                </a:cubicBezTo>
                <a:cubicBezTo>
                  <a:pt x="232" y="364"/>
                  <a:pt x="231" y="360"/>
                  <a:pt x="232" y="346"/>
                </a:cubicBezTo>
                <a:cubicBezTo>
                  <a:pt x="233" y="332"/>
                  <a:pt x="232" y="321"/>
                  <a:pt x="231" y="307"/>
                </a:cubicBezTo>
                <a:cubicBezTo>
                  <a:pt x="231" y="293"/>
                  <a:pt x="229" y="297"/>
                  <a:pt x="226" y="291"/>
                </a:cubicBezTo>
                <a:cubicBezTo>
                  <a:pt x="223" y="286"/>
                  <a:pt x="224" y="286"/>
                  <a:pt x="225" y="281"/>
                </a:cubicBezTo>
                <a:cubicBezTo>
                  <a:pt x="226" y="277"/>
                  <a:pt x="232" y="279"/>
                  <a:pt x="238" y="278"/>
                </a:cubicBezTo>
                <a:cubicBezTo>
                  <a:pt x="243" y="278"/>
                  <a:pt x="242" y="277"/>
                  <a:pt x="243" y="271"/>
                </a:cubicBezTo>
                <a:cubicBezTo>
                  <a:pt x="245" y="265"/>
                  <a:pt x="240" y="261"/>
                  <a:pt x="240" y="261"/>
                </a:cubicBezTo>
                <a:cubicBezTo>
                  <a:pt x="241" y="251"/>
                  <a:pt x="245" y="267"/>
                  <a:pt x="248" y="273"/>
                </a:cubicBezTo>
                <a:cubicBezTo>
                  <a:pt x="252" y="278"/>
                  <a:pt x="262" y="299"/>
                  <a:pt x="262" y="299"/>
                </a:cubicBezTo>
                <a:cubicBezTo>
                  <a:pt x="260" y="303"/>
                  <a:pt x="267" y="311"/>
                  <a:pt x="267" y="311"/>
                </a:cubicBezTo>
                <a:cubicBezTo>
                  <a:pt x="265" y="313"/>
                  <a:pt x="266" y="321"/>
                  <a:pt x="267" y="327"/>
                </a:cubicBezTo>
                <a:cubicBezTo>
                  <a:pt x="269" y="332"/>
                  <a:pt x="269" y="333"/>
                  <a:pt x="272" y="336"/>
                </a:cubicBezTo>
                <a:cubicBezTo>
                  <a:pt x="276" y="339"/>
                  <a:pt x="274" y="344"/>
                  <a:pt x="275" y="347"/>
                </a:cubicBezTo>
                <a:cubicBezTo>
                  <a:pt x="276" y="351"/>
                  <a:pt x="271" y="354"/>
                  <a:pt x="271" y="354"/>
                </a:cubicBezTo>
                <a:cubicBezTo>
                  <a:pt x="264" y="361"/>
                  <a:pt x="273" y="360"/>
                  <a:pt x="273" y="360"/>
                </a:cubicBezTo>
                <a:cubicBezTo>
                  <a:pt x="271" y="364"/>
                  <a:pt x="271" y="364"/>
                  <a:pt x="271" y="364"/>
                </a:cubicBezTo>
                <a:cubicBezTo>
                  <a:pt x="264" y="368"/>
                  <a:pt x="272" y="368"/>
                  <a:pt x="272" y="368"/>
                </a:cubicBezTo>
                <a:cubicBezTo>
                  <a:pt x="274" y="367"/>
                  <a:pt x="280" y="363"/>
                  <a:pt x="280" y="363"/>
                </a:cubicBezTo>
                <a:cubicBezTo>
                  <a:pt x="280" y="364"/>
                  <a:pt x="276" y="370"/>
                  <a:pt x="276" y="370"/>
                </a:cubicBezTo>
                <a:cubicBezTo>
                  <a:pt x="273" y="375"/>
                  <a:pt x="279" y="373"/>
                  <a:pt x="279" y="373"/>
                </a:cubicBezTo>
                <a:cubicBezTo>
                  <a:pt x="279" y="373"/>
                  <a:pt x="286" y="369"/>
                  <a:pt x="289" y="366"/>
                </a:cubicBezTo>
                <a:cubicBezTo>
                  <a:pt x="292" y="363"/>
                  <a:pt x="293" y="356"/>
                  <a:pt x="296" y="347"/>
                </a:cubicBezTo>
                <a:cubicBezTo>
                  <a:pt x="298" y="337"/>
                  <a:pt x="293" y="331"/>
                  <a:pt x="290" y="325"/>
                </a:cubicBezTo>
                <a:cubicBezTo>
                  <a:pt x="287" y="318"/>
                  <a:pt x="286" y="310"/>
                  <a:pt x="286" y="310"/>
                </a:cubicBezTo>
                <a:cubicBezTo>
                  <a:pt x="289" y="311"/>
                  <a:pt x="291" y="303"/>
                  <a:pt x="291" y="303"/>
                </a:cubicBezTo>
                <a:cubicBezTo>
                  <a:pt x="290" y="287"/>
                  <a:pt x="284" y="293"/>
                  <a:pt x="282" y="290"/>
                </a:cubicBezTo>
                <a:cubicBezTo>
                  <a:pt x="279" y="288"/>
                  <a:pt x="278" y="285"/>
                  <a:pt x="278" y="276"/>
                </a:cubicBezTo>
                <a:cubicBezTo>
                  <a:pt x="277" y="268"/>
                  <a:pt x="275" y="257"/>
                  <a:pt x="274" y="241"/>
                </a:cubicBezTo>
                <a:cubicBezTo>
                  <a:pt x="273" y="224"/>
                  <a:pt x="265" y="210"/>
                  <a:pt x="262" y="204"/>
                </a:cubicBezTo>
                <a:cubicBezTo>
                  <a:pt x="259" y="197"/>
                  <a:pt x="262" y="192"/>
                  <a:pt x="262" y="192"/>
                </a:cubicBezTo>
                <a:cubicBezTo>
                  <a:pt x="262" y="192"/>
                  <a:pt x="267" y="191"/>
                  <a:pt x="275" y="187"/>
                </a:cubicBezTo>
                <a:cubicBezTo>
                  <a:pt x="284" y="184"/>
                  <a:pt x="281" y="182"/>
                  <a:pt x="279" y="178"/>
                </a:cubicBezTo>
                <a:cubicBezTo>
                  <a:pt x="277" y="173"/>
                  <a:pt x="274" y="162"/>
                  <a:pt x="271" y="151"/>
                </a:cubicBezTo>
                <a:cubicBezTo>
                  <a:pt x="267" y="141"/>
                  <a:pt x="261" y="122"/>
                  <a:pt x="261" y="122"/>
                </a:cubicBezTo>
                <a:cubicBezTo>
                  <a:pt x="267" y="124"/>
                  <a:pt x="270" y="116"/>
                  <a:pt x="273" y="114"/>
                </a:cubicBezTo>
                <a:cubicBezTo>
                  <a:pt x="277" y="112"/>
                  <a:pt x="279" y="108"/>
                  <a:pt x="279" y="108"/>
                </a:cubicBezTo>
                <a:cubicBezTo>
                  <a:pt x="283" y="110"/>
                  <a:pt x="285" y="106"/>
                  <a:pt x="290" y="105"/>
                </a:cubicBezTo>
                <a:cubicBezTo>
                  <a:pt x="295" y="105"/>
                  <a:pt x="300" y="103"/>
                  <a:pt x="303" y="105"/>
                </a:cubicBezTo>
                <a:cubicBezTo>
                  <a:pt x="306" y="108"/>
                  <a:pt x="309" y="106"/>
                  <a:pt x="309" y="106"/>
                </a:cubicBezTo>
                <a:cubicBezTo>
                  <a:pt x="295" y="84"/>
                  <a:pt x="295" y="84"/>
                  <a:pt x="295" y="84"/>
                </a:cubicBezTo>
                <a:cubicBezTo>
                  <a:pt x="297" y="74"/>
                  <a:pt x="295" y="55"/>
                  <a:pt x="295" y="55"/>
                </a:cubicBezTo>
                <a:cubicBezTo>
                  <a:pt x="290" y="34"/>
                  <a:pt x="257" y="31"/>
                  <a:pt x="257" y="31"/>
                </a:cubicBezTo>
                <a:cubicBezTo>
                  <a:pt x="221" y="32"/>
                  <a:pt x="221" y="70"/>
                  <a:pt x="221" y="70"/>
                </a:cubicBezTo>
                <a:cubicBezTo>
                  <a:pt x="217" y="78"/>
                  <a:pt x="193" y="74"/>
                  <a:pt x="193" y="74"/>
                </a:cubicBezTo>
                <a:cubicBezTo>
                  <a:pt x="209" y="38"/>
                  <a:pt x="185" y="19"/>
                  <a:pt x="185" y="19"/>
                </a:cubicBezTo>
                <a:cubicBezTo>
                  <a:pt x="168" y="0"/>
                  <a:pt x="144" y="16"/>
                  <a:pt x="144" y="16"/>
                </a:cubicBezTo>
                <a:cubicBezTo>
                  <a:pt x="144" y="16"/>
                  <a:pt x="139" y="14"/>
                  <a:pt x="136" y="13"/>
                </a:cubicBezTo>
                <a:cubicBezTo>
                  <a:pt x="132" y="13"/>
                  <a:pt x="118" y="10"/>
                  <a:pt x="110" y="8"/>
                </a:cubicBezTo>
                <a:cubicBezTo>
                  <a:pt x="101" y="6"/>
                  <a:pt x="95" y="4"/>
                  <a:pt x="90" y="6"/>
                </a:cubicBezTo>
                <a:cubicBezTo>
                  <a:pt x="85" y="9"/>
                  <a:pt x="77" y="14"/>
                  <a:pt x="66" y="27"/>
                </a:cubicBezTo>
                <a:cubicBezTo>
                  <a:pt x="47" y="57"/>
                  <a:pt x="47" y="57"/>
                  <a:pt x="47" y="57"/>
                </a:cubicBezTo>
                <a:cubicBezTo>
                  <a:pt x="39" y="56"/>
                  <a:pt x="28" y="62"/>
                  <a:pt x="28" y="62"/>
                </a:cubicBezTo>
                <a:cubicBezTo>
                  <a:pt x="8" y="76"/>
                  <a:pt x="15" y="98"/>
                  <a:pt x="16" y="103"/>
                </a:cubicBezTo>
                <a:cubicBezTo>
                  <a:pt x="18" y="108"/>
                  <a:pt x="22" y="113"/>
                  <a:pt x="22" y="115"/>
                </a:cubicBezTo>
                <a:cubicBezTo>
                  <a:pt x="22" y="118"/>
                  <a:pt x="16" y="119"/>
                  <a:pt x="14" y="121"/>
                </a:cubicBezTo>
                <a:cubicBezTo>
                  <a:pt x="11" y="123"/>
                  <a:pt x="13" y="125"/>
                  <a:pt x="16" y="126"/>
                </a:cubicBezTo>
                <a:cubicBezTo>
                  <a:pt x="20" y="127"/>
                  <a:pt x="21" y="127"/>
                  <a:pt x="28" y="128"/>
                </a:cubicBezTo>
                <a:cubicBezTo>
                  <a:pt x="34" y="130"/>
                  <a:pt x="37" y="131"/>
                  <a:pt x="37" y="131"/>
                </a:cubicBezTo>
                <a:cubicBezTo>
                  <a:pt x="38" y="134"/>
                  <a:pt x="34" y="149"/>
                  <a:pt x="31" y="159"/>
                </a:cubicBezTo>
                <a:cubicBezTo>
                  <a:pt x="28" y="170"/>
                  <a:pt x="21" y="198"/>
                  <a:pt x="21" y="209"/>
                </a:cubicBezTo>
                <a:cubicBezTo>
                  <a:pt x="21" y="217"/>
                  <a:pt x="26" y="244"/>
                  <a:pt x="28" y="255"/>
                </a:cubicBezTo>
                <a:cubicBezTo>
                  <a:pt x="28" y="255"/>
                  <a:pt x="28" y="255"/>
                  <a:pt x="28" y="255"/>
                </a:cubicBezTo>
                <a:cubicBezTo>
                  <a:pt x="24" y="255"/>
                  <a:pt x="16" y="254"/>
                  <a:pt x="9" y="256"/>
                </a:cubicBezTo>
                <a:cubicBezTo>
                  <a:pt x="4" y="257"/>
                  <a:pt x="1" y="265"/>
                  <a:pt x="0" y="267"/>
                </a:cubicBezTo>
                <a:cubicBezTo>
                  <a:pt x="1" y="267"/>
                  <a:pt x="2" y="267"/>
                  <a:pt x="4" y="267"/>
                </a:cubicBezTo>
                <a:cubicBezTo>
                  <a:pt x="10" y="266"/>
                  <a:pt x="8" y="279"/>
                  <a:pt x="10" y="288"/>
                </a:cubicBezTo>
                <a:cubicBezTo>
                  <a:pt x="11" y="296"/>
                  <a:pt x="31" y="301"/>
                  <a:pt x="30" y="303"/>
                </a:cubicBezTo>
                <a:cubicBezTo>
                  <a:pt x="30" y="306"/>
                  <a:pt x="31" y="309"/>
                  <a:pt x="30" y="315"/>
                </a:cubicBezTo>
                <a:cubicBezTo>
                  <a:pt x="30" y="321"/>
                  <a:pt x="34" y="317"/>
                  <a:pt x="35" y="319"/>
                </a:cubicBezTo>
                <a:cubicBezTo>
                  <a:pt x="37" y="321"/>
                  <a:pt x="35" y="322"/>
                  <a:pt x="35" y="325"/>
                </a:cubicBezTo>
                <a:cubicBezTo>
                  <a:pt x="34" y="327"/>
                  <a:pt x="36" y="327"/>
                  <a:pt x="37" y="329"/>
                </a:cubicBezTo>
                <a:cubicBezTo>
                  <a:pt x="39" y="330"/>
                  <a:pt x="38" y="333"/>
                  <a:pt x="38" y="336"/>
                </a:cubicBezTo>
                <a:cubicBezTo>
                  <a:pt x="38" y="338"/>
                  <a:pt x="41" y="338"/>
                  <a:pt x="43" y="338"/>
                </a:cubicBezTo>
                <a:cubicBezTo>
                  <a:pt x="46" y="338"/>
                  <a:pt x="47" y="334"/>
                  <a:pt x="48" y="332"/>
                </a:cubicBezTo>
                <a:cubicBezTo>
                  <a:pt x="49" y="330"/>
                  <a:pt x="52" y="329"/>
                  <a:pt x="52" y="329"/>
                </a:cubicBezTo>
                <a:cubicBezTo>
                  <a:pt x="52" y="330"/>
                  <a:pt x="50" y="337"/>
                  <a:pt x="49" y="339"/>
                </a:cubicBezTo>
                <a:cubicBezTo>
                  <a:pt x="48" y="341"/>
                  <a:pt x="47" y="340"/>
                  <a:pt x="44" y="349"/>
                </a:cubicBezTo>
                <a:cubicBezTo>
                  <a:pt x="42" y="357"/>
                  <a:pt x="52" y="349"/>
                  <a:pt x="54" y="346"/>
                </a:cubicBezTo>
                <a:cubicBezTo>
                  <a:pt x="56" y="343"/>
                  <a:pt x="58" y="340"/>
                  <a:pt x="59" y="334"/>
                </a:cubicBezTo>
                <a:cubicBezTo>
                  <a:pt x="61" y="329"/>
                  <a:pt x="63" y="327"/>
                  <a:pt x="63" y="327"/>
                </a:cubicBezTo>
                <a:cubicBezTo>
                  <a:pt x="68" y="320"/>
                  <a:pt x="68" y="326"/>
                  <a:pt x="68" y="326"/>
                </a:cubicBezTo>
                <a:cubicBezTo>
                  <a:pt x="63" y="337"/>
                  <a:pt x="69" y="335"/>
                  <a:pt x="69" y="335"/>
                </a:cubicBezTo>
                <a:cubicBezTo>
                  <a:pt x="72" y="333"/>
                  <a:pt x="75" y="327"/>
                  <a:pt x="75" y="327"/>
                </a:cubicBezTo>
                <a:cubicBezTo>
                  <a:pt x="77" y="311"/>
                  <a:pt x="77" y="311"/>
                  <a:pt x="77" y="311"/>
                </a:cubicBezTo>
                <a:cubicBezTo>
                  <a:pt x="77" y="311"/>
                  <a:pt x="100" y="313"/>
                  <a:pt x="101" y="316"/>
                </a:cubicBezTo>
                <a:cubicBezTo>
                  <a:pt x="101" y="320"/>
                  <a:pt x="98" y="345"/>
                  <a:pt x="100" y="355"/>
                </a:cubicBezTo>
                <a:cubicBezTo>
                  <a:pt x="102" y="365"/>
                  <a:pt x="100" y="371"/>
                  <a:pt x="107" y="376"/>
                </a:cubicBezTo>
                <a:cubicBezTo>
                  <a:pt x="113" y="381"/>
                  <a:pt x="112" y="382"/>
                  <a:pt x="114" y="390"/>
                </a:cubicBezTo>
                <a:cubicBezTo>
                  <a:pt x="116" y="398"/>
                  <a:pt x="117" y="409"/>
                  <a:pt x="119" y="418"/>
                </a:cubicBezTo>
                <a:cubicBezTo>
                  <a:pt x="121" y="427"/>
                  <a:pt x="124" y="433"/>
                  <a:pt x="124" y="433"/>
                </a:cubicBezTo>
                <a:cubicBezTo>
                  <a:pt x="124" y="434"/>
                  <a:pt x="123" y="436"/>
                  <a:pt x="120" y="435"/>
                </a:cubicBezTo>
                <a:cubicBezTo>
                  <a:pt x="117" y="435"/>
                  <a:pt x="114" y="437"/>
                  <a:pt x="113" y="439"/>
                </a:cubicBezTo>
                <a:cubicBezTo>
                  <a:pt x="112" y="441"/>
                  <a:pt x="113" y="449"/>
                  <a:pt x="113" y="454"/>
                </a:cubicBezTo>
                <a:cubicBezTo>
                  <a:pt x="113" y="459"/>
                  <a:pt x="114" y="459"/>
                  <a:pt x="117" y="460"/>
                </a:cubicBezTo>
                <a:cubicBezTo>
                  <a:pt x="120" y="461"/>
                  <a:pt x="133" y="465"/>
                  <a:pt x="133" y="465"/>
                </a:cubicBezTo>
                <a:cubicBezTo>
                  <a:pt x="120" y="479"/>
                  <a:pt x="127" y="519"/>
                  <a:pt x="131" y="535"/>
                </a:cubicBezTo>
                <a:cubicBezTo>
                  <a:pt x="134" y="550"/>
                  <a:pt x="132" y="554"/>
                  <a:pt x="130" y="564"/>
                </a:cubicBezTo>
                <a:cubicBezTo>
                  <a:pt x="127" y="575"/>
                  <a:pt x="124" y="583"/>
                  <a:pt x="123" y="587"/>
                </a:cubicBezTo>
                <a:cubicBezTo>
                  <a:pt x="121" y="590"/>
                  <a:pt x="122" y="593"/>
                  <a:pt x="117" y="594"/>
                </a:cubicBezTo>
                <a:cubicBezTo>
                  <a:pt x="113" y="596"/>
                  <a:pt x="111" y="594"/>
                  <a:pt x="109" y="597"/>
                </a:cubicBezTo>
                <a:cubicBezTo>
                  <a:pt x="107" y="600"/>
                  <a:pt x="106" y="609"/>
                  <a:pt x="107" y="612"/>
                </a:cubicBezTo>
                <a:cubicBezTo>
                  <a:pt x="109" y="615"/>
                  <a:pt x="109" y="616"/>
                  <a:pt x="108" y="624"/>
                </a:cubicBezTo>
                <a:cubicBezTo>
                  <a:pt x="107" y="631"/>
                  <a:pt x="102" y="639"/>
                  <a:pt x="99" y="644"/>
                </a:cubicBezTo>
                <a:cubicBezTo>
                  <a:pt x="96" y="648"/>
                  <a:pt x="90" y="646"/>
                  <a:pt x="86" y="646"/>
                </a:cubicBezTo>
                <a:cubicBezTo>
                  <a:pt x="82" y="647"/>
                  <a:pt x="245" y="640"/>
                  <a:pt x="236" y="642"/>
                </a:cubicBezTo>
                <a:close/>
                <a:moveTo>
                  <a:pt x="35" y="253"/>
                </a:moveTo>
                <a:cubicBezTo>
                  <a:pt x="35" y="256"/>
                  <a:pt x="34" y="256"/>
                  <a:pt x="32" y="255"/>
                </a:cubicBezTo>
                <a:cubicBezTo>
                  <a:pt x="26" y="220"/>
                  <a:pt x="26" y="220"/>
                  <a:pt x="26" y="220"/>
                </a:cubicBezTo>
                <a:cubicBezTo>
                  <a:pt x="23" y="194"/>
                  <a:pt x="37" y="158"/>
                  <a:pt x="37" y="158"/>
                </a:cubicBezTo>
                <a:cubicBezTo>
                  <a:pt x="37" y="165"/>
                  <a:pt x="39" y="179"/>
                  <a:pt x="41" y="188"/>
                </a:cubicBezTo>
                <a:cubicBezTo>
                  <a:pt x="40" y="193"/>
                  <a:pt x="39" y="199"/>
                  <a:pt x="39" y="205"/>
                </a:cubicBezTo>
                <a:cubicBezTo>
                  <a:pt x="36" y="229"/>
                  <a:pt x="36" y="251"/>
                  <a:pt x="35" y="253"/>
                </a:cubicBezTo>
                <a:close/>
                <a:moveTo>
                  <a:pt x="41" y="186"/>
                </a:moveTo>
                <a:cubicBezTo>
                  <a:pt x="39" y="163"/>
                  <a:pt x="45" y="131"/>
                  <a:pt x="45" y="131"/>
                </a:cubicBezTo>
                <a:cubicBezTo>
                  <a:pt x="47" y="130"/>
                  <a:pt x="51" y="127"/>
                  <a:pt x="51" y="127"/>
                </a:cubicBezTo>
                <a:cubicBezTo>
                  <a:pt x="59" y="120"/>
                  <a:pt x="59" y="134"/>
                  <a:pt x="59" y="134"/>
                </a:cubicBezTo>
                <a:cubicBezTo>
                  <a:pt x="50" y="143"/>
                  <a:pt x="44" y="164"/>
                  <a:pt x="41" y="186"/>
                </a:cubicBezTo>
                <a:close/>
              </a:path>
            </a:pathLst>
          </a:custGeom>
          <a:solidFill>
            <a:srgbClr val="0E7CD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阿里巴巴普惠体 R"/>
              <a:cs typeface="+mn-cs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3B5695F-0BBA-4ADF-9FB1-9249945CDC0E}"/>
              </a:ext>
            </a:extLst>
          </p:cNvPr>
          <p:cNvCxnSpPr>
            <a:cxnSpLocks/>
          </p:cNvCxnSpPr>
          <p:nvPr/>
        </p:nvCxnSpPr>
        <p:spPr>
          <a:xfrm flipH="1">
            <a:off x="874713" y="4989690"/>
            <a:ext cx="3918" cy="1057009"/>
          </a:xfrm>
          <a:prstGeom prst="line">
            <a:avLst/>
          </a:prstGeom>
          <a:ln w="12700">
            <a:gradFill>
              <a:gsLst>
                <a:gs pos="0">
                  <a:srgbClr val="0E7CDF"/>
                </a:gs>
                <a:gs pos="100000">
                  <a:srgbClr val="0E7CDF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6365BA3-EC63-484B-95E6-D228A39C63F5}"/>
              </a:ext>
            </a:extLst>
          </p:cNvPr>
          <p:cNvCxnSpPr>
            <a:cxnSpLocks/>
          </p:cNvCxnSpPr>
          <p:nvPr/>
        </p:nvCxnSpPr>
        <p:spPr>
          <a:xfrm flipH="1">
            <a:off x="6015002" y="3482483"/>
            <a:ext cx="10637" cy="1440828"/>
          </a:xfrm>
          <a:prstGeom prst="line">
            <a:avLst/>
          </a:prstGeom>
          <a:ln w="12700">
            <a:gradFill>
              <a:gsLst>
                <a:gs pos="0">
                  <a:srgbClr val="0E7CDF"/>
                </a:gs>
                <a:gs pos="100000">
                  <a:srgbClr val="0E7CDF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1BCBBA3-2FC4-4282-AF51-88C0BF7479A6}"/>
              </a:ext>
            </a:extLst>
          </p:cNvPr>
          <p:cNvCxnSpPr>
            <a:cxnSpLocks/>
          </p:cNvCxnSpPr>
          <p:nvPr/>
        </p:nvCxnSpPr>
        <p:spPr>
          <a:xfrm>
            <a:off x="9031702" y="2424630"/>
            <a:ext cx="0" cy="1099305"/>
          </a:xfrm>
          <a:prstGeom prst="line">
            <a:avLst/>
          </a:prstGeom>
          <a:ln w="12700">
            <a:gradFill>
              <a:gsLst>
                <a:gs pos="0">
                  <a:srgbClr val="0E7CDF"/>
                </a:gs>
                <a:gs pos="100000">
                  <a:srgbClr val="0E7CDF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6A1DFA28-2781-40DE-A031-87C904F71CDE}"/>
              </a:ext>
            </a:extLst>
          </p:cNvPr>
          <p:cNvSpPr/>
          <p:nvPr/>
        </p:nvSpPr>
        <p:spPr>
          <a:xfrm>
            <a:off x="2674267" y="3645399"/>
            <a:ext cx="10310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D8BFA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pitchFamily="2" charset="0"/>
              </a:rPr>
              <a:t>2013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D8BFA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pitchFamily="2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E50567D-AC9A-4949-A180-188417827BB4}"/>
              </a:ext>
            </a:extLst>
          </p:cNvPr>
          <p:cNvSpPr/>
          <p:nvPr/>
        </p:nvSpPr>
        <p:spPr>
          <a:xfrm>
            <a:off x="2674267" y="4105742"/>
            <a:ext cx="1296557" cy="6914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200" dirty="0">
                <a:solidFill>
                  <a:srgbClr val="3D8BF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微网通联入选福布斯中国非上市公司</a:t>
            </a:r>
            <a:r>
              <a:rPr lang="en-US" altLang="zh-CN" sz="1200" dirty="0">
                <a:solidFill>
                  <a:srgbClr val="3D8BF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100</a:t>
            </a:r>
            <a:r>
              <a:rPr lang="zh-CN" altLang="en-US" sz="1200" dirty="0">
                <a:solidFill>
                  <a:srgbClr val="3D8BF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强企业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5AC06E5-EFB0-4571-8EFA-55DB8383B9D2}"/>
              </a:ext>
            </a:extLst>
          </p:cNvPr>
          <p:cNvSpPr/>
          <p:nvPr/>
        </p:nvSpPr>
        <p:spPr>
          <a:xfrm>
            <a:off x="892433" y="4154649"/>
            <a:ext cx="10310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3D8BFA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pitchFamily="2" charset="0"/>
              </a:rPr>
              <a:t>2008</a:t>
            </a:r>
            <a:endParaRPr lang="zh-CN" altLang="en-US" sz="2800" b="1" dirty="0">
              <a:solidFill>
                <a:srgbClr val="3D8BFA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pitchFamily="2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A59F880-FCE9-42D3-954C-CD12B64CCFD6}"/>
              </a:ext>
            </a:extLst>
          </p:cNvPr>
          <p:cNvSpPr/>
          <p:nvPr/>
        </p:nvSpPr>
        <p:spPr>
          <a:xfrm>
            <a:off x="892432" y="4770555"/>
            <a:ext cx="1296000" cy="894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D8BFA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微网通联于北京成立，相继在上海、山东成立分公司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13776F0-2CCE-4CFD-969E-FAEC33D66E1C}"/>
              </a:ext>
            </a:extLst>
          </p:cNvPr>
          <p:cNvSpPr/>
          <p:nvPr/>
        </p:nvSpPr>
        <p:spPr>
          <a:xfrm>
            <a:off x="128307" y="1210451"/>
            <a:ext cx="1539728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BFBFBF"/>
                </a:solidFill>
                <a:effectLst/>
                <a:uLnTx/>
                <a:uFillTx/>
                <a:latin typeface="Arial" panose="020B0604020202020204" pitchFamily="34" charset="0"/>
                <a:ea typeface="阿里巴巴普惠体 M"/>
                <a:cs typeface="Arial" panose="020B0604020202020204" pitchFamily="34" charset="0"/>
              </a:rPr>
              <a:t>COMPANY HISTORY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C865519-258B-4F94-AAE7-D30111C4226E}"/>
              </a:ext>
            </a:extLst>
          </p:cNvPr>
          <p:cNvCxnSpPr>
            <a:cxnSpLocks/>
          </p:cNvCxnSpPr>
          <p:nvPr/>
        </p:nvCxnSpPr>
        <p:spPr>
          <a:xfrm flipH="1">
            <a:off x="3036690" y="385279"/>
            <a:ext cx="1645896" cy="0"/>
          </a:xfrm>
          <a:prstGeom prst="line">
            <a:avLst/>
          </a:prstGeom>
          <a:ln w="12700">
            <a:gradFill>
              <a:gsLst>
                <a:gs pos="10000">
                  <a:srgbClr val="0E7CDF"/>
                </a:gs>
                <a:gs pos="91000">
                  <a:srgbClr val="0E7CDF">
                    <a:alpha val="0"/>
                  </a:srgbClr>
                </a:gs>
              </a:gsLst>
              <a:lin ang="189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62D9BD5-DB61-451B-8144-3853A8C42F4F}"/>
              </a:ext>
            </a:extLst>
          </p:cNvPr>
          <p:cNvCxnSpPr>
            <a:cxnSpLocks/>
          </p:cNvCxnSpPr>
          <p:nvPr/>
        </p:nvCxnSpPr>
        <p:spPr>
          <a:xfrm flipH="1">
            <a:off x="4531573" y="784979"/>
            <a:ext cx="765110" cy="0"/>
          </a:xfrm>
          <a:prstGeom prst="line">
            <a:avLst/>
          </a:prstGeom>
          <a:ln w="12700">
            <a:gradFill>
              <a:gsLst>
                <a:gs pos="10000">
                  <a:srgbClr val="0E7CDF"/>
                </a:gs>
                <a:gs pos="91000">
                  <a:srgbClr val="0E7CDF">
                    <a:alpha val="0"/>
                  </a:srgbClr>
                </a:gs>
              </a:gsLst>
              <a:lin ang="189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C8CDFA4-F284-43C6-BC48-DB83F92F82CC}"/>
              </a:ext>
            </a:extLst>
          </p:cNvPr>
          <p:cNvCxnSpPr>
            <a:cxnSpLocks/>
          </p:cNvCxnSpPr>
          <p:nvPr/>
        </p:nvCxnSpPr>
        <p:spPr>
          <a:xfrm flipH="1">
            <a:off x="3632783" y="1448869"/>
            <a:ext cx="972150" cy="0"/>
          </a:xfrm>
          <a:prstGeom prst="line">
            <a:avLst/>
          </a:prstGeom>
          <a:ln w="12700">
            <a:gradFill>
              <a:gsLst>
                <a:gs pos="10000">
                  <a:srgbClr val="0E7CDF"/>
                </a:gs>
                <a:gs pos="91000">
                  <a:srgbClr val="0E7CDF">
                    <a:alpha val="0"/>
                  </a:srgbClr>
                </a:gs>
              </a:gsLst>
              <a:lin ang="189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D13868A-982F-4B06-BFEC-713C7A785C4C}"/>
              </a:ext>
            </a:extLst>
          </p:cNvPr>
          <p:cNvCxnSpPr>
            <a:cxnSpLocks/>
          </p:cNvCxnSpPr>
          <p:nvPr/>
        </p:nvCxnSpPr>
        <p:spPr>
          <a:xfrm flipH="1">
            <a:off x="474397" y="1527062"/>
            <a:ext cx="2987940" cy="0"/>
          </a:xfrm>
          <a:prstGeom prst="line">
            <a:avLst/>
          </a:prstGeom>
          <a:ln w="12700">
            <a:gradFill>
              <a:gsLst>
                <a:gs pos="10000">
                  <a:srgbClr val="0E7CDF"/>
                </a:gs>
                <a:gs pos="91000">
                  <a:srgbClr val="0E7CDF">
                    <a:alpha val="0"/>
                  </a:srgbClr>
                </a:gs>
              </a:gsLst>
              <a:lin ang="189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4E9AB40-C94C-4E5E-87A6-72ADAC741A41}"/>
              </a:ext>
            </a:extLst>
          </p:cNvPr>
          <p:cNvCxnSpPr>
            <a:cxnSpLocks/>
          </p:cNvCxnSpPr>
          <p:nvPr/>
        </p:nvCxnSpPr>
        <p:spPr>
          <a:xfrm flipH="1">
            <a:off x="2669394" y="4197308"/>
            <a:ext cx="1" cy="1585654"/>
          </a:xfrm>
          <a:prstGeom prst="line">
            <a:avLst/>
          </a:prstGeom>
          <a:ln w="12700">
            <a:gradFill>
              <a:gsLst>
                <a:gs pos="0">
                  <a:srgbClr val="0E7CDF"/>
                </a:gs>
                <a:gs pos="100000">
                  <a:srgbClr val="0E7CDF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 9">
            <a:extLst>
              <a:ext uri="{FF2B5EF4-FFF2-40B4-BE49-F238E27FC236}">
                <a16:creationId xmlns:a16="http://schemas.microsoft.com/office/drawing/2014/main" id="{311067F2-5FD4-EB12-57FD-F5CE4AE07280}"/>
              </a:ext>
            </a:extLst>
          </p:cNvPr>
          <p:cNvSpPr>
            <a:spLocks noEditPoints="1"/>
          </p:cNvSpPr>
          <p:nvPr/>
        </p:nvSpPr>
        <p:spPr bwMode="auto">
          <a:xfrm>
            <a:off x="4331027" y="5331815"/>
            <a:ext cx="304902" cy="390824"/>
          </a:xfrm>
          <a:custGeom>
            <a:avLst/>
            <a:gdLst>
              <a:gd name="T0" fmla="*/ 69 w 596"/>
              <a:gd name="T1" fmla="*/ 664 h 765"/>
              <a:gd name="T2" fmla="*/ 141 w 596"/>
              <a:gd name="T3" fmla="*/ 759 h 765"/>
              <a:gd name="T4" fmla="*/ 148 w 596"/>
              <a:gd name="T5" fmla="*/ 667 h 765"/>
              <a:gd name="T6" fmla="*/ 188 w 596"/>
              <a:gd name="T7" fmla="*/ 648 h 765"/>
              <a:gd name="T8" fmla="*/ 225 w 596"/>
              <a:gd name="T9" fmla="*/ 612 h 765"/>
              <a:gd name="T10" fmla="*/ 338 w 596"/>
              <a:gd name="T11" fmla="*/ 554 h 765"/>
              <a:gd name="T12" fmla="*/ 347 w 596"/>
              <a:gd name="T13" fmla="*/ 605 h 765"/>
              <a:gd name="T14" fmla="*/ 332 w 596"/>
              <a:gd name="T15" fmla="*/ 653 h 765"/>
              <a:gd name="T16" fmla="*/ 385 w 596"/>
              <a:gd name="T17" fmla="*/ 740 h 765"/>
              <a:gd name="T18" fmla="*/ 477 w 596"/>
              <a:gd name="T19" fmla="*/ 729 h 765"/>
              <a:gd name="T20" fmla="*/ 418 w 596"/>
              <a:gd name="T21" fmla="*/ 685 h 765"/>
              <a:gd name="T22" fmla="*/ 586 w 596"/>
              <a:gd name="T23" fmla="*/ 317 h 765"/>
              <a:gd name="T24" fmla="*/ 550 w 596"/>
              <a:gd name="T25" fmla="*/ 313 h 765"/>
              <a:gd name="T26" fmla="*/ 514 w 596"/>
              <a:gd name="T27" fmla="*/ 296 h 765"/>
              <a:gd name="T28" fmla="*/ 491 w 596"/>
              <a:gd name="T29" fmla="*/ 227 h 765"/>
              <a:gd name="T30" fmla="*/ 491 w 596"/>
              <a:gd name="T31" fmla="*/ 137 h 765"/>
              <a:gd name="T32" fmla="*/ 513 w 596"/>
              <a:gd name="T33" fmla="*/ 108 h 765"/>
              <a:gd name="T34" fmla="*/ 531 w 596"/>
              <a:gd name="T35" fmla="*/ 79 h 765"/>
              <a:gd name="T36" fmla="*/ 449 w 596"/>
              <a:gd name="T37" fmla="*/ 63 h 765"/>
              <a:gd name="T38" fmla="*/ 418 w 596"/>
              <a:gd name="T39" fmla="*/ 26 h 765"/>
              <a:gd name="T40" fmla="*/ 308 w 596"/>
              <a:gd name="T41" fmla="*/ 28 h 765"/>
              <a:gd name="T42" fmla="*/ 260 w 596"/>
              <a:gd name="T43" fmla="*/ 88 h 765"/>
              <a:gd name="T44" fmla="*/ 242 w 596"/>
              <a:gd name="T45" fmla="*/ 133 h 765"/>
              <a:gd name="T46" fmla="*/ 229 w 596"/>
              <a:gd name="T47" fmla="*/ 151 h 765"/>
              <a:gd name="T48" fmla="*/ 202 w 596"/>
              <a:gd name="T49" fmla="*/ 199 h 765"/>
              <a:gd name="T50" fmla="*/ 170 w 596"/>
              <a:gd name="T51" fmla="*/ 243 h 765"/>
              <a:gd name="T52" fmla="*/ 145 w 596"/>
              <a:gd name="T53" fmla="*/ 293 h 765"/>
              <a:gd name="T54" fmla="*/ 208 w 596"/>
              <a:gd name="T55" fmla="*/ 249 h 765"/>
              <a:gd name="T56" fmla="*/ 210 w 596"/>
              <a:gd name="T57" fmla="*/ 296 h 765"/>
              <a:gd name="T58" fmla="*/ 219 w 596"/>
              <a:gd name="T59" fmla="*/ 304 h 765"/>
              <a:gd name="T60" fmla="*/ 304 w 596"/>
              <a:gd name="T61" fmla="*/ 373 h 765"/>
              <a:gd name="T62" fmla="*/ 298 w 596"/>
              <a:gd name="T63" fmla="*/ 454 h 765"/>
              <a:gd name="T64" fmla="*/ 148 w 596"/>
              <a:gd name="T65" fmla="*/ 584 h 765"/>
              <a:gd name="T66" fmla="*/ 214 w 596"/>
              <a:gd name="T67" fmla="*/ 239 h 765"/>
              <a:gd name="T68" fmla="*/ 221 w 596"/>
              <a:gd name="T69" fmla="*/ 226 h 765"/>
              <a:gd name="T70" fmla="*/ 477 w 596"/>
              <a:gd name="T71" fmla="*/ 516 h 765"/>
              <a:gd name="T72" fmla="*/ 471 w 596"/>
              <a:gd name="T73" fmla="*/ 416 h 765"/>
              <a:gd name="T74" fmla="*/ 456 w 596"/>
              <a:gd name="T75" fmla="*/ 348 h 765"/>
              <a:gd name="T76" fmla="*/ 530 w 596"/>
              <a:gd name="T77" fmla="*/ 342 h 765"/>
              <a:gd name="T78" fmla="*/ 543 w 596"/>
              <a:gd name="T79" fmla="*/ 356 h 765"/>
              <a:gd name="T80" fmla="*/ 460 w 596"/>
              <a:gd name="T81" fmla="*/ 570 h 765"/>
              <a:gd name="T82" fmla="*/ 410 w 596"/>
              <a:gd name="T83" fmla="*/ 657 h 765"/>
              <a:gd name="T84" fmla="*/ 442 w 596"/>
              <a:gd name="T85" fmla="*/ 601 h 765"/>
              <a:gd name="T86" fmla="*/ 411 w 596"/>
              <a:gd name="T87" fmla="*/ 675 h 7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96" h="765">
                <a:moveTo>
                  <a:pt x="0" y="717"/>
                </a:moveTo>
                <a:cubicBezTo>
                  <a:pt x="14" y="709"/>
                  <a:pt x="14" y="709"/>
                  <a:pt x="14" y="709"/>
                </a:cubicBezTo>
                <a:cubicBezTo>
                  <a:pt x="69" y="664"/>
                  <a:pt x="69" y="664"/>
                  <a:pt x="69" y="664"/>
                </a:cubicBezTo>
                <a:cubicBezTo>
                  <a:pt x="69" y="664"/>
                  <a:pt x="83" y="692"/>
                  <a:pt x="87" y="699"/>
                </a:cubicBezTo>
                <a:cubicBezTo>
                  <a:pt x="91" y="707"/>
                  <a:pt x="93" y="717"/>
                  <a:pt x="100" y="728"/>
                </a:cubicBezTo>
                <a:cubicBezTo>
                  <a:pt x="107" y="740"/>
                  <a:pt x="126" y="754"/>
                  <a:pt x="141" y="759"/>
                </a:cubicBezTo>
                <a:cubicBezTo>
                  <a:pt x="156" y="765"/>
                  <a:pt x="162" y="748"/>
                  <a:pt x="159" y="732"/>
                </a:cubicBezTo>
                <a:cubicBezTo>
                  <a:pt x="155" y="715"/>
                  <a:pt x="143" y="703"/>
                  <a:pt x="143" y="695"/>
                </a:cubicBezTo>
                <a:cubicBezTo>
                  <a:pt x="144" y="687"/>
                  <a:pt x="145" y="674"/>
                  <a:pt x="148" y="667"/>
                </a:cubicBezTo>
                <a:cubicBezTo>
                  <a:pt x="151" y="660"/>
                  <a:pt x="157" y="658"/>
                  <a:pt x="161" y="656"/>
                </a:cubicBezTo>
                <a:cubicBezTo>
                  <a:pt x="165" y="654"/>
                  <a:pt x="169" y="657"/>
                  <a:pt x="175" y="654"/>
                </a:cubicBezTo>
                <a:cubicBezTo>
                  <a:pt x="181" y="652"/>
                  <a:pt x="187" y="652"/>
                  <a:pt x="188" y="648"/>
                </a:cubicBezTo>
                <a:cubicBezTo>
                  <a:pt x="188" y="643"/>
                  <a:pt x="207" y="635"/>
                  <a:pt x="204" y="633"/>
                </a:cubicBezTo>
                <a:cubicBezTo>
                  <a:pt x="202" y="630"/>
                  <a:pt x="210" y="630"/>
                  <a:pt x="216" y="623"/>
                </a:cubicBezTo>
                <a:cubicBezTo>
                  <a:pt x="223" y="615"/>
                  <a:pt x="219" y="614"/>
                  <a:pt x="225" y="612"/>
                </a:cubicBezTo>
                <a:cubicBezTo>
                  <a:pt x="231" y="610"/>
                  <a:pt x="245" y="609"/>
                  <a:pt x="251" y="607"/>
                </a:cubicBezTo>
                <a:cubicBezTo>
                  <a:pt x="256" y="606"/>
                  <a:pt x="334" y="555"/>
                  <a:pt x="334" y="555"/>
                </a:cubicBezTo>
                <a:cubicBezTo>
                  <a:pt x="334" y="555"/>
                  <a:pt x="346" y="553"/>
                  <a:pt x="338" y="554"/>
                </a:cubicBezTo>
                <a:cubicBezTo>
                  <a:pt x="329" y="555"/>
                  <a:pt x="356" y="547"/>
                  <a:pt x="354" y="558"/>
                </a:cubicBezTo>
                <a:cubicBezTo>
                  <a:pt x="352" y="570"/>
                  <a:pt x="356" y="570"/>
                  <a:pt x="356" y="584"/>
                </a:cubicBezTo>
                <a:cubicBezTo>
                  <a:pt x="357" y="598"/>
                  <a:pt x="355" y="603"/>
                  <a:pt x="347" y="605"/>
                </a:cubicBezTo>
                <a:cubicBezTo>
                  <a:pt x="339" y="608"/>
                  <a:pt x="330" y="615"/>
                  <a:pt x="331" y="622"/>
                </a:cubicBezTo>
                <a:cubicBezTo>
                  <a:pt x="333" y="629"/>
                  <a:pt x="338" y="639"/>
                  <a:pt x="334" y="642"/>
                </a:cubicBezTo>
                <a:cubicBezTo>
                  <a:pt x="331" y="644"/>
                  <a:pt x="329" y="646"/>
                  <a:pt x="332" y="653"/>
                </a:cubicBezTo>
                <a:cubicBezTo>
                  <a:pt x="336" y="660"/>
                  <a:pt x="340" y="671"/>
                  <a:pt x="338" y="678"/>
                </a:cubicBezTo>
                <a:cubicBezTo>
                  <a:pt x="335" y="685"/>
                  <a:pt x="329" y="712"/>
                  <a:pt x="338" y="738"/>
                </a:cubicBezTo>
                <a:cubicBezTo>
                  <a:pt x="338" y="738"/>
                  <a:pt x="377" y="744"/>
                  <a:pt x="385" y="740"/>
                </a:cubicBezTo>
                <a:cubicBezTo>
                  <a:pt x="385" y="740"/>
                  <a:pt x="391" y="740"/>
                  <a:pt x="399" y="741"/>
                </a:cubicBezTo>
                <a:cubicBezTo>
                  <a:pt x="400" y="741"/>
                  <a:pt x="400" y="741"/>
                  <a:pt x="401" y="741"/>
                </a:cubicBezTo>
                <a:cubicBezTo>
                  <a:pt x="411" y="742"/>
                  <a:pt x="477" y="744"/>
                  <a:pt x="477" y="729"/>
                </a:cubicBezTo>
                <a:cubicBezTo>
                  <a:pt x="476" y="714"/>
                  <a:pt x="474" y="709"/>
                  <a:pt x="459" y="701"/>
                </a:cubicBezTo>
                <a:cubicBezTo>
                  <a:pt x="444" y="693"/>
                  <a:pt x="434" y="696"/>
                  <a:pt x="423" y="689"/>
                </a:cubicBezTo>
                <a:cubicBezTo>
                  <a:pt x="421" y="687"/>
                  <a:pt x="419" y="686"/>
                  <a:pt x="418" y="685"/>
                </a:cubicBezTo>
                <a:cubicBezTo>
                  <a:pt x="565" y="352"/>
                  <a:pt x="565" y="352"/>
                  <a:pt x="565" y="352"/>
                </a:cubicBezTo>
                <a:cubicBezTo>
                  <a:pt x="569" y="352"/>
                  <a:pt x="572" y="352"/>
                  <a:pt x="575" y="349"/>
                </a:cubicBezTo>
                <a:cubicBezTo>
                  <a:pt x="575" y="349"/>
                  <a:pt x="595" y="330"/>
                  <a:pt x="586" y="317"/>
                </a:cubicBezTo>
                <a:cubicBezTo>
                  <a:pt x="586" y="317"/>
                  <a:pt x="596" y="315"/>
                  <a:pt x="584" y="305"/>
                </a:cubicBezTo>
                <a:cubicBezTo>
                  <a:pt x="584" y="305"/>
                  <a:pt x="572" y="294"/>
                  <a:pt x="571" y="307"/>
                </a:cubicBezTo>
                <a:cubicBezTo>
                  <a:pt x="571" y="307"/>
                  <a:pt x="561" y="307"/>
                  <a:pt x="550" y="313"/>
                </a:cubicBezTo>
                <a:cubicBezTo>
                  <a:pt x="539" y="319"/>
                  <a:pt x="545" y="315"/>
                  <a:pt x="541" y="309"/>
                </a:cubicBezTo>
                <a:cubicBezTo>
                  <a:pt x="538" y="304"/>
                  <a:pt x="536" y="297"/>
                  <a:pt x="530" y="300"/>
                </a:cubicBezTo>
                <a:cubicBezTo>
                  <a:pt x="524" y="303"/>
                  <a:pt x="517" y="301"/>
                  <a:pt x="514" y="296"/>
                </a:cubicBezTo>
                <a:cubicBezTo>
                  <a:pt x="512" y="291"/>
                  <a:pt x="518" y="279"/>
                  <a:pt x="509" y="280"/>
                </a:cubicBezTo>
                <a:cubicBezTo>
                  <a:pt x="500" y="280"/>
                  <a:pt x="504" y="278"/>
                  <a:pt x="499" y="266"/>
                </a:cubicBezTo>
                <a:cubicBezTo>
                  <a:pt x="494" y="254"/>
                  <a:pt x="491" y="227"/>
                  <a:pt x="491" y="227"/>
                </a:cubicBezTo>
                <a:cubicBezTo>
                  <a:pt x="491" y="227"/>
                  <a:pt x="483" y="218"/>
                  <a:pt x="485" y="203"/>
                </a:cubicBezTo>
                <a:cubicBezTo>
                  <a:pt x="487" y="188"/>
                  <a:pt x="489" y="154"/>
                  <a:pt x="487" y="146"/>
                </a:cubicBezTo>
                <a:cubicBezTo>
                  <a:pt x="487" y="146"/>
                  <a:pt x="494" y="142"/>
                  <a:pt x="491" y="137"/>
                </a:cubicBezTo>
                <a:cubicBezTo>
                  <a:pt x="491" y="137"/>
                  <a:pt x="512" y="140"/>
                  <a:pt x="504" y="131"/>
                </a:cubicBezTo>
                <a:cubicBezTo>
                  <a:pt x="504" y="131"/>
                  <a:pt x="512" y="125"/>
                  <a:pt x="508" y="118"/>
                </a:cubicBezTo>
                <a:cubicBezTo>
                  <a:pt x="503" y="112"/>
                  <a:pt x="516" y="111"/>
                  <a:pt x="513" y="108"/>
                </a:cubicBezTo>
                <a:cubicBezTo>
                  <a:pt x="518" y="102"/>
                  <a:pt x="518" y="102"/>
                  <a:pt x="518" y="102"/>
                </a:cubicBezTo>
                <a:cubicBezTo>
                  <a:pt x="518" y="102"/>
                  <a:pt x="526" y="99"/>
                  <a:pt x="524" y="96"/>
                </a:cubicBezTo>
                <a:cubicBezTo>
                  <a:pt x="524" y="96"/>
                  <a:pt x="537" y="102"/>
                  <a:pt x="531" y="79"/>
                </a:cubicBezTo>
                <a:cubicBezTo>
                  <a:pt x="531" y="79"/>
                  <a:pt x="549" y="54"/>
                  <a:pt x="518" y="31"/>
                </a:cubicBezTo>
                <a:cubicBezTo>
                  <a:pt x="518" y="31"/>
                  <a:pt x="491" y="0"/>
                  <a:pt x="467" y="25"/>
                </a:cubicBezTo>
                <a:cubicBezTo>
                  <a:pt x="467" y="25"/>
                  <a:pt x="446" y="34"/>
                  <a:pt x="449" y="63"/>
                </a:cubicBezTo>
                <a:cubicBezTo>
                  <a:pt x="449" y="63"/>
                  <a:pt x="435" y="63"/>
                  <a:pt x="440" y="78"/>
                </a:cubicBezTo>
                <a:cubicBezTo>
                  <a:pt x="440" y="78"/>
                  <a:pt x="434" y="75"/>
                  <a:pt x="430" y="78"/>
                </a:cubicBezTo>
                <a:cubicBezTo>
                  <a:pt x="430" y="78"/>
                  <a:pt x="429" y="34"/>
                  <a:pt x="418" y="26"/>
                </a:cubicBezTo>
                <a:cubicBezTo>
                  <a:pt x="418" y="26"/>
                  <a:pt x="426" y="9"/>
                  <a:pt x="407" y="14"/>
                </a:cubicBezTo>
                <a:cubicBezTo>
                  <a:pt x="407" y="14"/>
                  <a:pt x="372" y="1"/>
                  <a:pt x="347" y="10"/>
                </a:cubicBezTo>
                <a:cubicBezTo>
                  <a:pt x="322" y="20"/>
                  <a:pt x="315" y="18"/>
                  <a:pt x="308" y="28"/>
                </a:cubicBezTo>
                <a:cubicBezTo>
                  <a:pt x="301" y="39"/>
                  <a:pt x="292" y="57"/>
                  <a:pt x="286" y="68"/>
                </a:cubicBezTo>
                <a:cubicBezTo>
                  <a:pt x="279" y="79"/>
                  <a:pt x="278" y="81"/>
                  <a:pt x="272" y="84"/>
                </a:cubicBezTo>
                <a:cubicBezTo>
                  <a:pt x="266" y="88"/>
                  <a:pt x="264" y="81"/>
                  <a:pt x="260" y="88"/>
                </a:cubicBezTo>
                <a:cubicBezTo>
                  <a:pt x="257" y="94"/>
                  <a:pt x="263" y="100"/>
                  <a:pt x="260" y="104"/>
                </a:cubicBezTo>
                <a:cubicBezTo>
                  <a:pt x="256" y="108"/>
                  <a:pt x="253" y="109"/>
                  <a:pt x="248" y="116"/>
                </a:cubicBezTo>
                <a:cubicBezTo>
                  <a:pt x="243" y="124"/>
                  <a:pt x="240" y="129"/>
                  <a:pt x="242" y="133"/>
                </a:cubicBezTo>
                <a:cubicBezTo>
                  <a:pt x="242" y="133"/>
                  <a:pt x="240" y="135"/>
                  <a:pt x="239" y="139"/>
                </a:cubicBezTo>
                <a:cubicBezTo>
                  <a:pt x="239" y="144"/>
                  <a:pt x="241" y="148"/>
                  <a:pt x="237" y="149"/>
                </a:cubicBezTo>
                <a:cubicBezTo>
                  <a:pt x="233" y="151"/>
                  <a:pt x="232" y="148"/>
                  <a:pt x="229" y="151"/>
                </a:cubicBezTo>
                <a:cubicBezTo>
                  <a:pt x="227" y="155"/>
                  <a:pt x="229" y="157"/>
                  <a:pt x="221" y="166"/>
                </a:cubicBezTo>
                <a:cubicBezTo>
                  <a:pt x="212" y="174"/>
                  <a:pt x="203" y="190"/>
                  <a:pt x="202" y="198"/>
                </a:cubicBezTo>
                <a:cubicBezTo>
                  <a:pt x="202" y="198"/>
                  <a:pt x="202" y="199"/>
                  <a:pt x="202" y="199"/>
                </a:cubicBezTo>
                <a:cubicBezTo>
                  <a:pt x="200" y="203"/>
                  <a:pt x="199" y="208"/>
                  <a:pt x="198" y="212"/>
                </a:cubicBezTo>
                <a:cubicBezTo>
                  <a:pt x="197" y="214"/>
                  <a:pt x="197" y="215"/>
                  <a:pt x="197" y="215"/>
                </a:cubicBezTo>
                <a:cubicBezTo>
                  <a:pt x="193" y="218"/>
                  <a:pt x="177" y="230"/>
                  <a:pt x="170" y="243"/>
                </a:cubicBezTo>
                <a:cubicBezTo>
                  <a:pt x="161" y="259"/>
                  <a:pt x="139" y="286"/>
                  <a:pt x="135" y="294"/>
                </a:cubicBezTo>
                <a:cubicBezTo>
                  <a:pt x="130" y="301"/>
                  <a:pt x="105" y="324"/>
                  <a:pt x="104" y="334"/>
                </a:cubicBezTo>
                <a:cubicBezTo>
                  <a:pt x="104" y="334"/>
                  <a:pt x="132" y="305"/>
                  <a:pt x="145" y="293"/>
                </a:cubicBezTo>
                <a:cubicBezTo>
                  <a:pt x="157" y="281"/>
                  <a:pt x="193" y="237"/>
                  <a:pt x="196" y="229"/>
                </a:cubicBezTo>
                <a:cubicBezTo>
                  <a:pt x="196" y="229"/>
                  <a:pt x="198" y="222"/>
                  <a:pt x="201" y="232"/>
                </a:cubicBezTo>
                <a:cubicBezTo>
                  <a:pt x="202" y="238"/>
                  <a:pt x="205" y="244"/>
                  <a:pt x="208" y="249"/>
                </a:cubicBezTo>
                <a:cubicBezTo>
                  <a:pt x="208" y="249"/>
                  <a:pt x="208" y="249"/>
                  <a:pt x="208" y="250"/>
                </a:cubicBezTo>
                <a:cubicBezTo>
                  <a:pt x="202" y="258"/>
                  <a:pt x="206" y="256"/>
                  <a:pt x="204" y="264"/>
                </a:cubicBezTo>
                <a:cubicBezTo>
                  <a:pt x="202" y="271"/>
                  <a:pt x="202" y="287"/>
                  <a:pt x="210" y="296"/>
                </a:cubicBezTo>
                <a:cubicBezTo>
                  <a:pt x="219" y="305"/>
                  <a:pt x="176" y="360"/>
                  <a:pt x="170" y="394"/>
                </a:cubicBezTo>
                <a:cubicBezTo>
                  <a:pt x="170" y="394"/>
                  <a:pt x="185" y="371"/>
                  <a:pt x="196" y="356"/>
                </a:cubicBezTo>
                <a:cubicBezTo>
                  <a:pt x="206" y="340"/>
                  <a:pt x="219" y="317"/>
                  <a:pt x="219" y="304"/>
                </a:cubicBezTo>
                <a:cubicBezTo>
                  <a:pt x="219" y="304"/>
                  <a:pt x="225" y="303"/>
                  <a:pt x="232" y="312"/>
                </a:cubicBezTo>
                <a:cubicBezTo>
                  <a:pt x="239" y="321"/>
                  <a:pt x="288" y="346"/>
                  <a:pt x="300" y="329"/>
                </a:cubicBezTo>
                <a:cubicBezTo>
                  <a:pt x="300" y="329"/>
                  <a:pt x="301" y="356"/>
                  <a:pt x="304" y="373"/>
                </a:cubicBezTo>
                <a:cubicBezTo>
                  <a:pt x="307" y="390"/>
                  <a:pt x="312" y="393"/>
                  <a:pt x="304" y="403"/>
                </a:cubicBezTo>
                <a:cubicBezTo>
                  <a:pt x="296" y="412"/>
                  <a:pt x="296" y="411"/>
                  <a:pt x="294" y="425"/>
                </a:cubicBezTo>
                <a:cubicBezTo>
                  <a:pt x="293" y="439"/>
                  <a:pt x="298" y="454"/>
                  <a:pt x="298" y="454"/>
                </a:cubicBezTo>
                <a:cubicBezTo>
                  <a:pt x="186" y="555"/>
                  <a:pt x="186" y="555"/>
                  <a:pt x="186" y="555"/>
                </a:cubicBezTo>
                <a:cubicBezTo>
                  <a:pt x="186" y="555"/>
                  <a:pt x="155" y="538"/>
                  <a:pt x="149" y="582"/>
                </a:cubicBezTo>
                <a:cubicBezTo>
                  <a:pt x="149" y="582"/>
                  <a:pt x="148" y="583"/>
                  <a:pt x="148" y="584"/>
                </a:cubicBezTo>
                <a:cubicBezTo>
                  <a:pt x="9" y="704"/>
                  <a:pt x="9" y="704"/>
                  <a:pt x="9" y="704"/>
                </a:cubicBezTo>
                <a:lnTo>
                  <a:pt x="0" y="717"/>
                </a:lnTo>
                <a:close/>
                <a:moveTo>
                  <a:pt x="214" y="239"/>
                </a:moveTo>
                <a:cubicBezTo>
                  <a:pt x="208" y="231"/>
                  <a:pt x="201" y="218"/>
                  <a:pt x="208" y="204"/>
                </a:cubicBezTo>
                <a:cubicBezTo>
                  <a:pt x="209" y="204"/>
                  <a:pt x="210" y="204"/>
                  <a:pt x="210" y="204"/>
                </a:cubicBezTo>
                <a:cubicBezTo>
                  <a:pt x="210" y="204"/>
                  <a:pt x="212" y="220"/>
                  <a:pt x="221" y="226"/>
                </a:cubicBezTo>
                <a:cubicBezTo>
                  <a:pt x="221" y="226"/>
                  <a:pt x="222" y="238"/>
                  <a:pt x="214" y="239"/>
                </a:cubicBezTo>
                <a:close/>
                <a:moveTo>
                  <a:pt x="459" y="546"/>
                </a:moveTo>
                <a:cubicBezTo>
                  <a:pt x="468" y="542"/>
                  <a:pt x="474" y="531"/>
                  <a:pt x="477" y="516"/>
                </a:cubicBezTo>
                <a:cubicBezTo>
                  <a:pt x="479" y="500"/>
                  <a:pt x="491" y="480"/>
                  <a:pt x="486" y="472"/>
                </a:cubicBezTo>
                <a:cubicBezTo>
                  <a:pt x="481" y="464"/>
                  <a:pt x="479" y="461"/>
                  <a:pt x="478" y="450"/>
                </a:cubicBezTo>
                <a:cubicBezTo>
                  <a:pt x="477" y="439"/>
                  <a:pt x="473" y="427"/>
                  <a:pt x="471" y="416"/>
                </a:cubicBezTo>
                <a:cubicBezTo>
                  <a:pt x="468" y="404"/>
                  <a:pt x="469" y="403"/>
                  <a:pt x="463" y="395"/>
                </a:cubicBezTo>
                <a:cubicBezTo>
                  <a:pt x="458" y="388"/>
                  <a:pt x="455" y="361"/>
                  <a:pt x="455" y="353"/>
                </a:cubicBezTo>
                <a:cubicBezTo>
                  <a:pt x="455" y="352"/>
                  <a:pt x="455" y="350"/>
                  <a:pt x="456" y="348"/>
                </a:cubicBezTo>
                <a:cubicBezTo>
                  <a:pt x="482" y="347"/>
                  <a:pt x="483" y="334"/>
                  <a:pt x="479" y="322"/>
                </a:cubicBezTo>
                <a:cubicBezTo>
                  <a:pt x="488" y="328"/>
                  <a:pt x="497" y="334"/>
                  <a:pt x="502" y="335"/>
                </a:cubicBezTo>
                <a:cubicBezTo>
                  <a:pt x="514" y="337"/>
                  <a:pt x="524" y="340"/>
                  <a:pt x="530" y="342"/>
                </a:cubicBezTo>
                <a:cubicBezTo>
                  <a:pt x="537" y="343"/>
                  <a:pt x="542" y="345"/>
                  <a:pt x="544" y="346"/>
                </a:cubicBezTo>
                <a:cubicBezTo>
                  <a:pt x="546" y="348"/>
                  <a:pt x="541" y="351"/>
                  <a:pt x="541" y="351"/>
                </a:cubicBezTo>
                <a:cubicBezTo>
                  <a:pt x="543" y="356"/>
                  <a:pt x="543" y="356"/>
                  <a:pt x="543" y="356"/>
                </a:cubicBezTo>
                <a:cubicBezTo>
                  <a:pt x="555" y="350"/>
                  <a:pt x="555" y="350"/>
                  <a:pt x="555" y="350"/>
                </a:cubicBezTo>
                <a:cubicBezTo>
                  <a:pt x="555" y="350"/>
                  <a:pt x="556" y="350"/>
                  <a:pt x="556" y="350"/>
                </a:cubicBezTo>
                <a:cubicBezTo>
                  <a:pt x="460" y="570"/>
                  <a:pt x="460" y="570"/>
                  <a:pt x="460" y="570"/>
                </a:cubicBezTo>
                <a:cubicBezTo>
                  <a:pt x="460" y="565"/>
                  <a:pt x="459" y="561"/>
                  <a:pt x="458" y="558"/>
                </a:cubicBezTo>
                <a:cubicBezTo>
                  <a:pt x="455" y="551"/>
                  <a:pt x="449" y="550"/>
                  <a:pt x="459" y="546"/>
                </a:cubicBezTo>
                <a:close/>
                <a:moveTo>
                  <a:pt x="410" y="657"/>
                </a:moveTo>
                <a:cubicBezTo>
                  <a:pt x="409" y="649"/>
                  <a:pt x="413" y="653"/>
                  <a:pt x="416" y="642"/>
                </a:cubicBezTo>
                <a:cubicBezTo>
                  <a:pt x="418" y="631"/>
                  <a:pt x="416" y="627"/>
                  <a:pt x="422" y="621"/>
                </a:cubicBezTo>
                <a:cubicBezTo>
                  <a:pt x="428" y="615"/>
                  <a:pt x="440" y="608"/>
                  <a:pt x="442" y="601"/>
                </a:cubicBezTo>
                <a:cubicBezTo>
                  <a:pt x="443" y="597"/>
                  <a:pt x="446" y="596"/>
                  <a:pt x="449" y="595"/>
                </a:cubicBezTo>
                <a:cubicBezTo>
                  <a:pt x="412" y="679"/>
                  <a:pt x="412" y="679"/>
                  <a:pt x="412" y="679"/>
                </a:cubicBezTo>
                <a:cubicBezTo>
                  <a:pt x="412" y="678"/>
                  <a:pt x="411" y="677"/>
                  <a:pt x="411" y="675"/>
                </a:cubicBezTo>
                <a:cubicBezTo>
                  <a:pt x="408" y="666"/>
                  <a:pt x="411" y="665"/>
                  <a:pt x="410" y="657"/>
                </a:cubicBezTo>
                <a:close/>
              </a:path>
            </a:pathLst>
          </a:custGeom>
          <a:solidFill>
            <a:srgbClr val="0E7CD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阿里巴巴普惠体 R"/>
              <a:cs typeface="+mn-cs"/>
            </a:endParaRPr>
          </a:p>
        </p:txBody>
      </p:sp>
      <p:sp>
        <p:nvSpPr>
          <p:cNvPr id="29" name="Freeform 9">
            <a:extLst>
              <a:ext uri="{FF2B5EF4-FFF2-40B4-BE49-F238E27FC236}">
                <a16:creationId xmlns:a16="http://schemas.microsoft.com/office/drawing/2014/main" id="{CDE091C0-AD87-C9DF-CA53-327EFEC385AD}"/>
              </a:ext>
            </a:extLst>
          </p:cNvPr>
          <p:cNvSpPr>
            <a:spLocks noEditPoints="1"/>
          </p:cNvSpPr>
          <p:nvPr/>
        </p:nvSpPr>
        <p:spPr bwMode="auto">
          <a:xfrm>
            <a:off x="5859560" y="5022252"/>
            <a:ext cx="304902" cy="390824"/>
          </a:xfrm>
          <a:custGeom>
            <a:avLst/>
            <a:gdLst>
              <a:gd name="T0" fmla="*/ 69 w 596"/>
              <a:gd name="T1" fmla="*/ 664 h 765"/>
              <a:gd name="T2" fmla="*/ 141 w 596"/>
              <a:gd name="T3" fmla="*/ 759 h 765"/>
              <a:gd name="T4" fmla="*/ 148 w 596"/>
              <a:gd name="T5" fmla="*/ 667 h 765"/>
              <a:gd name="T6" fmla="*/ 188 w 596"/>
              <a:gd name="T7" fmla="*/ 648 h 765"/>
              <a:gd name="T8" fmla="*/ 225 w 596"/>
              <a:gd name="T9" fmla="*/ 612 h 765"/>
              <a:gd name="T10" fmla="*/ 338 w 596"/>
              <a:gd name="T11" fmla="*/ 554 h 765"/>
              <a:gd name="T12" fmla="*/ 347 w 596"/>
              <a:gd name="T13" fmla="*/ 605 h 765"/>
              <a:gd name="T14" fmla="*/ 332 w 596"/>
              <a:gd name="T15" fmla="*/ 653 h 765"/>
              <a:gd name="T16" fmla="*/ 385 w 596"/>
              <a:gd name="T17" fmla="*/ 740 h 765"/>
              <a:gd name="T18" fmla="*/ 477 w 596"/>
              <a:gd name="T19" fmla="*/ 729 h 765"/>
              <a:gd name="T20" fmla="*/ 418 w 596"/>
              <a:gd name="T21" fmla="*/ 685 h 765"/>
              <a:gd name="T22" fmla="*/ 586 w 596"/>
              <a:gd name="T23" fmla="*/ 317 h 765"/>
              <a:gd name="T24" fmla="*/ 550 w 596"/>
              <a:gd name="T25" fmla="*/ 313 h 765"/>
              <a:gd name="T26" fmla="*/ 514 w 596"/>
              <a:gd name="T27" fmla="*/ 296 h 765"/>
              <a:gd name="T28" fmla="*/ 491 w 596"/>
              <a:gd name="T29" fmla="*/ 227 h 765"/>
              <a:gd name="T30" fmla="*/ 491 w 596"/>
              <a:gd name="T31" fmla="*/ 137 h 765"/>
              <a:gd name="T32" fmla="*/ 513 w 596"/>
              <a:gd name="T33" fmla="*/ 108 h 765"/>
              <a:gd name="T34" fmla="*/ 531 w 596"/>
              <a:gd name="T35" fmla="*/ 79 h 765"/>
              <a:gd name="T36" fmla="*/ 449 w 596"/>
              <a:gd name="T37" fmla="*/ 63 h 765"/>
              <a:gd name="T38" fmla="*/ 418 w 596"/>
              <a:gd name="T39" fmla="*/ 26 h 765"/>
              <a:gd name="T40" fmla="*/ 308 w 596"/>
              <a:gd name="T41" fmla="*/ 28 h 765"/>
              <a:gd name="T42" fmla="*/ 260 w 596"/>
              <a:gd name="T43" fmla="*/ 88 h 765"/>
              <a:gd name="T44" fmla="*/ 242 w 596"/>
              <a:gd name="T45" fmla="*/ 133 h 765"/>
              <a:gd name="T46" fmla="*/ 229 w 596"/>
              <a:gd name="T47" fmla="*/ 151 h 765"/>
              <a:gd name="T48" fmla="*/ 202 w 596"/>
              <a:gd name="T49" fmla="*/ 199 h 765"/>
              <a:gd name="T50" fmla="*/ 170 w 596"/>
              <a:gd name="T51" fmla="*/ 243 h 765"/>
              <a:gd name="T52" fmla="*/ 145 w 596"/>
              <a:gd name="T53" fmla="*/ 293 h 765"/>
              <a:gd name="T54" fmla="*/ 208 w 596"/>
              <a:gd name="T55" fmla="*/ 249 h 765"/>
              <a:gd name="T56" fmla="*/ 210 w 596"/>
              <a:gd name="T57" fmla="*/ 296 h 765"/>
              <a:gd name="T58" fmla="*/ 219 w 596"/>
              <a:gd name="T59" fmla="*/ 304 h 765"/>
              <a:gd name="T60" fmla="*/ 304 w 596"/>
              <a:gd name="T61" fmla="*/ 373 h 765"/>
              <a:gd name="T62" fmla="*/ 298 w 596"/>
              <a:gd name="T63" fmla="*/ 454 h 765"/>
              <a:gd name="T64" fmla="*/ 148 w 596"/>
              <a:gd name="T65" fmla="*/ 584 h 765"/>
              <a:gd name="T66" fmla="*/ 214 w 596"/>
              <a:gd name="T67" fmla="*/ 239 h 765"/>
              <a:gd name="T68" fmla="*/ 221 w 596"/>
              <a:gd name="T69" fmla="*/ 226 h 765"/>
              <a:gd name="T70" fmla="*/ 477 w 596"/>
              <a:gd name="T71" fmla="*/ 516 h 765"/>
              <a:gd name="T72" fmla="*/ 471 w 596"/>
              <a:gd name="T73" fmla="*/ 416 h 765"/>
              <a:gd name="T74" fmla="*/ 456 w 596"/>
              <a:gd name="T75" fmla="*/ 348 h 765"/>
              <a:gd name="T76" fmla="*/ 530 w 596"/>
              <a:gd name="T77" fmla="*/ 342 h 765"/>
              <a:gd name="T78" fmla="*/ 543 w 596"/>
              <a:gd name="T79" fmla="*/ 356 h 765"/>
              <a:gd name="T80" fmla="*/ 460 w 596"/>
              <a:gd name="T81" fmla="*/ 570 h 765"/>
              <a:gd name="T82" fmla="*/ 410 w 596"/>
              <a:gd name="T83" fmla="*/ 657 h 765"/>
              <a:gd name="T84" fmla="*/ 442 w 596"/>
              <a:gd name="T85" fmla="*/ 601 h 765"/>
              <a:gd name="T86" fmla="*/ 411 w 596"/>
              <a:gd name="T87" fmla="*/ 675 h 7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96" h="765">
                <a:moveTo>
                  <a:pt x="0" y="717"/>
                </a:moveTo>
                <a:cubicBezTo>
                  <a:pt x="14" y="709"/>
                  <a:pt x="14" y="709"/>
                  <a:pt x="14" y="709"/>
                </a:cubicBezTo>
                <a:cubicBezTo>
                  <a:pt x="69" y="664"/>
                  <a:pt x="69" y="664"/>
                  <a:pt x="69" y="664"/>
                </a:cubicBezTo>
                <a:cubicBezTo>
                  <a:pt x="69" y="664"/>
                  <a:pt x="83" y="692"/>
                  <a:pt x="87" y="699"/>
                </a:cubicBezTo>
                <a:cubicBezTo>
                  <a:pt x="91" y="707"/>
                  <a:pt x="93" y="717"/>
                  <a:pt x="100" y="728"/>
                </a:cubicBezTo>
                <a:cubicBezTo>
                  <a:pt x="107" y="740"/>
                  <a:pt x="126" y="754"/>
                  <a:pt x="141" y="759"/>
                </a:cubicBezTo>
                <a:cubicBezTo>
                  <a:pt x="156" y="765"/>
                  <a:pt x="162" y="748"/>
                  <a:pt x="159" y="732"/>
                </a:cubicBezTo>
                <a:cubicBezTo>
                  <a:pt x="155" y="715"/>
                  <a:pt x="143" y="703"/>
                  <a:pt x="143" y="695"/>
                </a:cubicBezTo>
                <a:cubicBezTo>
                  <a:pt x="144" y="687"/>
                  <a:pt x="145" y="674"/>
                  <a:pt x="148" y="667"/>
                </a:cubicBezTo>
                <a:cubicBezTo>
                  <a:pt x="151" y="660"/>
                  <a:pt x="157" y="658"/>
                  <a:pt x="161" y="656"/>
                </a:cubicBezTo>
                <a:cubicBezTo>
                  <a:pt x="165" y="654"/>
                  <a:pt x="169" y="657"/>
                  <a:pt x="175" y="654"/>
                </a:cubicBezTo>
                <a:cubicBezTo>
                  <a:pt x="181" y="652"/>
                  <a:pt x="187" y="652"/>
                  <a:pt x="188" y="648"/>
                </a:cubicBezTo>
                <a:cubicBezTo>
                  <a:pt x="188" y="643"/>
                  <a:pt x="207" y="635"/>
                  <a:pt x="204" y="633"/>
                </a:cubicBezTo>
                <a:cubicBezTo>
                  <a:pt x="202" y="630"/>
                  <a:pt x="210" y="630"/>
                  <a:pt x="216" y="623"/>
                </a:cubicBezTo>
                <a:cubicBezTo>
                  <a:pt x="223" y="615"/>
                  <a:pt x="219" y="614"/>
                  <a:pt x="225" y="612"/>
                </a:cubicBezTo>
                <a:cubicBezTo>
                  <a:pt x="231" y="610"/>
                  <a:pt x="245" y="609"/>
                  <a:pt x="251" y="607"/>
                </a:cubicBezTo>
                <a:cubicBezTo>
                  <a:pt x="256" y="606"/>
                  <a:pt x="334" y="555"/>
                  <a:pt x="334" y="555"/>
                </a:cubicBezTo>
                <a:cubicBezTo>
                  <a:pt x="334" y="555"/>
                  <a:pt x="346" y="553"/>
                  <a:pt x="338" y="554"/>
                </a:cubicBezTo>
                <a:cubicBezTo>
                  <a:pt x="329" y="555"/>
                  <a:pt x="356" y="547"/>
                  <a:pt x="354" y="558"/>
                </a:cubicBezTo>
                <a:cubicBezTo>
                  <a:pt x="352" y="570"/>
                  <a:pt x="356" y="570"/>
                  <a:pt x="356" y="584"/>
                </a:cubicBezTo>
                <a:cubicBezTo>
                  <a:pt x="357" y="598"/>
                  <a:pt x="355" y="603"/>
                  <a:pt x="347" y="605"/>
                </a:cubicBezTo>
                <a:cubicBezTo>
                  <a:pt x="339" y="608"/>
                  <a:pt x="330" y="615"/>
                  <a:pt x="331" y="622"/>
                </a:cubicBezTo>
                <a:cubicBezTo>
                  <a:pt x="333" y="629"/>
                  <a:pt x="338" y="639"/>
                  <a:pt x="334" y="642"/>
                </a:cubicBezTo>
                <a:cubicBezTo>
                  <a:pt x="331" y="644"/>
                  <a:pt x="329" y="646"/>
                  <a:pt x="332" y="653"/>
                </a:cubicBezTo>
                <a:cubicBezTo>
                  <a:pt x="336" y="660"/>
                  <a:pt x="340" y="671"/>
                  <a:pt x="338" y="678"/>
                </a:cubicBezTo>
                <a:cubicBezTo>
                  <a:pt x="335" y="685"/>
                  <a:pt x="329" y="712"/>
                  <a:pt x="338" y="738"/>
                </a:cubicBezTo>
                <a:cubicBezTo>
                  <a:pt x="338" y="738"/>
                  <a:pt x="377" y="744"/>
                  <a:pt x="385" y="740"/>
                </a:cubicBezTo>
                <a:cubicBezTo>
                  <a:pt x="385" y="740"/>
                  <a:pt x="391" y="740"/>
                  <a:pt x="399" y="741"/>
                </a:cubicBezTo>
                <a:cubicBezTo>
                  <a:pt x="400" y="741"/>
                  <a:pt x="400" y="741"/>
                  <a:pt x="401" y="741"/>
                </a:cubicBezTo>
                <a:cubicBezTo>
                  <a:pt x="411" y="742"/>
                  <a:pt x="477" y="744"/>
                  <a:pt x="477" y="729"/>
                </a:cubicBezTo>
                <a:cubicBezTo>
                  <a:pt x="476" y="714"/>
                  <a:pt x="474" y="709"/>
                  <a:pt x="459" y="701"/>
                </a:cubicBezTo>
                <a:cubicBezTo>
                  <a:pt x="444" y="693"/>
                  <a:pt x="434" y="696"/>
                  <a:pt x="423" y="689"/>
                </a:cubicBezTo>
                <a:cubicBezTo>
                  <a:pt x="421" y="687"/>
                  <a:pt x="419" y="686"/>
                  <a:pt x="418" y="685"/>
                </a:cubicBezTo>
                <a:cubicBezTo>
                  <a:pt x="565" y="352"/>
                  <a:pt x="565" y="352"/>
                  <a:pt x="565" y="352"/>
                </a:cubicBezTo>
                <a:cubicBezTo>
                  <a:pt x="569" y="352"/>
                  <a:pt x="572" y="352"/>
                  <a:pt x="575" y="349"/>
                </a:cubicBezTo>
                <a:cubicBezTo>
                  <a:pt x="575" y="349"/>
                  <a:pt x="595" y="330"/>
                  <a:pt x="586" y="317"/>
                </a:cubicBezTo>
                <a:cubicBezTo>
                  <a:pt x="586" y="317"/>
                  <a:pt x="596" y="315"/>
                  <a:pt x="584" y="305"/>
                </a:cubicBezTo>
                <a:cubicBezTo>
                  <a:pt x="584" y="305"/>
                  <a:pt x="572" y="294"/>
                  <a:pt x="571" y="307"/>
                </a:cubicBezTo>
                <a:cubicBezTo>
                  <a:pt x="571" y="307"/>
                  <a:pt x="561" y="307"/>
                  <a:pt x="550" y="313"/>
                </a:cubicBezTo>
                <a:cubicBezTo>
                  <a:pt x="539" y="319"/>
                  <a:pt x="545" y="315"/>
                  <a:pt x="541" y="309"/>
                </a:cubicBezTo>
                <a:cubicBezTo>
                  <a:pt x="538" y="304"/>
                  <a:pt x="536" y="297"/>
                  <a:pt x="530" y="300"/>
                </a:cubicBezTo>
                <a:cubicBezTo>
                  <a:pt x="524" y="303"/>
                  <a:pt x="517" y="301"/>
                  <a:pt x="514" y="296"/>
                </a:cubicBezTo>
                <a:cubicBezTo>
                  <a:pt x="512" y="291"/>
                  <a:pt x="518" y="279"/>
                  <a:pt x="509" y="280"/>
                </a:cubicBezTo>
                <a:cubicBezTo>
                  <a:pt x="500" y="280"/>
                  <a:pt x="504" y="278"/>
                  <a:pt x="499" y="266"/>
                </a:cubicBezTo>
                <a:cubicBezTo>
                  <a:pt x="494" y="254"/>
                  <a:pt x="491" y="227"/>
                  <a:pt x="491" y="227"/>
                </a:cubicBezTo>
                <a:cubicBezTo>
                  <a:pt x="491" y="227"/>
                  <a:pt x="483" y="218"/>
                  <a:pt x="485" y="203"/>
                </a:cubicBezTo>
                <a:cubicBezTo>
                  <a:pt x="487" y="188"/>
                  <a:pt x="489" y="154"/>
                  <a:pt x="487" y="146"/>
                </a:cubicBezTo>
                <a:cubicBezTo>
                  <a:pt x="487" y="146"/>
                  <a:pt x="494" y="142"/>
                  <a:pt x="491" y="137"/>
                </a:cubicBezTo>
                <a:cubicBezTo>
                  <a:pt x="491" y="137"/>
                  <a:pt x="512" y="140"/>
                  <a:pt x="504" y="131"/>
                </a:cubicBezTo>
                <a:cubicBezTo>
                  <a:pt x="504" y="131"/>
                  <a:pt x="512" y="125"/>
                  <a:pt x="508" y="118"/>
                </a:cubicBezTo>
                <a:cubicBezTo>
                  <a:pt x="503" y="112"/>
                  <a:pt x="516" y="111"/>
                  <a:pt x="513" y="108"/>
                </a:cubicBezTo>
                <a:cubicBezTo>
                  <a:pt x="518" y="102"/>
                  <a:pt x="518" y="102"/>
                  <a:pt x="518" y="102"/>
                </a:cubicBezTo>
                <a:cubicBezTo>
                  <a:pt x="518" y="102"/>
                  <a:pt x="526" y="99"/>
                  <a:pt x="524" y="96"/>
                </a:cubicBezTo>
                <a:cubicBezTo>
                  <a:pt x="524" y="96"/>
                  <a:pt x="537" y="102"/>
                  <a:pt x="531" y="79"/>
                </a:cubicBezTo>
                <a:cubicBezTo>
                  <a:pt x="531" y="79"/>
                  <a:pt x="549" y="54"/>
                  <a:pt x="518" y="31"/>
                </a:cubicBezTo>
                <a:cubicBezTo>
                  <a:pt x="518" y="31"/>
                  <a:pt x="491" y="0"/>
                  <a:pt x="467" y="25"/>
                </a:cubicBezTo>
                <a:cubicBezTo>
                  <a:pt x="467" y="25"/>
                  <a:pt x="446" y="34"/>
                  <a:pt x="449" y="63"/>
                </a:cubicBezTo>
                <a:cubicBezTo>
                  <a:pt x="449" y="63"/>
                  <a:pt x="435" y="63"/>
                  <a:pt x="440" y="78"/>
                </a:cubicBezTo>
                <a:cubicBezTo>
                  <a:pt x="440" y="78"/>
                  <a:pt x="434" y="75"/>
                  <a:pt x="430" y="78"/>
                </a:cubicBezTo>
                <a:cubicBezTo>
                  <a:pt x="430" y="78"/>
                  <a:pt x="429" y="34"/>
                  <a:pt x="418" y="26"/>
                </a:cubicBezTo>
                <a:cubicBezTo>
                  <a:pt x="418" y="26"/>
                  <a:pt x="426" y="9"/>
                  <a:pt x="407" y="14"/>
                </a:cubicBezTo>
                <a:cubicBezTo>
                  <a:pt x="407" y="14"/>
                  <a:pt x="372" y="1"/>
                  <a:pt x="347" y="10"/>
                </a:cubicBezTo>
                <a:cubicBezTo>
                  <a:pt x="322" y="20"/>
                  <a:pt x="315" y="18"/>
                  <a:pt x="308" y="28"/>
                </a:cubicBezTo>
                <a:cubicBezTo>
                  <a:pt x="301" y="39"/>
                  <a:pt x="292" y="57"/>
                  <a:pt x="286" y="68"/>
                </a:cubicBezTo>
                <a:cubicBezTo>
                  <a:pt x="279" y="79"/>
                  <a:pt x="278" y="81"/>
                  <a:pt x="272" y="84"/>
                </a:cubicBezTo>
                <a:cubicBezTo>
                  <a:pt x="266" y="88"/>
                  <a:pt x="264" y="81"/>
                  <a:pt x="260" y="88"/>
                </a:cubicBezTo>
                <a:cubicBezTo>
                  <a:pt x="257" y="94"/>
                  <a:pt x="263" y="100"/>
                  <a:pt x="260" y="104"/>
                </a:cubicBezTo>
                <a:cubicBezTo>
                  <a:pt x="256" y="108"/>
                  <a:pt x="253" y="109"/>
                  <a:pt x="248" y="116"/>
                </a:cubicBezTo>
                <a:cubicBezTo>
                  <a:pt x="243" y="124"/>
                  <a:pt x="240" y="129"/>
                  <a:pt x="242" y="133"/>
                </a:cubicBezTo>
                <a:cubicBezTo>
                  <a:pt x="242" y="133"/>
                  <a:pt x="240" y="135"/>
                  <a:pt x="239" y="139"/>
                </a:cubicBezTo>
                <a:cubicBezTo>
                  <a:pt x="239" y="144"/>
                  <a:pt x="241" y="148"/>
                  <a:pt x="237" y="149"/>
                </a:cubicBezTo>
                <a:cubicBezTo>
                  <a:pt x="233" y="151"/>
                  <a:pt x="232" y="148"/>
                  <a:pt x="229" y="151"/>
                </a:cubicBezTo>
                <a:cubicBezTo>
                  <a:pt x="227" y="155"/>
                  <a:pt x="229" y="157"/>
                  <a:pt x="221" y="166"/>
                </a:cubicBezTo>
                <a:cubicBezTo>
                  <a:pt x="212" y="174"/>
                  <a:pt x="203" y="190"/>
                  <a:pt x="202" y="198"/>
                </a:cubicBezTo>
                <a:cubicBezTo>
                  <a:pt x="202" y="198"/>
                  <a:pt x="202" y="199"/>
                  <a:pt x="202" y="199"/>
                </a:cubicBezTo>
                <a:cubicBezTo>
                  <a:pt x="200" y="203"/>
                  <a:pt x="199" y="208"/>
                  <a:pt x="198" y="212"/>
                </a:cubicBezTo>
                <a:cubicBezTo>
                  <a:pt x="197" y="214"/>
                  <a:pt x="197" y="215"/>
                  <a:pt x="197" y="215"/>
                </a:cubicBezTo>
                <a:cubicBezTo>
                  <a:pt x="193" y="218"/>
                  <a:pt x="177" y="230"/>
                  <a:pt x="170" y="243"/>
                </a:cubicBezTo>
                <a:cubicBezTo>
                  <a:pt x="161" y="259"/>
                  <a:pt x="139" y="286"/>
                  <a:pt x="135" y="294"/>
                </a:cubicBezTo>
                <a:cubicBezTo>
                  <a:pt x="130" y="301"/>
                  <a:pt x="105" y="324"/>
                  <a:pt x="104" y="334"/>
                </a:cubicBezTo>
                <a:cubicBezTo>
                  <a:pt x="104" y="334"/>
                  <a:pt x="132" y="305"/>
                  <a:pt x="145" y="293"/>
                </a:cubicBezTo>
                <a:cubicBezTo>
                  <a:pt x="157" y="281"/>
                  <a:pt x="193" y="237"/>
                  <a:pt x="196" y="229"/>
                </a:cubicBezTo>
                <a:cubicBezTo>
                  <a:pt x="196" y="229"/>
                  <a:pt x="198" y="222"/>
                  <a:pt x="201" y="232"/>
                </a:cubicBezTo>
                <a:cubicBezTo>
                  <a:pt x="202" y="238"/>
                  <a:pt x="205" y="244"/>
                  <a:pt x="208" y="249"/>
                </a:cubicBezTo>
                <a:cubicBezTo>
                  <a:pt x="208" y="249"/>
                  <a:pt x="208" y="249"/>
                  <a:pt x="208" y="250"/>
                </a:cubicBezTo>
                <a:cubicBezTo>
                  <a:pt x="202" y="258"/>
                  <a:pt x="206" y="256"/>
                  <a:pt x="204" y="264"/>
                </a:cubicBezTo>
                <a:cubicBezTo>
                  <a:pt x="202" y="271"/>
                  <a:pt x="202" y="287"/>
                  <a:pt x="210" y="296"/>
                </a:cubicBezTo>
                <a:cubicBezTo>
                  <a:pt x="219" y="305"/>
                  <a:pt x="176" y="360"/>
                  <a:pt x="170" y="394"/>
                </a:cubicBezTo>
                <a:cubicBezTo>
                  <a:pt x="170" y="394"/>
                  <a:pt x="185" y="371"/>
                  <a:pt x="196" y="356"/>
                </a:cubicBezTo>
                <a:cubicBezTo>
                  <a:pt x="206" y="340"/>
                  <a:pt x="219" y="317"/>
                  <a:pt x="219" y="304"/>
                </a:cubicBezTo>
                <a:cubicBezTo>
                  <a:pt x="219" y="304"/>
                  <a:pt x="225" y="303"/>
                  <a:pt x="232" y="312"/>
                </a:cubicBezTo>
                <a:cubicBezTo>
                  <a:pt x="239" y="321"/>
                  <a:pt x="288" y="346"/>
                  <a:pt x="300" y="329"/>
                </a:cubicBezTo>
                <a:cubicBezTo>
                  <a:pt x="300" y="329"/>
                  <a:pt x="301" y="356"/>
                  <a:pt x="304" y="373"/>
                </a:cubicBezTo>
                <a:cubicBezTo>
                  <a:pt x="307" y="390"/>
                  <a:pt x="312" y="393"/>
                  <a:pt x="304" y="403"/>
                </a:cubicBezTo>
                <a:cubicBezTo>
                  <a:pt x="296" y="412"/>
                  <a:pt x="296" y="411"/>
                  <a:pt x="294" y="425"/>
                </a:cubicBezTo>
                <a:cubicBezTo>
                  <a:pt x="293" y="439"/>
                  <a:pt x="298" y="454"/>
                  <a:pt x="298" y="454"/>
                </a:cubicBezTo>
                <a:cubicBezTo>
                  <a:pt x="186" y="555"/>
                  <a:pt x="186" y="555"/>
                  <a:pt x="186" y="555"/>
                </a:cubicBezTo>
                <a:cubicBezTo>
                  <a:pt x="186" y="555"/>
                  <a:pt x="155" y="538"/>
                  <a:pt x="149" y="582"/>
                </a:cubicBezTo>
                <a:cubicBezTo>
                  <a:pt x="149" y="582"/>
                  <a:pt x="148" y="583"/>
                  <a:pt x="148" y="584"/>
                </a:cubicBezTo>
                <a:cubicBezTo>
                  <a:pt x="9" y="704"/>
                  <a:pt x="9" y="704"/>
                  <a:pt x="9" y="704"/>
                </a:cubicBezTo>
                <a:lnTo>
                  <a:pt x="0" y="717"/>
                </a:lnTo>
                <a:close/>
                <a:moveTo>
                  <a:pt x="214" y="239"/>
                </a:moveTo>
                <a:cubicBezTo>
                  <a:pt x="208" y="231"/>
                  <a:pt x="201" y="218"/>
                  <a:pt x="208" y="204"/>
                </a:cubicBezTo>
                <a:cubicBezTo>
                  <a:pt x="209" y="204"/>
                  <a:pt x="210" y="204"/>
                  <a:pt x="210" y="204"/>
                </a:cubicBezTo>
                <a:cubicBezTo>
                  <a:pt x="210" y="204"/>
                  <a:pt x="212" y="220"/>
                  <a:pt x="221" y="226"/>
                </a:cubicBezTo>
                <a:cubicBezTo>
                  <a:pt x="221" y="226"/>
                  <a:pt x="222" y="238"/>
                  <a:pt x="214" y="239"/>
                </a:cubicBezTo>
                <a:close/>
                <a:moveTo>
                  <a:pt x="459" y="546"/>
                </a:moveTo>
                <a:cubicBezTo>
                  <a:pt x="468" y="542"/>
                  <a:pt x="474" y="531"/>
                  <a:pt x="477" y="516"/>
                </a:cubicBezTo>
                <a:cubicBezTo>
                  <a:pt x="479" y="500"/>
                  <a:pt x="491" y="480"/>
                  <a:pt x="486" y="472"/>
                </a:cubicBezTo>
                <a:cubicBezTo>
                  <a:pt x="481" y="464"/>
                  <a:pt x="479" y="461"/>
                  <a:pt x="478" y="450"/>
                </a:cubicBezTo>
                <a:cubicBezTo>
                  <a:pt x="477" y="439"/>
                  <a:pt x="473" y="427"/>
                  <a:pt x="471" y="416"/>
                </a:cubicBezTo>
                <a:cubicBezTo>
                  <a:pt x="468" y="404"/>
                  <a:pt x="469" y="403"/>
                  <a:pt x="463" y="395"/>
                </a:cubicBezTo>
                <a:cubicBezTo>
                  <a:pt x="458" y="388"/>
                  <a:pt x="455" y="361"/>
                  <a:pt x="455" y="353"/>
                </a:cubicBezTo>
                <a:cubicBezTo>
                  <a:pt x="455" y="352"/>
                  <a:pt x="455" y="350"/>
                  <a:pt x="456" y="348"/>
                </a:cubicBezTo>
                <a:cubicBezTo>
                  <a:pt x="482" y="347"/>
                  <a:pt x="483" y="334"/>
                  <a:pt x="479" y="322"/>
                </a:cubicBezTo>
                <a:cubicBezTo>
                  <a:pt x="488" y="328"/>
                  <a:pt x="497" y="334"/>
                  <a:pt x="502" y="335"/>
                </a:cubicBezTo>
                <a:cubicBezTo>
                  <a:pt x="514" y="337"/>
                  <a:pt x="524" y="340"/>
                  <a:pt x="530" y="342"/>
                </a:cubicBezTo>
                <a:cubicBezTo>
                  <a:pt x="537" y="343"/>
                  <a:pt x="542" y="345"/>
                  <a:pt x="544" y="346"/>
                </a:cubicBezTo>
                <a:cubicBezTo>
                  <a:pt x="546" y="348"/>
                  <a:pt x="541" y="351"/>
                  <a:pt x="541" y="351"/>
                </a:cubicBezTo>
                <a:cubicBezTo>
                  <a:pt x="543" y="356"/>
                  <a:pt x="543" y="356"/>
                  <a:pt x="543" y="356"/>
                </a:cubicBezTo>
                <a:cubicBezTo>
                  <a:pt x="555" y="350"/>
                  <a:pt x="555" y="350"/>
                  <a:pt x="555" y="350"/>
                </a:cubicBezTo>
                <a:cubicBezTo>
                  <a:pt x="555" y="350"/>
                  <a:pt x="556" y="350"/>
                  <a:pt x="556" y="350"/>
                </a:cubicBezTo>
                <a:cubicBezTo>
                  <a:pt x="460" y="570"/>
                  <a:pt x="460" y="570"/>
                  <a:pt x="460" y="570"/>
                </a:cubicBezTo>
                <a:cubicBezTo>
                  <a:pt x="460" y="565"/>
                  <a:pt x="459" y="561"/>
                  <a:pt x="458" y="558"/>
                </a:cubicBezTo>
                <a:cubicBezTo>
                  <a:pt x="455" y="551"/>
                  <a:pt x="449" y="550"/>
                  <a:pt x="459" y="546"/>
                </a:cubicBezTo>
                <a:close/>
                <a:moveTo>
                  <a:pt x="410" y="657"/>
                </a:moveTo>
                <a:cubicBezTo>
                  <a:pt x="409" y="649"/>
                  <a:pt x="413" y="653"/>
                  <a:pt x="416" y="642"/>
                </a:cubicBezTo>
                <a:cubicBezTo>
                  <a:pt x="418" y="631"/>
                  <a:pt x="416" y="627"/>
                  <a:pt x="422" y="621"/>
                </a:cubicBezTo>
                <a:cubicBezTo>
                  <a:pt x="428" y="615"/>
                  <a:pt x="440" y="608"/>
                  <a:pt x="442" y="601"/>
                </a:cubicBezTo>
                <a:cubicBezTo>
                  <a:pt x="443" y="597"/>
                  <a:pt x="446" y="596"/>
                  <a:pt x="449" y="595"/>
                </a:cubicBezTo>
                <a:cubicBezTo>
                  <a:pt x="412" y="679"/>
                  <a:pt x="412" y="679"/>
                  <a:pt x="412" y="679"/>
                </a:cubicBezTo>
                <a:cubicBezTo>
                  <a:pt x="412" y="678"/>
                  <a:pt x="411" y="677"/>
                  <a:pt x="411" y="675"/>
                </a:cubicBezTo>
                <a:cubicBezTo>
                  <a:pt x="408" y="666"/>
                  <a:pt x="411" y="665"/>
                  <a:pt x="410" y="657"/>
                </a:cubicBezTo>
                <a:close/>
              </a:path>
            </a:pathLst>
          </a:custGeom>
          <a:solidFill>
            <a:srgbClr val="0E7CD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阿里巴巴普惠体 R"/>
              <a:cs typeface="+mn-cs"/>
            </a:endParaRPr>
          </a:p>
        </p:txBody>
      </p:sp>
      <p:sp>
        <p:nvSpPr>
          <p:cNvPr id="30" name="Freeform 13">
            <a:extLst>
              <a:ext uri="{FF2B5EF4-FFF2-40B4-BE49-F238E27FC236}">
                <a16:creationId xmlns:a16="http://schemas.microsoft.com/office/drawing/2014/main" id="{52CD2B51-69FD-402B-8252-5977F8C15B7A}"/>
              </a:ext>
            </a:extLst>
          </p:cNvPr>
          <p:cNvSpPr>
            <a:spLocks noEditPoints="1"/>
          </p:cNvSpPr>
          <p:nvPr/>
        </p:nvSpPr>
        <p:spPr bwMode="auto">
          <a:xfrm>
            <a:off x="8962450" y="3714548"/>
            <a:ext cx="241003" cy="349895"/>
          </a:xfrm>
          <a:custGeom>
            <a:avLst/>
            <a:gdLst>
              <a:gd name="T0" fmla="*/ 513 w 518"/>
              <a:gd name="T1" fmla="*/ 640 h 712"/>
              <a:gd name="T2" fmla="*/ 352 w 518"/>
              <a:gd name="T3" fmla="*/ 212 h 712"/>
              <a:gd name="T4" fmla="*/ 358 w 518"/>
              <a:gd name="T5" fmla="*/ 195 h 712"/>
              <a:gd name="T6" fmla="*/ 357 w 518"/>
              <a:gd name="T7" fmla="*/ 178 h 712"/>
              <a:gd name="T8" fmla="*/ 333 w 518"/>
              <a:gd name="T9" fmla="*/ 164 h 712"/>
              <a:gd name="T10" fmla="*/ 303 w 518"/>
              <a:gd name="T11" fmla="*/ 192 h 712"/>
              <a:gd name="T12" fmla="*/ 292 w 518"/>
              <a:gd name="T13" fmla="*/ 121 h 712"/>
              <a:gd name="T14" fmla="*/ 312 w 518"/>
              <a:gd name="T15" fmla="*/ 104 h 712"/>
              <a:gd name="T16" fmla="*/ 330 w 518"/>
              <a:gd name="T17" fmla="*/ 84 h 712"/>
              <a:gd name="T18" fmla="*/ 345 w 518"/>
              <a:gd name="T19" fmla="*/ 62 h 712"/>
              <a:gd name="T20" fmla="*/ 274 w 518"/>
              <a:gd name="T21" fmla="*/ 14 h 712"/>
              <a:gd name="T22" fmla="*/ 211 w 518"/>
              <a:gd name="T23" fmla="*/ 87 h 712"/>
              <a:gd name="T24" fmla="*/ 169 w 518"/>
              <a:gd name="T25" fmla="*/ 71 h 712"/>
              <a:gd name="T26" fmla="*/ 104 w 518"/>
              <a:gd name="T27" fmla="*/ 52 h 712"/>
              <a:gd name="T28" fmla="*/ 32 w 518"/>
              <a:gd name="T29" fmla="*/ 97 h 712"/>
              <a:gd name="T30" fmla="*/ 39 w 518"/>
              <a:gd name="T31" fmla="*/ 152 h 712"/>
              <a:gd name="T32" fmla="*/ 0 w 518"/>
              <a:gd name="T33" fmla="*/ 296 h 712"/>
              <a:gd name="T34" fmla="*/ 27 w 518"/>
              <a:gd name="T35" fmla="*/ 241 h 712"/>
              <a:gd name="T36" fmla="*/ 11 w 518"/>
              <a:gd name="T37" fmla="*/ 359 h 712"/>
              <a:gd name="T38" fmla="*/ 47 w 518"/>
              <a:gd name="T39" fmla="*/ 192 h 712"/>
              <a:gd name="T40" fmla="*/ 51 w 518"/>
              <a:gd name="T41" fmla="*/ 233 h 712"/>
              <a:gd name="T42" fmla="*/ 50 w 518"/>
              <a:gd name="T43" fmla="*/ 269 h 712"/>
              <a:gd name="T44" fmla="*/ 52 w 518"/>
              <a:gd name="T45" fmla="*/ 322 h 712"/>
              <a:gd name="T46" fmla="*/ 119 w 518"/>
              <a:gd name="T47" fmla="*/ 398 h 712"/>
              <a:gd name="T48" fmla="*/ 159 w 518"/>
              <a:gd name="T49" fmla="*/ 392 h 712"/>
              <a:gd name="T50" fmla="*/ 149 w 518"/>
              <a:gd name="T51" fmla="*/ 430 h 712"/>
              <a:gd name="T52" fmla="*/ 178 w 518"/>
              <a:gd name="T53" fmla="*/ 436 h 712"/>
              <a:gd name="T54" fmla="*/ 196 w 518"/>
              <a:gd name="T55" fmla="*/ 506 h 712"/>
              <a:gd name="T56" fmla="*/ 196 w 518"/>
              <a:gd name="T57" fmla="*/ 529 h 712"/>
              <a:gd name="T58" fmla="*/ 112 w 518"/>
              <a:gd name="T59" fmla="*/ 596 h 712"/>
              <a:gd name="T60" fmla="*/ 35 w 518"/>
              <a:gd name="T61" fmla="*/ 632 h 712"/>
              <a:gd name="T62" fmla="*/ 82 w 518"/>
              <a:gd name="T63" fmla="*/ 706 h 712"/>
              <a:gd name="T64" fmla="*/ 129 w 518"/>
              <a:gd name="T65" fmla="*/ 694 h 712"/>
              <a:gd name="T66" fmla="*/ 114 w 518"/>
              <a:gd name="T67" fmla="*/ 650 h 712"/>
              <a:gd name="T68" fmla="*/ 183 w 518"/>
              <a:gd name="T69" fmla="*/ 604 h 712"/>
              <a:gd name="T70" fmla="*/ 257 w 518"/>
              <a:gd name="T71" fmla="*/ 558 h 712"/>
              <a:gd name="T72" fmla="*/ 276 w 518"/>
              <a:gd name="T73" fmla="*/ 538 h 712"/>
              <a:gd name="T74" fmla="*/ 275 w 518"/>
              <a:gd name="T75" fmla="*/ 640 h 712"/>
              <a:gd name="T76" fmla="*/ 263 w 518"/>
              <a:gd name="T77" fmla="*/ 681 h 712"/>
              <a:gd name="T78" fmla="*/ 314 w 518"/>
              <a:gd name="T79" fmla="*/ 694 h 712"/>
              <a:gd name="T80" fmla="*/ 375 w 518"/>
              <a:gd name="T81" fmla="*/ 674 h 712"/>
              <a:gd name="T82" fmla="*/ 334 w 518"/>
              <a:gd name="T83" fmla="*/ 662 h 712"/>
              <a:gd name="T84" fmla="*/ 333 w 518"/>
              <a:gd name="T85" fmla="*/ 513 h 712"/>
              <a:gd name="T86" fmla="*/ 327 w 518"/>
              <a:gd name="T87" fmla="*/ 476 h 712"/>
              <a:gd name="T88" fmla="*/ 322 w 518"/>
              <a:gd name="T89" fmla="*/ 342 h 712"/>
              <a:gd name="T90" fmla="*/ 381 w 518"/>
              <a:gd name="T91" fmla="*/ 356 h 712"/>
              <a:gd name="T92" fmla="*/ 489 w 518"/>
              <a:gd name="T93" fmla="*/ 652 h 712"/>
              <a:gd name="T94" fmla="*/ 393 w 518"/>
              <a:gd name="T95" fmla="*/ 343 h 712"/>
              <a:gd name="T96" fmla="*/ 324 w 518"/>
              <a:gd name="T97" fmla="*/ 314 h 712"/>
              <a:gd name="T98" fmla="*/ 292 w 518"/>
              <a:gd name="T99" fmla="*/ 225 h 712"/>
              <a:gd name="T100" fmla="*/ 332 w 518"/>
              <a:gd name="T101" fmla="*/ 217 h 712"/>
              <a:gd name="T102" fmla="*/ 381 w 518"/>
              <a:gd name="T103" fmla="*/ 313 h 7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18" h="712">
                <a:moveTo>
                  <a:pt x="393" y="343"/>
                </a:moveTo>
                <a:cubicBezTo>
                  <a:pt x="513" y="640"/>
                  <a:pt x="513" y="640"/>
                  <a:pt x="513" y="640"/>
                </a:cubicBezTo>
                <a:cubicBezTo>
                  <a:pt x="518" y="636"/>
                  <a:pt x="518" y="636"/>
                  <a:pt x="518" y="636"/>
                </a:cubicBezTo>
                <a:cubicBezTo>
                  <a:pt x="352" y="212"/>
                  <a:pt x="352" y="212"/>
                  <a:pt x="352" y="212"/>
                </a:cubicBezTo>
                <a:cubicBezTo>
                  <a:pt x="355" y="211"/>
                  <a:pt x="357" y="210"/>
                  <a:pt x="357" y="210"/>
                </a:cubicBezTo>
                <a:cubicBezTo>
                  <a:pt x="362" y="207"/>
                  <a:pt x="356" y="196"/>
                  <a:pt x="358" y="195"/>
                </a:cubicBezTo>
                <a:cubicBezTo>
                  <a:pt x="360" y="194"/>
                  <a:pt x="355" y="188"/>
                  <a:pt x="357" y="187"/>
                </a:cubicBezTo>
                <a:cubicBezTo>
                  <a:pt x="358" y="186"/>
                  <a:pt x="358" y="182"/>
                  <a:pt x="357" y="178"/>
                </a:cubicBezTo>
                <a:cubicBezTo>
                  <a:pt x="356" y="174"/>
                  <a:pt x="345" y="171"/>
                  <a:pt x="345" y="171"/>
                </a:cubicBezTo>
                <a:cubicBezTo>
                  <a:pt x="344" y="157"/>
                  <a:pt x="333" y="164"/>
                  <a:pt x="333" y="164"/>
                </a:cubicBezTo>
                <a:cubicBezTo>
                  <a:pt x="325" y="167"/>
                  <a:pt x="325" y="173"/>
                  <a:pt x="325" y="173"/>
                </a:cubicBezTo>
                <a:cubicBezTo>
                  <a:pt x="312" y="175"/>
                  <a:pt x="303" y="192"/>
                  <a:pt x="303" y="192"/>
                </a:cubicBezTo>
                <a:cubicBezTo>
                  <a:pt x="303" y="182"/>
                  <a:pt x="285" y="143"/>
                  <a:pt x="280" y="132"/>
                </a:cubicBezTo>
                <a:cubicBezTo>
                  <a:pt x="275" y="122"/>
                  <a:pt x="278" y="120"/>
                  <a:pt x="292" y="121"/>
                </a:cubicBezTo>
                <a:cubicBezTo>
                  <a:pt x="306" y="123"/>
                  <a:pt x="308" y="111"/>
                  <a:pt x="308" y="111"/>
                </a:cubicBezTo>
                <a:cubicBezTo>
                  <a:pt x="310" y="111"/>
                  <a:pt x="312" y="104"/>
                  <a:pt x="312" y="104"/>
                </a:cubicBezTo>
                <a:cubicBezTo>
                  <a:pt x="315" y="106"/>
                  <a:pt x="319" y="98"/>
                  <a:pt x="319" y="98"/>
                </a:cubicBezTo>
                <a:cubicBezTo>
                  <a:pt x="331" y="104"/>
                  <a:pt x="330" y="90"/>
                  <a:pt x="330" y="84"/>
                </a:cubicBezTo>
                <a:cubicBezTo>
                  <a:pt x="330" y="78"/>
                  <a:pt x="334" y="69"/>
                  <a:pt x="334" y="69"/>
                </a:cubicBezTo>
                <a:cubicBezTo>
                  <a:pt x="340" y="68"/>
                  <a:pt x="342" y="69"/>
                  <a:pt x="345" y="62"/>
                </a:cubicBezTo>
                <a:cubicBezTo>
                  <a:pt x="348" y="54"/>
                  <a:pt x="333" y="42"/>
                  <a:pt x="333" y="42"/>
                </a:cubicBezTo>
                <a:cubicBezTo>
                  <a:pt x="313" y="0"/>
                  <a:pt x="274" y="14"/>
                  <a:pt x="274" y="14"/>
                </a:cubicBezTo>
                <a:cubicBezTo>
                  <a:pt x="240" y="22"/>
                  <a:pt x="244" y="64"/>
                  <a:pt x="244" y="64"/>
                </a:cubicBezTo>
                <a:cubicBezTo>
                  <a:pt x="244" y="64"/>
                  <a:pt x="223" y="82"/>
                  <a:pt x="211" y="87"/>
                </a:cubicBezTo>
                <a:cubicBezTo>
                  <a:pt x="198" y="92"/>
                  <a:pt x="188" y="92"/>
                  <a:pt x="188" y="87"/>
                </a:cubicBezTo>
                <a:cubicBezTo>
                  <a:pt x="188" y="83"/>
                  <a:pt x="176" y="76"/>
                  <a:pt x="169" y="71"/>
                </a:cubicBezTo>
                <a:cubicBezTo>
                  <a:pt x="163" y="66"/>
                  <a:pt x="146" y="57"/>
                  <a:pt x="136" y="59"/>
                </a:cubicBezTo>
                <a:cubicBezTo>
                  <a:pt x="126" y="60"/>
                  <a:pt x="117" y="55"/>
                  <a:pt x="104" y="52"/>
                </a:cubicBezTo>
                <a:cubicBezTo>
                  <a:pt x="91" y="48"/>
                  <a:pt x="86" y="47"/>
                  <a:pt x="71" y="57"/>
                </a:cubicBezTo>
                <a:cubicBezTo>
                  <a:pt x="55" y="67"/>
                  <a:pt x="39" y="86"/>
                  <a:pt x="32" y="97"/>
                </a:cubicBezTo>
                <a:cubicBezTo>
                  <a:pt x="26" y="108"/>
                  <a:pt x="30" y="139"/>
                  <a:pt x="31" y="142"/>
                </a:cubicBezTo>
                <a:cubicBezTo>
                  <a:pt x="33" y="145"/>
                  <a:pt x="39" y="152"/>
                  <a:pt x="39" y="152"/>
                </a:cubicBezTo>
                <a:cubicBezTo>
                  <a:pt x="37" y="177"/>
                  <a:pt x="26" y="231"/>
                  <a:pt x="26" y="231"/>
                </a:cubicBezTo>
                <a:cubicBezTo>
                  <a:pt x="0" y="263"/>
                  <a:pt x="0" y="296"/>
                  <a:pt x="0" y="296"/>
                </a:cubicBezTo>
                <a:cubicBezTo>
                  <a:pt x="4" y="297"/>
                  <a:pt x="4" y="297"/>
                  <a:pt x="4" y="297"/>
                </a:cubicBezTo>
                <a:cubicBezTo>
                  <a:pt x="6" y="270"/>
                  <a:pt x="27" y="241"/>
                  <a:pt x="27" y="241"/>
                </a:cubicBezTo>
                <a:cubicBezTo>
                  <a:pt x="27" y="274"/>
                  <a:pt x="6" y="356"/>
                  <a:pt x="6" y="356"/>
                </a:cubicBezTo>
                <a:cubicBezTo>
                  <a:pt x="11" y="359"/>
                  <a:pt x="11" y="359"/>
                  <a:pt x="11" y="359"/>
                </a:cubicBezTo>
                <a:cubicBezTo>
                  <a:pt x="25" y="339"/>
                  <a:pt x="44" y="159"/>
                  <a:pt x="44" y="159"/>
                </a:cubicBezTo>
                <a:cubicBezTo>
                  <a:pt x="49" y="163"/>
                  <a:pt x="50" y="182"/>
                  <a:pt x="47" y="192"/>
                </a:cubicBezTo>
                <a:cubicBezTo>
                  <a:pt x="44" y="202"/>
                  <a:pt x="53" y="212"/>
                  <a:pt x="53" y="212"/>
                </a:cubicBezTo>
                <a:cubicBezTo>
                  <a:pt x="53" y="212"/>
                  <a:pt x="58" y="228"/>
                  <a:pt x="51" y="233"/>
                </a:cubicBezTo>
                <a:cubicBezTo>
                  <a:pt x="44" y="238"/>
                  <a:pt x="51" y="251"/>
                  <a:pt x="51" y="251"/>
                </a:cubicBezTo>
                <a:cubicBezTo>
                  <a:pt x="51" y="251"/>
                  <a:pt x="55" y="260"/>
                  <a:pt x="50" y="269"/>
                </a:cubicBezTo>
                <a:cubicBezTo>
                  <a:pt x="46" y="278"/>
                  <a:pt x="51" y="286"/>
                  <a:pt x="51" y="292"/>
                </a:cubicBezTo>
                <a:cubicBezTo>
                  <a:pt x="52" y="298"/>
                  <a:pt x="52" y="301"/>
                  <a:pt x="52" y="322"/>
                </a:cubicBezTo>
                <a:cubicBezTo>
                  <a:pt x="51" y="343"/>
                  <a:pt x="47" y="343"/>
                  <a:pt x="57" y="358"/>
                </a:cubicBezTo>
                <a:cubicBezTo>
                  <a:pt x="66" y="372"/>
                  <a:pt x="99" y="395"/>
                  <a:pt x="119" y="398"/>
                </a:cubicBezTo>
                <a:cubicBezTo>
                  <a:pt x="138" y="401"/>
                  <a:pt x="149" y="390"/>
                  <a:pt x="154" y="386"/>
                </a:cubicBezTo>
                <a:cubicBezTo>
                  <a:pt x="160" y="383"/>
                  <a:pt x="159" y="392"/>
                  <a:pt x="159" y="392"/>
                </a:cubicBezTo>
                <a:cubicBezTo>
                  <a:pt x="152" y="397"/>
                  <a:pt x="146" y="411"/>
                  <a:pt x="141" y="423"/>
                </a:cubicBezTo>
                <a:cubicBezTo>
                  <a:pt x="136" y="436"/>
                  <a:pt x="149" y="430"/>
                  <a:pt x="149" y="430"/>
                </a:cubicBezTo>
                <a:cubicBezTo>
                  <a:pt x="162" y="408"/>
                  <a:pt x="162" y="408"/>
                  <a:pt x="162" y="408"/>
                </a:cubicBezTo>
                <a:cubicBezTo>
                  <a:pt x="162" y="411"/>
                  <a:pt x="169" y="416"/>
                  <a:pt x="178" y="436"/>
                </a:cubicBezTo>
                <a:cubicBezTo>
                  <a:pt x="186" y="457"/>
                  <a:pt x="193" y="490"/>
                  <a:pt x="192" y="497"/>
                </a:cubicBezTo>
                <a:cubicBezTo>
                  <a:pt x="191" y="505"/>
                  <a:pt x="196" y="506"/>
                  <a:pt x="196" y="506"/>
                </a:cubicBezTo>
                <a:cubicBezTo>
                  <a:pt x="204" y="506"/>
                  <a:pt x="204" y="506"/>
                  <a:pt x="204" y="506"/>
                </a:cubicBezTo>
                <a:cubicBezTo>
                  <a:pt x="208" y="512"/>
                  <a:pt x="204" y="524"/>
                  <a:pt x="196" y="529"/>
                </a:cubicBezTo>
                <a:cubicBezTo>
                  <a:pt x="188" y="535"/>
                  <a:pt x="177" y="540"/>
                  <a:pt x="154" y="553"/>
                </a:cubicBezTo>
                <a:cubicBezTo>
                  <a:pt x="131" y="565"/>
                  <a:pt x="112" y="596"/>
                  <a:pt x="112" y="596"/>
                </a:cubicBezTo>
                <a:cubicBezTo>
                  <a:pt x="101" y="607"/>
                  <a:pt x="84" y="617"/>
                  <a:pt x="79" y="619"/>
                </a:cubicBezTo>
                <a:cubicBezTo>
                  <a:pt x="73" y="620"/>
                  <a:pt x="54" y="624"/>
                  <a:pt x="35" y="632"/>
                </a:cubicBezTo>
                <a:cubicBezTo>
                  <a:pt x="16" y="641"/>
                  <a:pt x="34" y="660"/>
                  <a:pt x="34" y="660"/>
                </a:cubicBezTo>
                <a:cubicBezTo>
                  <a:pt x="41" y="661"/>
                  <a:pt x="76" y="700"/>
                  <a:pt x="82" y="706"/>
                </a:cubicBezTo>
                <a:cubicBezTo>
                  <a:pt x="89" y="712"/>
                  <a:pt x="113" y="709"/>
                  <a:pt x="127" y="709"/>
                </a:cubicBezTo>
                <a:cubicBezTo>
                  <a:pt x="140" y="708"/>
                  <a:pt x="134" y="696"/>
                  <a:pt x="129" y="694"/>
                </a:cubicBezTo>
                <a:cubicBezTo>
                  <a:pt x="123" y="691"/>
                  <a:pt x="114" y="695"/>
                  <a:pt x="115" y="690"/>
                </a:cubicBezTo>
                <a:cubicBezTo>
                  <a:pt x="116" y="685"/>
                  <a:pt x="106" y="661"/>
                  <a:pt x="114" y="650"/>
                </a:cubicBezTo>
                <a:cubicBezTo>
                  <a:pt x="122" y="639"/>
                  <a:pt x="131" y="639"/>
                  <a:pt x="140" y="629"/>
                </a:cubicBezTo>
                <a:cubicBezTo>
                  <a:pt x="149" y="619"/>
                  <a:pt x="176" y="612"/>
                  <a:pt x="183" y="604"/>
                </a:cubicBezTo>
                <a:cubicBezTo>
                  <a:pt x="191" y="597"/>
                  <a:pt x="199" y="590"/>
                  <a:pt x="213" y="582"/>
                </a:cubicBezTo>
                <a:cubicBezTo>
                  <a:pt x="226" y="574"/>
                  <a:pt x="244" y="565"/>
                  <a:pt x="257" y="558"/>
                </a:cubicBezTo>
                <a:cubicBezTo>
                  <a:pt x="270" y="551"/>
                  <a:pt x="270" y="525"/>
                  <a:pt x="270" y="525"/>
                </a:cubicBezTo>
                <a:cubicBezTo>
                  <a:pt x="272" y="527"/>
                  <a:pt x="276" y="538"/>
                  <a:pt x="276" y="538"/>
                </a:cubicBezTo>
                <a:cubicBezTo>
                  <a:pt x="260" y="581"/>
                  <a:pt x="275" y="603"/>
                  <a:pt x="275" y="603"/>
                </a:cubicBezTo>
                <a:cubicBezTo>
                  <a:pt x="286" y="645"/>
                  <a:pt x="277" y="624"/>
                  <a:pt x="275" y="640"/>
                </a:cubicBezTo>
                <a:cubicBezTo>
                  <a:pt x="273" y="656"/>
                  <a:pt x="265" y="651"/>
                  <a:pt x="264" y="659"/>
                </a:cubicBezTo>
                <a:cubicBezTo>
                  <a:pt x="262" y="666"/>
                  <a:pt x="266" y="665"/>
                  <a:pt x="263" y="681"/>
                </a:cubicBezTo>
                <a:cubicBezTo>
                  <a:pt x="260" y="697"/>
                  <a:pt x="279" y="696"/>
                  <a:pt x="287" y="694"/>
                </a:cubicBezTo>
                <a:cubicBezTo>
                  <a:pt x="296" y="692"/>
                  <a:pt x="302" y="694"/>
                  <a:pt x="314" y="694"/>
                </a:cubicBezTo>
                <a:cubicBezTo>
                  <a:pt x="325" y="694"/>
                  <a:pt x="348" y="692"/>
                  <a:pt x="361" y="691"/>
                </a:cubicBezTo>
                <a:cubicBezTo>
                  <a:pt x="374" y="691"/>
                  <a:pt x="378" y="683"/>
                  <a:pt x="375" y="674"/>
                </a:cubicBezTo>
                <a:cubicBezTo>
                  <a:pt x="371" y="665"/>
                  <a:pt x="360" y="674"/>
                  <a:pt x="355" y="671"/>
                </a:cubicBezTo>
                <a:cubicBezTo>
                  <a:pt x="349" y="667"/>
                  <a:pt x="334" y="666"/>
                  <a:pt x="334" y="662"/>
                </a:cubicBezTo>
                <a:cubicBezTo>
                  <a:pt x="333" y="657"/>
                  <a:pt x="328" y="648"/>
                  <a:pt x="328" y="648"/>
                </a:cubicBezTo>
                <a:cubicBezTo>
                  <a:pt x="319" y="631"/>
                  <a:pt x="333" y="513"/>
                  <a:pt x="333" y="513"/>
                </a:cubicBezTo>
                <a:cubicBezTo>
                  <a:pt x="333" y="502"/>
                  <a:pt x="327" y="481"/>
                  <a:pt x="327" y="481"/>
                </a:cubicBezTo>
                <a:cubicBezTo>
                  <a:pt x="327" y="476"/>
                  <a:pt x="327" y="476"/>
                  <a:pt x="327" y="476"/>
                </a:cubicBezTo>
                <a:cubicBezTo>
                  <a:pt x="323" y="455"/>
                  <a:pt x="287" y="332"/>
                  <a:pt x="287" y="332"/>
                </a:cubicBezTo>
                <a:cubicBezTo>
                  <a:pt x="290" y="334"/>
                  <a:pt x="309" y="339"/>
                  <a:pt x="322" y="342"/>
                </a:cubicBezTo>
                <a:cubicBezTo>
                  <a:pt x="335" y="345"/>
                  <a:pt x="338" y="349"/>
                  <a:pt x="338" y="349"/>
                </a:cubicBezTo>
                <a:cubicBezTo>
                  <a:pt x="342" y="355"/>
                  <a:pt x="367" y="359"/>
                  <a:pt x="381" y="356"/>
                </a:cubicBezTo>
                <a:cubicBezTo>
                  <a:pt x="481" y="655"/>
                  <a:pt x="481" y="655"/>
                  <a:pt x="481" y="655"/>
                </a:cubicBezTo>
                <a:cubicBezTo>
                  <a:pt x="489" y="652"/>
                  <a:pt x="489" y="652"/>
                  <a:pt x="489" y="652"/>
                </a:cubicBezTo>
                <a:cubicBezTo>
                  <a:pt x="388" y="354"/>
                  <a:pt x="388" y="354"/>
                  <a:pt x="388" y="354"/>
                </a:cubicBezTo>
                <a:cubicBezTo>
                  <a:pt x="392" y="352"/>
                  <a:pt x="393" y="348"/>
                  <a:pt x="393" y="343"/>
                </a:cubicBezTo>
                <a:close/>
                <a:moveTo>
                  <a:pt x="362" y="316"/>
                </a:moveTo>
                <a:cubicBezTo>
                  <a:pt x="354" y="310"/>
                  <a:pt x="324" y="314"/>
                  <a:pt x="324" y="314"/>
                </a:cubicBezTo>
                <a:cubicBezTo>
                  <a:pt x="314" y="309"/>
                  <a:pt x="278" y="282"/>
                  <a:pt x="278" y="282"/>
                </a:cubicBezTo>
                <a:cubicBezTo>
                  <a:pt x="289" y="271"/>
                  <a:pt x="292" y="225"/>
                  <a:pt x="292" y="225"/>
                </a:cubicBezTo>
                <a:cubicBezTo>
                  <a:pt x="292" y="225"/>
                  <a:pt x="301" y="221"/>
                  <a:pt x="305" y="221"/>
                </a:cubicBezTo>
                <a:cubicBezTo>
                  <a:pt x="309" y="222"/>
                  <a:pt x="321" y="219"/>
                  <a:pt x="332" y="217"/>
                </a:cubicBezTo>
                <a:cubicBezTo>
                  <a:pt x="335" y="216"/>
                  <a:pt x="338" y="215"/>
                  <a:pt x="341" y="215"/>
                </a:cubicBezTo>
                <a:cubicBezTo>
                  <a:pt x="381" y="313"/>
                  <a:pt x="381" y="313"/>
                  <a:pt x="381" y="313"/>
                </a:cubicBezTo>
                <a:cubicBezTo>
                  <a:pt x="373" y="306"/>
                  <a:pt x="362" y="316"/>
                  <a:pt x="362" y="316"/>
                </a:cubicBezTo>
                <a:close/>
              </a:path>
            </a:pathLst>
          </a:custGeom>
          <a:solidFill>
            <a:srgbClr val="0E7CD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阿里巴巴普惠体 R"/>
              <a:cs typeface="+mn-cs"/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0E245CD8-728C-2ACA-7673-1E2BCFF099F6}"/>
              </a:ext>
            </a:extLst>
          </p:cNvPr>
          <p:cNvCxnSpPr>
            <a:cxnSpLocks/>
          </p:cNvCxnSpPr>
          <p:nvPr/>
        </p:nvCxnSpPr>
        <p:spPr>
          <a:xfrm>
            <a:off x="4354012" y="3869698"/>
            <a:ext cx="0" cy="1440346"/>
          </a:xfrm>
          <a:prstGeom prst="line">
            <a:avLst/>
          </a:prstGeom>
          <a:ln w="12700">
            <a:gradFill>
              <a:gsLst>
                <a:gs pos="0">
                  <a:srgbClr val="0E7CDF"/>
                </a:gs>
                <a:gs pos="100000">
                  <a:srgbClr val="0E7CDF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D19E2C4C-90D2-0ACD-D31F-C4746D95BB8B}"/>
              </a:ext>
            </a:extLst>
          </p:cNvPr>
          <p:cNvCxnSpPr>
            <a:cxnSpLocks/>
          </p:cNvCxnSpPr>
          <p:nvPr/>
        </p:nvCxnSpPr>
        <p:spPr>
          <a:xfrm>
            <a:off x="7602619" y="2676865"/>
            <a:ext cx="0" cy="1787570"/>
          </a:xfrm>
          <a:prstGeom prst="line">
            <a:avLst/>
          </a:prstGeom>
          <a:ln w="12700">
            <a:gradFill>
              <a:gsLst>
                <a:gs pos="0">
                  <a:srgbClr val="0E7CDF"/>
                </a:gs>
                <a:gs pos="100000">
                  <a:srgbClr val="0E7CDF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00B717A9-6D92-2F9B-8F6C-D91596FAE863}"/>
              </a:ext>
            </a:extLst>
          </p:cNvPr>
          <p:cNvCxnSpPr>
            <a:cxnSpLocks/>
          </p:cNvCxnSpPr>
          <p:nvPr/>
        </p:nvCxnSpPr>
        <p:spPr>
          <a:xfrm>
            <a:off x="10541773" y="2180770"/>
            <a:ext cx="0" cy="1099305"/>
          </a:xfrm>
          <a:prstGeom prst="line">
            <a:avLst/>
          </a:prstGeom>
          <a:ln w="12700">
            <a:gradFill>
              <a:gsLst>
                <a:gs pos="0">
                  <a:srgbClr val="0E7CDF"/>
                </a:gs>
                <a:gs pos="100000">
                  <a:srgbClr val="0E7CDF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7ED32549-2197-20D6-A071-2895CD63DFFE}"/>
              </a:ext>
            </a:extLst>
          </p:cNvPr>
          <p:cNvSpPr/>
          <p:nvPr/>
        </p:nvSpPr>
        <p:spPr>
          <a:xfrm>
            <a:off x="4331027" y="3153490"/>
            <a:ext cx="10310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D8BFA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pitchFamily="2" charset="0"/>
              </a:rPr>
              <a:t>2016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D8BFA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pitchFamily="2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1B57239-4CBA-D4AC-0DF2-4D2515F2F458}"/>
              </a:ext>
            </a:extLst>
          </p:cNvPr>
          <p:cNvSpPr/>
          <p:nvPr/>
        </p:nvSpPr>
        <p:spPr>
          <a:xfrm>
            <a:off x="4336930" y="3704510"/>
            <a:ext cx="1332000" cy="4883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200" dirty="0">
                <a:solidFill>
                  <a:srgbClr val="3D8BF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新三板上市，股票代码：</a:t>
            </a:r>
            <a:r>
              <a:rPr lang="en-US" altLang="zh-CN" sz="1200" dirty="0">
                <a:solidFill>
                  <a:srgbClr val="3D8BF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870213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3D8BFA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1983BBB-9A11-A64D-D37A-A41A519F17C0}"/>
              </a:ext>
            </a:extLst>
          </p:cNvPr>
          <p:cNvSpPr/>
          <p:nvPr/>
        </p:nvSpPr>
        <p:spPr>
          <a:xfrm>
            <a:off x="6028381" y="2718159"/>
            <a:ext cx="10310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D8BFA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pitchFamily="2" charset="0"/>
              </a:rPr>
              <a:t>2017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D8BFA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pitchFamily="2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FB73282-B00D-A5C8-C70F-57F8EEFF3E54}"/>
              </a:ext>
            </a:extLst>
          </p:cNvPr>
          <p:cNvSpPr/>
          <p:nvPr/>
        </p:nvSpPr>
        <p:spPr>
          <a:xfrm>
            <a:off x="6044958" y="3263629"/>
            <a:ext cx="1296557" cy="1097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D8BFA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深圳分公司成立，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D8BFA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发布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D8BFA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GMP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D8BFA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平台，获得企业信用评级最高级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D8BFA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AAA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D8BFA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资质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EE33AE6-39FB-7CC3-FCF8-F144BEF1EBD7}"/>
              </a:ext>
            </a:extLst>
          </p:cNvPr>
          <p:cNvSpPr/>
          <p:nvPr/>
        </p:nvSpPr>
        <p:spPr>
          <a:xfrm>
            <a:off x="7583076" y="2053008"/>
            <a:ext cx="10310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D8BFA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pitchFamily="2" charset="0"/>
              </a:rPr>
              <a:t>2018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D8BFA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pitchFamily="2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2B96B76-B431-B036-EE2C-9084CE092251}"/>
              </a:ext>
            </a:extLst>
          </p:cNvPr>
          <p:cNvSpPr/>
          <p:nvPr/>
        </p:nvSpPr>
        <p:spPr>
          <a:xfrm>
            <a:off x="7595965" y="2535885"/>
            <a:ext cx="1282107" cy="4883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200" dirty="0">
                <a:solidFill>
                  <a:srgbClr val="3D8BF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成立成都分公司、长沙分公司</a:t>
            </a:r>
            <a:endParaRPr lang="en-US" altLang="zh-CN" sz="1200" dirty="0">
              <a:solidFill>
                <a:srgbClr val="3D8BFA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F6D0E17-FD06-8CC5-9FBE-E542C5C7F41B}"/>
              </a:ext>
            </a:extLst>
          </p:cNvPr>
          <p:cNvSpPr/>
          <p:nvPr/>
        </p:nvSpPr>
        <p:spPr>
          <a:xfrm>
            <a:off x="9028425" y="1590788"/>
            <a:ext cx="10310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D8BFA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pitchFamily="2" charset="0"/>
              </a:rPr>
              <a:t>2019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D8BFA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pitchFamily="2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663C501-E8FE-C4A9-BFE0-30D9D1EEA7B8}"/>
              </a:ext>
            </a:extLst>
          </p:cNvPr>
          <p:cNvSpPr/>
          <p:nvPr/>
        </p:nvSpPr>
        <p:spPr>
          <a:xfrm>
            <a:off x="9028425" y="2151132"/>
            <a:ext cx="1296557" cy="4883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200" dirty="0">
                <a:solidFill>
                  <a:srgbClr val="3D8BF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发布视频短信、一键认证产品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FCEBBF2-D547-74B3-3259-8E3A169004BD}"/>
              </a:ext>
            </a:extLst>
          </p:cNvPr>
          <p:cNvSpPr/>
          <p:nvPr/>
        </p:nvSpPr>
        <p:spPr>
          <a:xfrm>
            <a:off x="10485921" y="1396091"/>
            <a:ext cx="10310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D8BFA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Roboto" panose="02000000000000000000" pitchFamily="2" charset="0"/>
              </a:rPr>
              <a:t>2021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D8BFA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Roboto" panose="02000000000000000000" pitchFamily="2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33B2416-D541-238F-C573-2BFB87F37C2B}"/>
              </a:ext>
            </a:extLst>
          </p:cNvPr>
          <p:cNvSpPr/>
          <p:nvPr/>
        </p:nvSpPr>
        <p:spPr>
          <a:xfrm>
            <a:off x="10532713" y="1974012"/>
            <a:ext cx="1296557" cy="340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rgbClr val="3D8BF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上线</a:t>
            </a:r>
            <a:r>
              <a:rPr lang="en-US" altLang="zh-CN" sz="1200" dirty="0">
                <a:solidFill>
                  <a:srgbClr val="3D8BF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5G</a:t>
            </a:r>
            <a:r>
              <a:rPr lang="zh-CN" altLang="en-US" sz="1200" dirty="0">
                <a:solidFill>
                  <a:srgbClr val="3D8BFA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消息平台</a:t>
            </a:r>
          </a:p>
        </p:txBody>
      </p:sp>
      <p:sp>
        <p:nvSpPr>
          <p:cNvPr id="12" name="平行四边形 11">
            <a:extLst>
              <a:ext uri="{FF2B5EF4-FFF2-40B4-BE49-F238E27FC236}">
                <a16:creationId xmlns:a16="http://schemas.microsoft.com/office/drawing/2014/main" id="{78E66E32-E96A-8874-9D12-24339845B41D}"/>
              </a:ext>
            </a:extLst>
          </p:cNvPr>
          <p:cNvSpPr/>
          <p:nvPr/>
        </p:nvSpPr>
        <p:spPr>
          <a:xfrm>
            <a:off x="1574832" y="537422"/>
            <a:ext cx="2956741" cy="812338"/>
          </a:xfrm>
          <a:prstGeom prst="parallelogram">
            <a:avLst/>
          </a:prstGeom>
          <a:solidFill>
            <a:srgbClr val="1D78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79499E3-828E-4FEA-8303-8C963F1FD78C}"/>
              </a:ext>
            </a:extLst>
          </p:cNvPr>
          <p:cNvSpPr/>
          <p:nvPr/>
        </p:nvSpPr>
        <p:spPr>
          <a:xfrm>
            <a:off x="1574832" y="565106"/>
            <a:ext cx="27879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极致服务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FA9306E-EDB8-893E-F435-FCA1F7E6BDD6}"/>
              </a:ext>
            </a:extLst>
          </p:cNvPr>
          <p:cNvSpPr txBox="1"/>
          <p:nvPr/>
        </p:nvSpPr>
        <p:spPr>
          <a:xfrm>
            <a:off x="297122" y="537004"/>
            <a:ext cx="15017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i="1" dirty="0">
                <a:solidFill>
                  <a:srgbClr val="1D78FA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贯彻</a:t>
            </a:r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0B6D9543-3825-E4ED-DC17-75121EB3E7C1}"/>
              </a:ext>
            </a:extLst>
          </p:cNvPr>
          <p:cNvCxnSpPr>
            <a:cxnSpLocks/>
          </p:cNvCxnSpPr>
          <p:nvPr/>
        </p:nvCxnSpPr>
        <p:spPr>
          <a:xfrm flipH="1">
            <a:off x="4531573" y="1100399"/>
            <a:ext cx="1265608" cy="0"/>
          </a:xfrm>
          <a:prstGeom prst="line">
            <a:avLst/>
          </a:prstGeom>
          <a:ln w="12700">
            <a:gradFill>
              <a:gsLst>
                <a:gs pos="10000">
                  <a:srgbClr val="0E7CDF"/>
                </a:gs>
                <a:gs pos="91000">
                  <a:srgbClr val="0E7CDF">
                    <a:alpha val="0"/>
                  </a:srgbClr>
                </a:gs>
              </a:gsLst>
              <a:lin ang="189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245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椭圆 29">
            <a:extLst>
              <a:ext uri="{FF2B5EF4-FFF2-40B4-BE49-F238E27FC236}">
                <a16:creationId xmlns:a16="http://schemas.microsoft.com/office/drawing/2014/main" id="{34A8C874-1D58-7647-4E32-0D462AFE4591}"/>
              </a:ext>
            </a:extLst>
          </p:cNvPr>
          <p:cNvSpPr>
            <a:spLocks noChangeAspect="1"/>
          </p:cNvSpPr>
          <p:nvPr/>
        </p:nvSpPr>
        <p:spPr>
          <a:xfrm>
            <a:off x="7565146" y="3302950"/>
            <a:ext cx="468000" cy="468000"/>
          </a:xfrm>
          <a:prstGeom prst="ellipse">
            <a:avLst/>
          </a:prstGeom>
          <a:solidFill>
            <a:srgbClr val="3D8BFA"/>
          </a:solidFill>
          <a:ln w="19050" cap="flat" cmpd="sng" algn="ctr">
            <a:solidFill>
              <a:srgbClr val="3D8BFA"/>
            </a:solidFill>
            <a:prstDash val="solid"/>
            <a:miter lim="800000"/>
          </a:ln>
          <a:effectLst>
            <a:outerShdw blurRad="762000" dist="254000" dir="5400000" sx="1000" sy="1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D3CCDBC0-16E7-6EDE-D2B4-488DDB0640B8}"/>
              </a:ext>
            </a:extLst>
          </p:cNvPr>
          <p:cNvSpPr>
            <a:spLocks noChangeAspect="1"/>
          </p:cNvSpPr>
          <p:nvPr/>
        </p:nvSpPr>
        <p:spPr>
          <a:xfrm>
            <a:off x="7565146" y="3896031"/>
            <a:ext cx="468000" cy="468000"/>
          </a:xfrm>
          <a:prstGeom prst="ellipse">
            <a:avLst/>
          </a:prstGeom>
          <a:solidFill>
            <a:srgbClr val="3D8BFA"/>
          </a:solidFill>
          <a:ln w="19050" cap="flat" cmpd="sng" algn="ctr">
            <a:solidFill>
              <a:srgbClr val="3D8BFA"/>
            </a:solidFill>
            <a:prstDash val="solid"/>
            <a:miter lim="800000"/>
          </a:ln>
          <a:effectLst>
            <a:outerShdw blurRad="762000" dist="254000" dir="5400000" sx="1000" sy="1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F6F160E8-E269-7329-73EC-55FB3FF03343}"/>
              </a:ext>
            </a:extLst>
          </p:cNvPr>
          <p:cNvSpPr>
            <a:spLocks noChangeAspect="1"/>
          </p:cNvSpPr>
          <p:nvPr/>
        </p:nvSpPr>
        <p:spPr>
          <a:xfrm>
            <a:off x="7565146" y="2709869"/>
            <a:ext cx="468000" cy="468000"/>
          </a:xfrm>
          <a:prstGeom prst="ellipse">
            <a:avLst/>
          </a:prstGeom>
          <a:solidFill>
            <a:srgbClr val="3D8BFA"/>
          </a:solidFill>
          <a:ln w="19050" cap="flat" cmpd="sng" algn="ctr">
            <a:solidFill>
              <a:srgbClr val="3D8BFA"/>
            </a:solidFill>
            <a:prstDash val="solid"/>
            <a:miter lim="800000"/>
          </a:ln>
          <a:effectLst>
            <a:outerShdw blurRad="762000" dist="254000" dir="5400000" sx="1000" sy="1000" algn="ctr" rotWithShape="0">
              <a:srgbClr val="1269E4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Picture 3">
            <a:extLst>
              <a:ext uri="{FF2B5EF4-FFF2-40B4-BE49-F238E27FC236}">
                <a16:creationId xmlns:a16="http://schemas.microsoft.com/office/drawing/2014/main" id="{914DDC0F-D502-BDAE-6BD4-505E25D7AC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79" r="33480"/>
          <a:stretch/>
        </p:blipFill>
        <p:spPr>
          <a:xfrm>
            <a:off x="-2191330" y="0"/>
            <a:ext cx="8648701" cy="68580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4FA1898-FE15-1D43-6F31-D90D1B95D66E}"/>
              </a:ext>
            </a:extLst>
          </p:cNvPr>
          <p:cNvSpPr txBox="1"/>
          <p:nvPr/>
        </p:nvSpPr>
        <p:spPr>
          <a:xfrm>
            <a:off x="8195560" y="3352284"/>
            <a:ext cx="306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http://www.51welink.com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6FEDF5A-A8DC-9360-5F52-DC242DA19B82}"/>
              </a:ext>
            </a:extLst>
          </p:cNvPr>
          <p:cNvSpPr txBox="1"/>
          <p:nvPr/>
        </p:nvSpPr>
        <p:spPr>
          <a:xfrm>
            <a:off x="8195560" y="2759203"/>
            <a:ext cx="306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400-969-6663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4BDABA6-C50F-9358-F330-922BA0030E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875" y="2696460"/>
            <a:ext cx="1744020" cy="168098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6" name="telephone-call_74451">
            <a:extLst>
              <a:ext uri="{FF2B5EF4-FFF2-40B4-BE49-F238E27FC236}">
                <a16:creationId xmlns:a16="http://schemas.microsoft.com/office/drawing/2014/main" id="{27DB6B88-E11C-906A-3B3C-885D722F19B6}"/>
              </a:ext>
            </a:extLst>
          </p:cNvPr>
          <p:cNvSpPr>
            <a:spLocks noChangeAspect="1"/>
          </p:cNvSpPr>
          <p:nvPr/>
        </p:nvSpPr>
        <p:spPr>
          <a:xfrm>
            <a:off x="7712546" y="2865342"/>
            <a:ext cx="196539" cy="216000"/>
          </a:xfrm>
          <a:custGeom>
            <a:avLst/>
            <a:gdLst>
              <a:gd name="T0" fmla="*/ 3295 w 3369"/>
              <a:gd name="T1" fmla="*/ 3138 h 3840"/>
              <a:gd name="T2" fmla="*/ 2771 w 3369"/>
              <a:gd name="T3" fmla="*/ 2472 h 3840"/>
              <a:gd name="T4" fmla="*/ 2469 w 3369"/>
              <a:gd name="T5" fmla="*/ 2437 h 3840"/>
              <a:gd name="T6" fmla="*/ 2267 w 3369"/>
              <a:gd name="T7" fmla="*/ 2596 h 3840"/>
              <a:gd name="T8" fmla="*/ 1368 w 3369"/>
              <a:gd name="T9" fmla="*/ 2197 h 3840"/>
              <a:gd name="T10" fmla="*/ 1184 w 3369"/>
              <a:gd name="T11" fmla="*/ 1236 h 3840"/>
              <a:gd name="T12" fmla="*/ 1386 w 3369"/>
              <a:gd name="T13" fmla="*/ 1076 h 3840"/>
              <a:gd name="T14" fmla="*/ 1422 w 3369"/>
              <a:gd name="T15" fmla="*/ 775 h 3840"/>
              <a:gd name="T16" fmla="*/ 897 w 3369"/>
              <a:gd name="T17" fmla="*/ 109 h 3840"/>
              <a:gd name="T18" fmla="*/ 595 w 3369"/>
              <a:gd name="T19" fmla="*/ 73 h 3840"/>
              <a:gd name="T20" fmla="*/ 388 w 3369"/>
              <a:gd name="T21" fmla="*/ 237 h 3840"/>
              <a:gd name="T22" fmla="*/ 97 w 3369"/>
              <a:gd name="T23" fmla="*/ 1370 h 3840"/>
              <a:gd name="T24" fmla="*/ 744 w 3369"/>
              <a:gd name="T25" fmla="*/ 2689 h 3840"/>
              <a:gd name="T26" fmla="*/ 1877 w 3369"/>
              <a:gd name="T27" fmla="*/ 3626 h 3840"/>
              <a:gd name="T28" fmla="*/ 3056 w 3369"/>
              <a:gd name="T29" fmla="*/ 3600 h 3840"/>
              <a:gd name="T30" fmla="*/ 3057 w 3369"/>
              <a:gd name="T31" fmla="*/ 3599 h 3840"/>
              <a:gd name="T32" fmla="*/ 3260 w 3369"/>
              <a:gd name="T33" fmla="*/ 3440 h 3840"/>
              <a:gd name="T34" fmla="*/ 3295 w 3369"/>
              <a:gd name="T35" fmla="*/ 3138 h 3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369" h="3840">
                <a:moveTo>
                  <a:pt x="3295" y="3138"/>
                </a:moveTo>
                <a:lnTo>
                  <a:pt x="2771" y="2472"/>
                </a:lnTo>
                <a:cubicBezTo>
                  <a:pt x="2697" y="2379"/>
                  <a:pt x="2562" y="2363"/>
                  <a:pt x="2469" y="2437"/>
                </a:cubicBezTo>
                <a:lnTo>
                  <a:pt x="2267" y="2596"/>
                </a:lnTo>
                <a:cubicBezTo>
                  <a:pt x="2173" y="2669"/>
                  <a:pt x="1774" y="2712"/>
                  <a:pt x="1368" y="2197"/>
                </a:cubicBezTo>
                <a:cubicBezTo>
                  <a:pt x="963" y="1683"/>
                  <a:pt x="1091" y="1309"/>
                  <a:pt x="1184" y="1236"/>
                </a:cubicBezTo>
                <a:lnTo>
                  <a:pt x="1386" y="1076"/>
                </a:lnTo>
                <a:cubicBezTo>
                  <a:pt x="1479" y="1003"/>
                  <a:pt x="1495" y="868"/>
                  <a:pt x="1422" y="775"/>
                </a:cubicBezTo>
                <a:lnTo>
                  <a:pt x="897" y="109"/>
                </a:lnTo>
                <a:cubicBezTo>
                  <a:pt x="824" y="16"/>
                  <a:pt x="689" y="0"/>
                  <a:pt x="595" y="73"/>
                </a:cubicBezTo>
                <a:cubicBezTo>
                  <a:pt x="595" y="73"/>
                  <a:pt x="389" y="236"/>
                  <a:pt x="388" y="237"/>
                </a:cubicBezTo>
                <a:cubicBezTo>
                  <a:pt x="103" y="472"/>
                  <a:pt x="0" y="873"/>
                  <a:pt x="97" y="1370"/>
                </a:cubicBezTo>
                <a:cubicBezTo>
                  <a:pt x="182" y="1798"/>
                  <a:pt x="412" y="2267"/>
                  <a:pt x="744" y="2689"/>
                </a:cubicBezTo>
                <a:cubicBezTo>
                  <a:pt x="1077" y="3111"/>
                  <a:pt x="1479" y="3444"/>
                  <a:pt x="1877" y="3626"/>
                </a:cubicBezTo>
                <a:cubicBezTo>
                  <a:pt x="2342" y="3840"/>
                  <a:pt x="2761" y="3831"/>
                  <a:pt x="3056" y="3600"/>
                </a:cubicBezTo>
                <a:cubicBezTo>
                  <a:pt x="3056" y="3600"/>
                  <a:pt x="3057" y="3599"/>
                  <a:pt x="3057" y="3599"/>
                </a:cubicBezTo>
                <a:lnTo>
                  <a:pt x="3260" y="3440"/>
                </a:lnTo>
                <a:cubicBezTo>
                  <a:pt x="3353" y="3366"/>
                  <a:pt x="3369" y="3231"/>
                  <a:pt x="3295" y="31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iconfont-11253-5327659">
            <a:extLst>
              <a:ext uri="{FF2B5EF4-FFF2-40B4-BE49-F238E27FC236}">
                <a16:creationId xmlns:a16="http://schemas.microsoft.com/office/drawing/2014/main" id="{06A7205E-BC08-2F7C-B949-853A5E9513EA}"/>
              </a:ext>
            </a:extLst>
          </p:cNvPr>
          <p:cNvSpPr>
            <a:spLocks noChangeAspect="1"/>
          </p:cNvSpPr>
          <p:nvPr/>
        </p:nvSpPr>
        <p:spPr>
          <a:xfrm>
            <a:off x="7698979" y="3440537"/>
            <a:ext cx="223671" cy="216000"/>
          </a:xfrm>
          <a:custGeom>
            <a:avLst/>
            <a:gdLst>
              <a:gd name="T0" fmla="*/ 9479 w 9999"/>
              <a:gd name="T1" fmla="*/ 8596 h 10000"/>
              <a:gd name="T2" fmla="*/ 7334 w 9999"/>
              <a:gd name="T3" fmla="*/ 10000 h 10000"/>
              <a:gd name="T4" fmla="*/ 4823 w 9999"/>
              <a:gd name="T5" fmla="*/ 8211 h 10000"/>
              <a:gd name="T6" fmla="*/ 4853 w 9999"/>
              <a:gd name="T7" fmla="*/ 5686 h 10000"/>
              <a:gd name="T8" fmla="*/ 3039 w 9999"/>
              <a:gd name="T9" fmla="*/ 5686 h 10000"/>
              <a:gd name="T10" fmla="*/ 514 w 9999"/>
              <a:gd name="T11" fmla="*/ 3896 h 10000"/>
              <a:gd name="T12" fmla="*/ 520 w 9999"/>
              <a:gd name="T13" fmla="*/ 1402 h 10000"/>
              <a:gd name="T14" fmla="*/ 2665 w 9999"/>
              <a:gd name="T15" fmla="*/ 0 h 10000"/>
              <a:gd name="T16" fmla="*/ 5177 w 9999"/>
              <a:gd name="T17" fmla="*/ 1788 h 10000"/>
              <a:gd name="T18" fmla="*/ 5147 w 9999"/>
              <a:gd name="T19" fmla="*/ 4313 h 10000"/>
              <a:gd name="T20" fmla="*/ 6960 w 9999"/>
              <a:gd name="T21" fmla="*/ 4313 h 10000"/>
              <a:gd name="T22" fmla="*/ 9485 w 9999"/>
              <a:gd name="T23" fmla="*/ 6101 h 10000"/>
              <a:gd name="T24" fmla="*/ 4514 w 9999"/>
              <a:gd name="T25" fmla="*/ 3034 h 10000"/>
              <a:gd name="T26" fmla="*/ 3082 w 9999"/>
              <a:gd name="T27" fmla="*/ 1349 h 10000"/>
              <a:gd name="T28" fmla="*/ 2249 w 9999"/>
              <a:gd name="T29" fmla="*/ 1343 h 10000"/>
              <a:gd name="T30" fmla="*/ 1177 w 9999"/>
              <a:gd name="T31" fmla="*/ 2649 h 10000"/>
              <a:gd name="T32" fmla="*/ 2623 w 9999"/>
              <a:gd name="T33" fmla="*/ 4340 h 10000"/>
              <a:gd name="T34" fmla="*/ 3480 w 9999"/>
              <a:gd name="T35" fmla="*/ 4315 h 10000"/>
              <a:gd name="T36" fmla="*/ 3233 w 9999"/>
              <a:gd name="T37" fmla="*/ 4070 h 10000"/>
              <a:gd name="T38" fmla="*/ 3062 w 9999"/>
              <a:gd name="T39" fmla="*/ 3797 h 10000"/>
              <a:gd name="T40" fmla="*/ 3210 w 9999"/>
              <a:gd name="T41" fmla="*/ 3212 h 10000"/>
              <a:gd name="T42" fmla="*/ 3795 w 9999"/>
              <a:gd name="T43" fmla="*/ 3064 h 10000"/>
              <a:gd name="T44" fmla="*/ 4068 w 9999"/>
              <a:gd name="T45" fmla="*/ 3235 h 10000"/>
              <a:gd name="T46" fmla="*/ 4313 w 9999"/>
              <a:gd name="T47" fmla="*/ 3483 h 10000"/>
              <a:gd name="T48" fmla="*/ 8823 w 9999"/>
              <a:gd name="T49" fmla="*/ 7353 h 10000"/>
              <a:gd name="T50" fmla="*/ 7377 w 9999"/>
              <a:gd name="T51" fmla="*/ 5661 h 10000"/>
              <a:gd name="T52" fmla="*/ 6519 w 9999"/>
              <a:gd name="T53" fmla="*/ 5686 h 10000"/>
              <a:gd name="T54" fmla="*/ 6767 w 9999"/>
              <a:gd name="T55" fmla="*/ 5931 h 10000"/>
              <a:gd name="T56" fmla="*/ 6938 w 9999"/>
              <a:gd name="T57" fmla="*/ 6204 h 10000"/>
              <a:gd name="T58" fmla="*/ 6789 w 9999"/>
              <a:gd name="T59" fmla="*/ 6789 h 10000"/>
              <a:gd name="T60" fmla="*/ 6204 w 9999"/>
              <a:gd name="T61" fmla="*/ 6938 h 10000"/>
              <a:gd name="T62" fmla="*/ 5931 w 9999"/>
              <a:gd name="T63" fmla="*/ 6766 h 10000"/>
              <a:gd name="T64" fmla="*/ 5686 w 9999"/>
              <a:gd name="T65" fmla="*/ 6519 h 10000"/>
              <a:gd name="T66" fmla="*/ 5655 w 9999"/>
              <a:gd name="T67" fmla="*/ 7383 h 10000"/>
              <a:gd name="T68" fmla="*/ 7333 w 9999"/>
              <a:gd name="T69" fmla="*/ 8815 h 10000"/>
              <a:gd name="T70" fmla="*/ 8650 w 9999"/>
              <a:gd name="T71" fmla="*/ 776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999" h="10000">
                <a:moveTo>
                  <a:pt x="9999" y="7353"/>
                </a:moveTo>
                <a:cubicBezTo>
                  <a:pt x="9999" y="7843"/>
                  <a:pt x="9825" y="8258"/>
                  <a:pt x="9479" y="8596"/>
                </a:cubicBezTo>
                <a:lnTo>
                  <a:pt x="8578" y="9490"/>
                </a:lnTo>
                <a:cubicBezTo>
                  <a:pt x="8239" y="9830"/>
                  <a:pt x="7824" y="10000"/>
                  <a:pt x="7334" y="10000"/>
                </a:cubicBezTo>
                <a:cubicBezTo>
                  <a:pt x="6839" y="10000"/>
                  <a:pt x="6423" y="9826"/>
                  <a:pt x="6084" y="9480"/>
                </a:cubicBezTo>
                <a:lnTo>
                  <a:pt x="4823" y="8211"/>
                </a:lnTo>
                <a:cubicBezTo>
                  <a:pt x="4484" y="7873"/>
                  <a:pt x="4314" y="7458"/>
                  <a:pt x="4314" y="6968"/>
                </a:cubicBezTo>
                <a:cubicBezTo>
                  <a:pt x="4314" y="6465"/>
                  <a:pt x="4493" y="6039"/>
                  <a:pt x="4853" y="5686"/>
                </a:cubicBezTo>
                <a:lnTo>
                  <a:pt x="4314" y="5147"/>
                </a:lnTo>
                <a:cubicBezTo>
                  <a:pt x="3963" y="5507"/>
                  <a:pt x="3538" y="5686"/>
                  <a:pt x="3039" y="5686"/>
                </a:cubicBezTo>
                <a:cubicBezTo>
                  <a:pt x="2549" y="5686"/>
                  <a:pt x="2132" y="5515"/>
                  <a:pt x="1789" y="5172"/>
                </a:cubicBezTo>
                <a:lnTo>
                  <a:pt x="514" y="3896"/>
                </a:lnTo>
                <a:cubicBezTo>
                  <a:pt x="171" y="3554"/>
                  <a:pt x="0" y="3136"/>
                  <a:pt x="0" y="2646"/>
                </a:cubicBezTo>
                <a:cubicBezTo>
                  <a:pt x="0" y="2156"/>
                  <a:pt x="174" y="1741"/>
                  <a:pt x="520" y="1402"/>
                </a:cubicBezTo>
                <a:lnTo>
                  <a:pt x="1422" y="509"/>
                </a:lnTo>
                <a:cubicBezTo>
                  <a:pt x="1760" y="170"/>
                  <a:pt x="2175" y="0"/>
                  <a:pt x="2665" y="0"/>
                </a:cubicBezTo>
                <a:cubicBezTo>
                  <a:pt x="3159" y="0"/>
                  <a:pt x="3576" y="174"/>
                  <a:pt x="3915" y="520"/>
                </a:cubicBezTo>
                <a:lnTo>
                  <a:pt x="5177" y="1788"/>
                </a:lnTo>
                <a:cubicBezTo>
                  <a:pt x="5515" y="2126"/>
                  <a:pt x="5685" y="2541"/>
                  <a:pt x="5685" y="3031"/>
                </a:cubicBezTo>
                <a:cubicBezTo>
                  <a:pt x="5685" y="3534"/>
                  <a:pt x="5505" y="3960"/>
                  <a:pt x="5147" y="4313"/>
                </a:cubicBezTo>
                <a:lnTo>
                  <a:pt x="5685" y="4851"/>
                </a:lnTo>
                <a:cubicBezTo>
                  <a:pt x="6037" y="4491"/>
                  <a:pt x="6462" y="4313"/>
                  <a:pt x="6960" y="4313"/>
                </a:cubicBezTo>
                <a:cubicBezTo>
                  <a:pt x="7450" y="4313"/>
                  <a:pt x="7868" y="4484"/>
                  <a:pt x="8210" y="4826"/>
                </a:cubicBezTo>
                <a:lnTo>
                  <a:pt x="9485" y="6101"/>
                </a:lnTo>
                <a:cubicBezTo>
                  <a:pt x="9828" y="6446"/>
                  <a:pt x="9999" y="6864"/>
                  <a:pt x="9999" y="7353"/>
                </a:cubicBezTo>
                <a:close/>
                <a:moveTo>
                  <a:pt x="4514" y="3034"/>
                </a:moveTo>
                <a:cubicBezTo>
                  <a:pt x="4514" y="2870"/>
                  <a:pt x="4458" y="2731"/>
                  <a:pt x="4343" y="2617"/>
                </a:cubicBezTo>
                <a:lnTo>
                  <a:pt x="3082" y="1349"/>
                </a:lnTo>
                <a:cubicBezTo>
                  <a:pt x="2967" y="1234"/>
                  <a:pt x="2828" y="1178"/>
                  <a:pt x="2665" y="1178"/>
                </a:cubicBezTo>
                <a:cubicBezTo>
                  <a:pt x="2505" y="1178"/>
                  <a:pt x="2368" y="1233"/>
                  <a:pt x="2249" y="1343"/>
                </a:cubicBezTo>
                <a:lnTo>
                  <a:pt x="1348" y="2238"/>
                </a:lnTo>
                <a:cubicBezTo>
                  <a:pt x="1233" y="2353"/>
                  <a:pt x="1177" y="2489"/>
                  <a:pt x="1177" y="2649"/>
                </a:cubicBezTo>
                <a:cubicBezTo>
                  <a:pt x="1177" y="2813"/>
                  <a:pt x="1233" y="2951"/>
                  <a:pt x="1348" y="3065"/>
                </a:cubicBezTo>
                <a:lnTo>
                  <a:pt x="2623" y="4340"/>
                </a:lnTo>
                <a:cubicBezTo>
                  <a:pt x="2734" y="4451"/>
                  <a:pt x="2871" y="4505"/>
                  <a:pt x="3039" y="4505"/>
                </a:cubicBezTo>
                <a:cubicBezTo>
                  <a:pt x="3210" y="4505"/>
                  <a:pt x="3358" y="4441"/>
                  <a:pt x="3480" y="4315"/>
                </a:cubicBezTo>
                <a:cubicBezTo>
                  <a:pt x="3468" y="4303"/>
                  <a:pt x="3429" y="4265"/>
                  <a:pt x="3364" y="4201"/>
                </a:cubicBezTo>
                <a:cubicBezTo>
                  <a:pt x="3298" y="4137"/>
                  <a:pt x="3254" y="4094"/>
                  <a:pt x="3233" y="4070"/>
                </a:cubicBezTo>
                <a:cubicBezTo>
                  <a:pt x="3212" y="4046"/>
                  <a:pt x="3180" y="4006"/>
                  <a:pt x="3142" y="3954"/>
                </a:cubicBezTo>
                <a:cubicBezTo>
                  <a:pt x="3103" y="3901"/>
                  <a:pt x="3075" y="3847"/>
                  <a:pt x="3062" y="3797"/>
                </a:cubicBezTo>
                <a:cubicBezTo>
                  <a:pt x="3048" y="3746"/>
                  <a:pt x="3039" y="3690"/>
                  <a:pt x="3039" y="3629"/>
                </a:cubicBezTo>
                <a:cubicBezTo>
                  <a:pt x="3039" y="3465"/>
                  <a:pt x="3095" y="3326"/>
                  <a:pt x="3210" y="3212"/>
                </a:cubicBezTo>
                <a:cubicBezTo>
                  <a:pt x="3325" y="3097"/>
                  <a:pt x="3464" y="3041"/>
                  <a:pt x="3627" y="3041"/>
                </a:cubicBezTo>
                <a:cubicBezTo>
                  <a:pt x="3688" y="3041"/>
                  <a:pt x="3744" y="3049"/>
                  <a:pt x="3795" y="3064"/>
                </a:cubicBezTo>
                <a:cubicBezTo>
                  <a:pt x="3847" y="3079"/>
                  <a:pt x="3898" y="3105"/>
                  <a:pt x="3952" y="3144"/>
                </a:cubicBezTo>
                <a:cubicBezTo>
                  <a:pt x="4004" y="3183"/>
                  <a:pt x="4043" y="3214"/>
                  <a:pt x="4068" y="3235"/>
                </a:cubicBezTo>
                <a:cubicBezTo>
                  <a:pt x="4093" y="3258"/>
                  <a:pt x="4137" y="3302"/>
                  <a:pt x="4199" y="3366"/>
                </a:cubicBezTo>
                <a:cubicBezTo>
                  <a:pt x="4263" y="3433"/>
                  <a:pt x="4299" y="3471"/>
                  <a:pt x="4313" y="3483"/>
                </a:cubicBezTo>
                <a:cubicBezTo>
                  <a:pt x="4448" y="3355"/>
                  <a:pt x="4514" y="3205"/>
                  <a:pt x="4514" y="3034"/>
                </a:cubicBezTo>
                <a:close/>
                <a:moveTo>
                  <a:pt x="8823" y="7353"/>
                </a:moveTo>
                <a:cubicBezTo>
                  <a:pt x="8823" y="7189"/>
                  <a:pt x="8767" y="7050"/>
                  <a:pt x="8652" y="6936"/>
                </a:cubicBezTo>
                <a:lnTo>
                  <a:pt x="7377" y="5661"/>
                </a:lnTo>
                <a:cubicBezTo>
                  <a:pt x="7261" y="5546"/>
                  <a:pt x="7123" y="5490"/>
                  <a:pt x="6960" y="5490"/>
                </a:cubicBezTo>
                <a:cubicBezTo>
                  <a:pt x="6789" y="5490"/>
                  <a:pt x="6642" y="5556"/>
                  <a:pt x="6519" y="5686"/>
                </a:cubicBezTo>
                <a:cubicBezTo>
                  <a:pt x="6532" y="5699"/>
                  <a:pt x="6570" y="5736"/>
                  <a:pt x="6635" y="5800"/>
                </a:cubicBezTo>
                <a:cubicBezTo>
                  <a:pt x="6701" y="5864"/>
                  <a:pt x="6745" y="5908"/>
                  <a:pt x="6767" y="5931"/>
                </a:cubicBezTo>
                <a:cubicBezTo>
                  <a:pt x="6789" y="5956"/>
                  <a:pt x="6819" y="5995"/>
                  <a:pt x="6858" y="6048"/>
                </a:cubicBezTo>
                <a:cubicBezTo>
                  <a:pt x="6897" y="6100"/>
                  <a:pt x="6924" y="6154"/>
                  <a:pt x="6938" y="6204"/>
                </a:cubicBezTo>
                <a:cubicBezTo>
                  <a:pt x="6952" y="6255"/>
                  <a:pt x="6960" y="6311"/>
                  <a:pt x="6960" y="6373"/>
                </a:cubicBezTo>
                <a:cubicBezTo>
                  <a:pt x="6960" y="6536"/>
                  <a:pt x="6904" y="6675"/>
                  <a:pt x="6789" y="6789"/>
                </a:cubicBezTo>
                <a:cubicBezTo>
                  <a:pt x="6674" y="6904"/>
                  <a:pt x="6535" y="6960"/>
                  <a:pt x="6373" y="6960"/>
                </a:cubicBezTo>
                <a:cubicBezTo>
                  <a:pt x="6311" y="6960"/>
                  <a:pt x="6255" y="6954"/>
                  <a:pt x="6204" y="6938"/>
                </a:cubicBezTo>
                <a:cubicBezTo>
                  <a:pt x="6153" y="6924"/>
                  <a:pt x="6101" y="6896"/>
                  <a:pt x="6048" y="6858"/>
                </a:cubicBezTo>
                <a:cubicBezTo>
                  <a:pt x="5995" y="6819"/>
                  <a:pt x="5956" y="6788"/>
                  <a:pt x="5931" y="6766"/>
                </a:cubicBezTo>
                <a:cubicBezTo>
                  <a:pt x="5906" y="6745"/>
                  <a:pt x="5863" y="6700"/>
                  <a:pt x="5800" y="6635"/>
                </a:cubicBezTo>
                <a:cubicBezTo>
                  <a:pt x="5738" y="6570"/>
                  <a:pt x="5700" y="6530"/>
                  <a:pt x="5686" y="6519"/>
                </a:cubicBezTo>
                <a:cubicBezTo>
                  <a:pt x="5551" y="6645"/>
                  <a:pt x="5484" y="6795"/>
                  <a:pt x="5484" y="6966"/>
                </a:cubicBezTo>
                <a:cubicBezTo>
                  <a:pt x="5484" y="7130"/>
                  <a:pt x="5540" y="7269"/>
                  <a:pt x="5655" y="7383"/>
                </a:cubicBezTo>
                <a:lnTo>
                  <a:pt x="6917" y="8650"/>
                </a:lnTo>
                <a:cubicBezTo>
                  <a:pt x="7028" y="8761"/>
                  <a:pt x="7165" y="8815"/>
                  <a:pt x="7333" y="8815"/>
                </a:cubicBezTo>
                <a:cubicBezTo>
                  <a:pt x="7497" y="8815"/>
                  <a:pt x="7635" y="8763"/>
                  <a:pt x="7749" y="8655"/>
                </a:cubicBezTo>
                <a:lnTo>
                  <a:pt x="8650" y="7761"/>
                </a:lnTo>
                <a:cubicBezTo>
                  <a:pt x="8765" y="7650"/>
                  <a:pt x="8823" y="7513"/>
                  <a:pt x="8823" y="735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confont-11592-5504465">
            <a:extLst>
              <a:ext uri="{FF2B5EF4-FFF2-40B4-BE49-F238E27FC236}">
                <a16:creationId xmlns:a16="http://schemas.microsoft.com/office/drawing/2014/main" id="{9E5DCCC9-A02A-4011-4B90-1B2809A38F38}"/>
              </a:ext>
            </a:extLst>
          </p:cNvPr>
          <p:cNvSpPr>
            <a:spLocks noChangeAspect="1"/>
          </p:cNvSpPr>
          <p:nvPr/>
        </p:nvSpPr>
        <p:spPr>
          <a:xfrm>
            <a:off x="7714607" y="4022031"/>
            <a:ext cx="223718" cy="216000"/>
          </a:xfrm>
          <a:custGeom>
            <a:avLst/>
            <a:gdLst>
              <a:gd name="T0" fmla="*/ 1 w 11867"/>
              <a:gd name="T1" fmla="*/ 1363 h 11867"/>
              <a:gd name="T2" fmla="*/ 1363 w 11867"/>
              <a:gd name="T3" fmla="*/ 1 h 11867"/>
              <a:gd name="T4" fmla="*/ 4110 w 11867"/>
              <a:gd name="T5" fmla="*/ 1 h 11867"/>
              <a:gd name="T6" fmla="*/ 5899 w 11867"/>
              <a:gd name="T7" fmla="*/ 741 h 11867"/>
              <a:gd name="T8" fmla="*/ 11337 w 11867"/>
              <a:gd name="T9" fmla="*/ 6180 h 11867"/>
              <a:gd name="T10" fmla="*/ 11336 w 11867"/>
              <a:gd name="T11" fmla="*/ 8102 h 11867"/>
              <a:gd name="T12" fmla="*/ 8102 w 11867"/>
              <a:gd name="T13" fmla="*/ 11336 h 11867"/>
              <a:gd name="T14" fmla="*/ 6180 w 11867"/>
              <a:gd name="T15" fmla="*/ 11337 h 11867"/>
              <a:gd name="T16" fmla="*/ 741 w 11867"/>
              <a:gd name="T17" fmla="*/ 5899 h 11867"/>
              <a:gd name="T18" fmla="*/ 1 w 11867"/>
              <a:gd name="T19" fmla="*/ 4110 h 11867"/>
              <a:gd name="T20" fmla="*/ 1 w 11867"/>
              <a:gd name="T21" fmla="*/ 1363 h 11867"/>
              <a:gd name="T22" fmla="*/ 1068 w 11867"/>
              <a:gd name="T23" fmla="*/ 1363 h 11867"/>
              <a:gd name="T24" fmla="*/ 1068 w 11867"/>
              <a:gd name="T25" fmla="*/ 4110 h 11867"/>
              <a:gd name="T26" fmla="*/ 1495 w 11867"/>
              <a:gd name="T27" fmla="*/ 5145 h 11867"/>
              <a:gd name="T28" fmla="*/ 6934 w 11867"/>
              <a:gd name="T29" fmla="*/ 10583 h 11867"/>
              <a:gd name="T30" fmla="*/ 7348 w 11867"/>
              <a:gd name="T31" fmla="*/ 10582 h 11867"/>
              <a:gd name="T32" fmla="*/ 10582 w 11867"/>
              <a:gd name="T33" fmla="*/ 7348 h 11867"/>
              <a:gd name="T34" fmla="*/ 10583 w 11867"/>
              <a:gd name="T35" fmla="*/ 6934 h 11867"/>
              <a:gd name="T36" fmla="*/ 5145 w 11867"/>
              <a:gd name="T37" fmla="*/ 1495 h 11867"/>
              <a:gd name="T38" fmla="*/ 4110 w 11867"/>
              <a:gd name="T39" fmla="*/ 1068 h 11867"/>
              <a:gd name="T40" fmla="*/ 1363 w 11867"/>
              <a:gd name="T41" fmla="*/ 1068 h 11867"/>
              <a:gd name="T42" fmla="*/ 1068 w 11867"/>
              <a:gd name="T43" fmla="*/ 1363 h 11867"/>
              <a:gd name="T44" fmla="*/ 2935 w 11867"/>
              <a:gd name="T45" fmla="*/ 3735 h 11867"/>
              <a:gd name="T46" fmla="*/ 2135 w 11867"/>
              <a:gd name="T47" fmla="*/ 2935 h 11867"/>
              <a:gd name="T48" fmla="*/ 2935 w 11867"/>
              <a:gd name="T49" fmla="*/ 2135 h 11867"/>
              <a:gd name="T50" fmla="*/ 3735 w 11867"/>
              <a:gd name="T51" fmla="*/ 2935 h 11867"/>
              <a:gd name="T52" fmla="*/ 2935 w 11867"/>
              <a:gd name="T53" fmla="*/ 3735 h 118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1867" h="11867">
                <a:moveTo>
                  <a:pt x="1" y="1363"/>
                </a:moveTo>
                <a:cubicBezTo>
                  <a:pt x="0" y="611"/>
                  <a:pt x="611" y="0"/>
                  <a:pt x="1363" y="1"/>
                </a:cubicBezTo>
                <a:lnTo>
                  <a:pt x="4110" y="1"/>
                </a:lnTo>
                <a:cubicBezTo>
                  <a:pt x="4708" y="1"/>
                  <a:pt x="5478" y="320"/>
                  <a:pt x="5899" y="741"/>
                </a:cubicBezTo>
                <a:lnTo>
                  <a:pt x="11337" y="6180"/>
                </a:lnTo>
                <a:cubicBezTo>
                  <a:pt x="11867" y="6711"/>
                  <a:pt x="11867" y="7572"/>
                  <a:pt x="11336" y="8102"/>
                </a:cubicBezTo>
                <a:lnTo>
                  <a:pt x="8102" y="11336"/>
                </a:lnTo>
                <a:cubicBezTo>
                  <a:pt x="7571" y="11866"/>
                  <a:pt x="6711" y="11867"/>
                  <a:pt x="6180" y="11337"/>
                </a:cubicBezTo>
                <a:lnTo>
                  <a:pt x="741" y="5899"/>
                </a:lnTo>
                <a:cubicBezTo>
                  <a:pt x="318" y="5476"/>
                  <a:pt x="1" y="4711"/>
                  <a:pt x="1" y="4110"/>
                </a:cubicBezTo>
                <a:lnTo>
                  <a:pt x="1" y="1363"/>
                </a:lnTo>
                <a:close/>
                <a:moveTo>
                  <a:pt x="1068" y="1363"/>
                </a:moveTo>
                <a:lnTo>
                  <a:pt x="1068" y="4110"/>
                </a:lnTo>
                <a:cubicBezTo>
                  <a:pt x="1068" y="4428"/>
                  <a:pt x="1272" y="4922"/>
                  <a:pt x="1495" y="5145"/>
                </a:cubicBezTo>
                <a:lnTo>
                  <a:pt x="6934" y="10583"/>
                </a:lnTo>
                <a:cubicBezTo>
                  <a:pt x="7049" y="10696"/>
                  <a:pt x="7233" y="10696"/>
                  <a:pt x="7348" y="10582"/>
                </a:cubicBezTo>
                <a:lnTo>
                  <a:pt x="10582" y="7348"/>
                </a:lnTo>
                <a:cubicBezTo>
                  <a:pt x="10697" y="7233"/>
                  <a:pt x="10697" y="7047"/>
                  <a:pt x="10583" y="6934"/>
                </a:cubicBezTo>
                <a:lnTo>
                  <a:pt x="5145" y="1495"/>
                </a:lnTo>
                <a:cubicBezTo>
                  <a:pt x="4923" y="1274"/>
                  <a:pt x="4425" y="1068"/>
                  <a:pt x="4110" y="1068"/>
                </a:cubicBezTo>
                <a:lnTo>
                  <a:pt x="1363" y="1068"/>
                </a:lnTo>
                <a:cubicBezTo>
                  <a:pt x="1198" y="1068"/>
                  <a:pt x="1068" y="1199"/>
                  <a:pt x="1068" y="1363"/>
                </a:cubicBezTo>
                <a:close/>
                <a:moveTo>
                  <a:pt x="2935" y="3735"/>
                </a:moveTo>
                <a:cubicBezTo>
                  <a:pt x="2493" y="3735"/>
                  <a:pt x="2135" y="3376"/>
                  <a:pt x="2135" y="2935"/>
                </a:cubicBezTo>
                <a:cubicBezTo>
                  <a:pt x="2135" y="2493"/>
                  <a:pt x="2493" y="2135"/>
                  <a:pt x="2935" y="2135"/>
                </a:cubicBezTo>
                <a:cubicBezTo>
                  <a:pt x="3376" y="2135"/>
                  <a:pt x="3735" y="2493"/>
                  <a:pt x="3735" y="2935"/>
                </a:cubicBezTo>
                <a:cubicBezTo>
                  <a:pt x="3735" y="3376"/>
                  <a:pt x="3376" y="3735"/>
                  <a:pt x="2935" y="37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459369D-A216-16A6-70CF-0637511893CF}"/>
              </a:ext>
            </a:extLst>
          </p:cNvPr>
          <p:cNvSpPr txBox="1"/>
          <p:nvPr/>
        </p:nvSpPr>
        <p:spPr>
          <a:xfrm>
            <a:off x="8182607" y="3950061"/>
            <a:ext cx="306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algn="dist"/>
            <a:r>
              <a:rPr lang="zh-CN" altLang="en-US" sz="1800" dirty="0"/>
              <a:t>北京微网通联股份有限公司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0006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PICTURE" val="#714289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95349;#61461;#163001;#6829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5396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39933;#373398;#22819;#100823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61320;#161320;#393788;#401047;#400134;#400134;#399768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4505</TotalTime>
  <Words>1743</Words>
  <Application>Microsoft Macintosh PowerPoint</Application>
  <PresentationFormat>宽屏</PresentationFormat>
  <Paragraphs>334</Paragraphs>
  <Slides>28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0" baseType="lpstr">
      <vt:lpstr>等线</vt:lpstr>
      <vt:lpstr>等线 Light</vt:lpstr>
      <vt:lpstr>书体坊赵九江钢笔行书</vt:lpstr>
      <vt:lpstr>思源黑体 CN Bold</vt:lpstr>
      <vt:lpstr>思源黑体 CN Normal</vt:lpstr>
      <vt:lpstr>思源黑体 CN Regular</vt:lpstr>
      <vt:lpstr>微软雅黑</vt:lpstr>
      <vt:lpstr>微软雅黑 Light</vt:lpstr>
      <vt:lpstr>Arial</vt:lpstr>
      <vt:lpstr>Calibri</vt:lpstr>
      <vt:lpstr>Roboto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WELINK</dc:creator>
  <cp:lastModifiedBy>a751</cp:lastModifiedBy>
  <cp:revision>1592</cp:revision>
  <dcterms:created xsi:type="dcterms:W3CDTF">2017-11-13T05:32:00Z</dcterms:created>
  <dcterms:modified xsi:type="dcterms:W3CDTF">2025-01-02T07:09:20Z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2052-11.1.0.8765</vt:lpwstr>
  </property>
</Properties>
</file>