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notesMasterIdLst>
    <p:notesMasterId r:id="rId31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notesMaster" Target="notesMasters/notesMaster1.xml"/><Relationship Id="rId32" Type="http://schemas.openxmlformats.org/officeDocument/2006/relationships/presProps" Target="presProps.xml"/><Relationship Id="rId33" Type="http://schemas.openxmlformats.org/officeDocument/2006/relationships/viewProps" Target="viewProps.xml"/><Relationship Id="rId34" Type="http://schemas.openxmlformats.org/officeDocument/2006/relationships/theme" Target="theme/theme1.xml"/><Relationship Id="rId3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UMC/build/shots/slide-0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UMC/build/shots/slide-0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UMC/build/shots/slide-0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UMC/build/shots/slide-0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UMC/build/shots/slide-0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UMC/build/shots/slide-0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UMC/build/shots/slide-07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UMC/build/shots/slide-08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UMC/build/shots/slide-0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UMC/build/shots/slide-1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UMC/build/shots/slide-1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UMC/build/shots/slide-1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UMC/build/shots/slide-1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UMC/build/shots/slide-1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UMC/build/shots/slide-1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UMC/build/shots/slide-1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UMC/build/shots/slide-17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UMC/build/shots/slide-18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UMC/build/shots/slide-1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UMC/build/shots/slide-2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UMC/build/shots/slide-2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UMC/build/shots/slide-2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UMC/build/shots/slide-2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UMC/build/shots/slide-2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UMC/build/shots/slide-2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UMC/build/shots/slide-2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UMC/build/shots/slide-27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UMC/build/shots/slide-28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UMC/build/shots/slide-2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29</Slides>
  <Notes>29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2026-09-22T08:12:58Z</dcterms:created>
  <dcterms:modified xsi:type="dcterms:W3CDTF">2026-09-22T08:12:58Z</dcterms:modified>
</cp:coreProperties>
</file>